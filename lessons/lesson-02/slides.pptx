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3875834a7d4b8f" /><Relationship Type="http://schemas.openxmlformats.org/officeDocument/2006/relationships/extended-properties" Target="/docProps/app.xml" Id="Rccc04459ef2f4080" /><Relationship Type="http://schemas.openxmlformats.org/officeDocument/2006/relationships/officeDocument" Target="/ppt/presentation.xml" Id="R0457d472799644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e775859f024e42"/>
  </p:sldMasterIdLst>
  <p:notesMasterIdLst>
    <p:notesMasterId xmlns:r="http://schemas.openxmlformats.org/officeDocument/2006/relationships" r:id="R8b12e174c1214bec"/>
  </p:notesMasterIdLst>
  <p:sldIdLst>
    <p:sldId xmlns:r="http://schemas.openxmlformats.org/officeDocument/2006/relationships" id="256" r:id="Rad63e9d758c94587"/>
    <p:sldId xmlns:r="http://schemas.openxmlformats.org/officeDocument/2006/relationships" id="257" r:id="Rcff56995d8c241ab"/>
    <p:sldId xmlns:r="http://schemas.openxmlformats.org/officeDocument/2006/relationships" id="258" r:id="Rc2c1fd625f2f4794"/>
    <p:sldId xmlns:r="http://schemas.openxmlformats.org/officeDocument/2006/relationships" id="259" r:id="R84402dabbc4d41dc"/>
    <p:sldId xmlns:r="http://schemas.openxmlformats.org/officeDocument/2006/relationships" id="260" r:id="Rcdc06186d5b34904"/>
    <p:sldId xmlns:r="http://schemas.openxmlformats.org/officeDocument/2006/relationships" id="261" r:id="R4089a28eb171414b"/>
    <p:sldId xmlns:r="http://schemas.openxmlformats.org/officeDocument/2006/relationships" id="262" r:id="R3ac9b16ddc464fa2"/>
    <p:sldId xmlns:r="http://schemas.openxmlformats.org/officeDocument/2006/relationships" id="263" r:id="R6cb247df47b449d6"/>
    <p:sldId xmlns:r="http://schemas.openxmlformats.org/officeDocument/2006/relationships" id="264" r:id="R8b190f79ed654cb0"/>
    <p:sldId xmlns:r="http://schemas.openxmlformats.org/officeDocument/2006/relationships" id="265" r:id="Rcd0b42dc12114a16"/>
    <p:sldId xmlns:r="http://schemas.openxmlformats.org/officeDocument/2006/relationships" id="266" r:id="R4469e6791faf4ab2"/>
    <p:sldId xmlns:r="http://schemas.openxmlformats.org/officeDocument/2006/relationships" id="267" r:id="R0a5e1b267ec4477d"/>
    <p:sldId xmlns:r="http://schemas.openxmlformats.org/officeDocument/2006/relationships" id="268" r:id="R66f75c544a2f4aac"/>
    <p:sldId xmlns:r="http://schemas.openxmlformats.org/officeDocument/2006/relationships" id="269" r:id="R1b3e3e5356c84b20"/>
    <p:sldId xmlns:r="http://schemas.openxmlformats.org/officeDocument/2006/relationships" id="270" r:id="R4871bd6e6d3f477a"/>
    <p:sldId xmlns:r="http://schemas.openxmlformats.org/officeDocument/2006/relationships" id="271" r:id="R3e8df27b7fcb4c93"/>
    <p:sldId xmlns:r="http://schemas.openxmlformats.org/officeDocument/2006/relationships" id="272" r:id="R2c4548fe8b074d96"/>
    <p:sldId xmlns:r="http://schemas.openxmlformats.org/officeDocument/2006/relationships" id="273" r:id="Ra81100209cd54af6"/>
    <p:sldId xmlns:r="http://schemas.openxmlformats.org/officeDocument/2006/relationships" id="274" r:id="R049680b7b890467c"/>
    <p:sldId xmlns:r="http://schemas.openxmlformats.org/officeDocument/2006/relationships" id="275" r:id="R633f2b5ddbf74580"/>
    <p:sldId xmlns:r="http://schemas.openxmlformats.org/officeDocument/2006/relationships" id="276" r:id="Rbbe5c0949c9b4d15"/>
    <p:sldId xmlns:r="http://schemas.openxmlformats.org/officeDocument/2006/relationships" id="277" r:id="R08e205f4f79540d9"/>
    <p:sldId xmlns:r="http://schemas.openxmlformats.org/officeDocument/2006/relationships" id="278" r:id="Re023c3ba51cf499c"/>
    <p:sldId xmlns:r="http://schemas.openxmlformats.org/officeDocument/2006/relationships" id="279" r:id="R5b010337d8054fd7"/>
    <p:sldId xmlns:r="http://schemas.openxmlformats.org/officeDocument/2006/relationships" id="280" r:id="R250c8dffb88c4da9"/>
    <p:sldId xmlns:r="http://schemas.openxmlformats.org/officeDocument/2006/relationships" id="281" r:id="Rbbaaa06cdcd245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786b55f4db40ff" /><Relationship Type="http://schemas.openxmlformats.org/officeDocument/2006/relationships/slideMaster" Target="/ppt/slideMasters/slideMaster1.xml" Id="R27e775859f024e42" /><Relationship Type="http://schemas.openxmlformats.org/officeDocument/2006/relationships/notesMaster" Target="/ppt/notesMasters/notesMaster1.xml" Id="R8b12e174c1214bec" /><Relationship Type="http://schemas.openxmlformats.org/officeDocument/2006/relationships/presProps" Target="/ppt/presProps.xml" Id="Rc682dd65bf5842d8" /><Relationship Type="http://schemas.openxmlformats.org/officeDocument/2006/relationships/viewProps" Target="/ppt/viewProps.xml" Id="Rde82ba873d0f4a21" /><Relationship Type="http://schemas.openxmlformats.org/officeDocument/2006/relationships/tableStyles" Target="/ppt/tableStyles.xml" Id="R75bd99cf4b614fe9" /><Relationship Type="http://schemas.openxmlformats.org/officeDocument/2006/relationships/slide" Target="/ppt/slides/slide1.xml" Id="Rad63e9d758c94587" /><Relationship Type="http://schemas.openxmlformats.org/officeDocument/2006/relationships/slide" Target="/ppt/slides/slide2.xml" Id="Rcff56995d8c241ab" /><Relationship Type="http://schemas.openxmlformats.org/officeDocument/2006/relationships/slide" Target="/ppt/slides/slide3.xml" Id="Rc2c1fd625f2f4794" /><Relationship Type="http://schemas.openxmlformats.org/officeDocument/2006/relationships/slide" Target="/ppt/slides/slide4.xml" Id="R84402dabbc4d41dc" /><Relationship Type="http://schemas.openxmlformats.org/officeDocument/2006/relationships/slide" Target="/ppt/slides/slide5.xml" Id="Rcdc06186d5b34904" /><Relationship Type="http://schemas.openxmlformats.org/officeDocument/2006/relationships/slide" Target="/ppt/slides/slide6.xml" Id="R4089a28eb171414b" /><Relationship Type="http://schemas.openxmlformats.org/officeDocument/2006/relationships/slide" Target="/ppt/slides/slide7.xml" Id="R3ac9b16ddc464fa2" /><Relationship Type="http://schemas.openxmlformats.org/officeDocument/2006/relationships/slide" Target="/ppt/slides/slide8.xml" Id="R6cb247df47b449d6" /><Relationship Type="http://schemas.openxmlformats.org/officeDocument/2006/relationships/slide" Target="/ppt/slides/slide9.xml" Id="R8b190f79ed654cb0" /><Relationship Type="http://schemas.openxmlformats.org/officeDocument/2006/relationships/slide" Target="/ppt/slides/slide10.xml" Id="Rcd0b42dc12114a16" /><Relationship Type="http://schemas.openxmlformats.org/officeDocument/2006/relationships/slide" Target="/ppt/slides/slide11.xml" Id="R4469e6791faf4ab2" /><Relationship Type="http://schemas.openxmlformats.org/officeDocument/2006/relationships/slide" Target="/ppt/slides/slide12.xml" Id="R0a5e1b267ec4477d" /><Relationship Type="http://schemas.openxmlformats.org/officeDocument/2006/relationships/slide" Target="/ppt/slides/slide13.xml" Id="R66f75c544a2f4aac" /><Relationship Type="http://schemas.openxmlformats.org/officeDocument/2006/relationships/slide" Target="/ppt/slides/slide14.xml" Id="R1b3e3e5356c84b20" /><Relationship Type="http://schemas.openxmlformats.org/officeDocument/2006/relationships/slide" Target="/ppt/slides/slide15.xml" Id="R4871bd6e6d3f477a" /><Relationship Type="http://schemas.openxmlformats.org/officeDocument/2006/relationships/slide" Target="/ppt/slides/slide16.xml" Id="R3e8df27b7fcb4c93" /><Relationship Type="http://schemas.openxmlformats.org/officeDocument/2006/relationships/slide" Target="/ppt/slides/slide17.xml" Id="R2c4548fe8b074d96" /><Relationship Type="http://schemas.openxmlformats.org/officeDocument/2006/relationships/slide" Target="/ppt/slides/slide18.xml" Id="Ra81100209cd54af6" /><Relationship Type="http://schemas.openxmlformats.org/officeDocument/2006/relationships/slide" Target="/ppt/slides/slide19.xml" Id="R049680b7b890467c" /><Relationship Type="http://schemas.openxmlformats.org/officeDocument/2006/relationships/slide" Target="/ppt/slides/slide20.xml" Id="R633f2b5ddbf74580" /><Relationship Type="http://schemas.openxmlformats.org/officeDocument/2006/relationships/slide" Target="/ppt/slides/slide21.xml" Id="Rbbe5c0949c9b4d15" /><Relationship Type="http://schemas.openxmlformats.org/officeDocument/2006/relationships/slide" Target="/ppt/slides/slide22.xml" Id="R08e205f4f79540d9" /><Relationship Type="http://schemas.openxmlformats.org/officeDocument/2006/relationships/slide" Target="/ppt/slides/slide23.xml" Id="Re023c3ba51cf499c" /><Relationship Type="http://schemas.openxmlformats.org/officeDocument/2006/relationships/slide" Target="/ppt/slides/slide24.xml" Id="R5b010337d8054fd7" /><Relationship Type="http://schemas.openxmlformats.org/officeDocument/2006/relationships/slide" Target="/ppt/slides/slide25.xml" Id="R250c8dffb88c4da9" /><Relationship Type="http://schemas.openxmlformats.org/officeDocument/2006/relationships/slide" Target="/ppt/slides/slide26.xml" Id="Rbbaaa06cdcd245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c526c1ecf14b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509f723d274e94" /><Relationship Type="http://schemas.openxmlformats.org/officeDocument/2006/relationships/notesMaster" Target="/ppt/notesMasters/notesMaster1.xml" Id="R4d01df4bf04d4b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af1570a5154e6c" /><Relationship Type="http://schemas.openxmlformats.org/officeDocument/2006/relationships/notesMaster" Target="/ppt/notesMasters/notesMaster1.xml" Id="R4bdd0d95b73e48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0f134cc9b941e0" /><Relationship Type="http://schemas.openxmlformats.org/officeDocument/2006/relationships/notesMaster" Target="/ppt/notesMasters/notesMaster1.xml" Id="R0f8f67d607b24b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4b9a8333b04d72" /><Relationship Type="http://schemas.openxmlformats.org/officeDocument/2006/relationships/notesMaster" Target="/ppt/notesMasters/notesMaster1.xml" Id="R7dd465f78a5343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213dc75aaa4f16" /><Relationship Type="http://schemas.openxmlformats.org/officeDocument/2006/relationships/notesMaster" Target="/ppt/notesMasters/notesMaster1.xml" Id="R268352f2da284b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942068fbc5494c" /><Relationship Type="http://schemas.openxmlformats.org/officeDocument/2006/relationships/notesMaster" Target="/ppt/notesMasters/notesMaster1.xml" Id="R36d8d6c67a394d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ef44c86e164e38" /><Relationship Type="http://schemas.openxmlformats.org/officeDocument/2006/relationships/notesMaster" Target="/ppt/notesMasters/notesMaster1.xml" Id="R793250a2a49b4b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05bae281054de1" /><Relationship Type="http://schemas.openxmlformats.org/officeDocument/2006/relationships/notesMaster" Target="/ppt/notesMasters/notesMaster1.xml" Id="Rc6953cc954da45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43e250ef3141e3" /><Relationship Type="http://schemas.openxmlformats.org/officeDocument/2006/relationships/notesMaster" Target="/ppt/notesMasters/notesMaster1.xml" Id="Rfb046414093540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59a7fcca7347fc" /><Relationship Type="http://schemas.openxmlformats.org/officeDocument/2006/relationships/notesMaster" Target="/ppt/notesMasters/notesMaster1.xml" Id="Rcb0086bf9e6748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73d20e3f584e1b" /><Relationship Type="http://schemas.openxmlformats.org/officeDocument/2006/relationships/notesMaster" Target="/ppt/notesMasters/notesMaster1.xml" Id="Rc6b38005d77540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d8e3f648a0419a" /><Relationship Type="http://schemas.openxmlformats.org/officeDocument/2006/relationships/notesMaster" Target="/ppt/notesMasters/notesMaster1.xml" Id="R91579646f0a84d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817829d9fa43ee" /><Relationship Type="http://schemas.openxmlformats.org/officeDocument/2006/relationships/notesMaster" Target="/ppt/notesMasters/notesMaster1.xml" Id="Rf2f8b999e0be45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25c2224aab4e84" /><Relationship Type="http://schemas.openxmlformats.org/officeDocument/2006/relationships/notesMaster" Target="/ppt/notesMasters/notesMaster1.xml" Id="Rafd34553802147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b84ffea523420e" /><Relationship Type="http://schemas.openxmlformats.org/officeDocument/2006/relationships/notesMaster" Target="/ppt/notesMasters/notesMaster1.xml" Id="R8eb93f69476a4d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9c251d855184668" /><Relationship Type="http://schemas.openxmlformats.org/officeDocument/2006/relationships/notesMaster" Target="/ppt/notesMasters/notesMaster1.xml" Id="R3cc43257a42542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ee43d6223b4bf3" /><Relationship Type="http://schemas.openxmlformats.org/officeDocument/2006/relationships/notesMaster" Target="/ppt/notesMasters/notesMaster1.xml" Id="R9055877f765547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cae1e166bab4d16" /><Relationship Type="http://schemas.openxmlformats.org/officeDocument/2006/relationships/notesMaster" Target="/ppt/notesMasters/notesMaster1.xml" Id="Rfab3d7394ad44bf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efa9a35d9b4277" /><Relationship Type="http://schemas.openxmlformats.org/officeDocument/2006/relationships/notesMaster" Target="/ppt/notesMasters/notesMaster1.xml" Id="R90f49ab9856c491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0e399082214f1a" /><Relationship Type="http://schemas.openxmlformats.org/officeDocument/2006/relationships/notesMaster" Target="/ppt/notesMasters/notesMaster1.xml" Id="R94637149210440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477d0ca99c9464f" /><Relationship Type="http://schemas.openxmlformats.org/officeDocument/2006/relationships/notesMaster" Target="/ppt/notesMasters/notesMaster1.xml" Id="R7f0f2e28b3324ff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8e6bd78b19042f6" /><Relationship Type="http://schemas.openxmlformats.org/officeDocument/2006/relationships/notesMaster" Target="/ppt/notesMasters/notesMaster1.xml" Id="R266484ee2d1647e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8fa40e20d0747a2" /><Relationship Type="http://schemas.openxmlformats.org/officeDocument/2006/relationships/notesMaster" Target="/ppt/notesMasters/notesMaster1.xml" Id="Rd2a6890a1e04466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f4a3fcc1e94999" /><Relationship Type="http://schemas.openxmlformats.org/officeDocument/2006/relationships/notesMaster" Target="/ppt/notesMasters/notesMaster1.xml" Id="Rbc5f78254bd74fa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059780f7e245c0" /><Relationship Type="http://schemas.openxmlformats.org/officeDocument/2006/relationships/notesMaster" Target="/ppt/notesMasters/notesMaster1.xml" Id="Rd6ae073e3116496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9e21249c9c4f9a" /><Relationship Type="http://schemas.openxmlformats.org/officeDocument/2006/relationships/notesMaster" Target="/ppt/notesMasters/notesMaster1.xml" Id="Rd4f0466fa74243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页面：P01 科研伦理与 Agent 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封面只承担识别。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页面：P02 从 diff 与日志到材料、动作和责任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 1 课的记录，还需要补什么？；材料；输入是否获得授权，来源是什么？；动作；只读、写入、执行，还是对外发送？；确认；哪一步需要暂停，由谁决定继续？；责任；实际发生了什么，由谁核验和承担？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回看第 1 课助教用 MI 课题完成的有限写回：diff 和日志说明文件发生了什么变化，材料身份、授权与外发条件仍需单独判断。这里回顾研究动作，不展示助教真实未发表材料。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指出自己日志最缺的一项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本课板书、诊断与串词：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**板书主线**：来源真实 / 证据角色 / 主张方向 / 工件成熟度。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**诊断问题**：一条已核验存在的论文，是否足以把我们的结论标stable？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**预期回答**：不够；还要核对内容、支持方向与证据强度。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**常见误答后的追问**：若把pending等同不可引用，解释可引用并明确未决范围，不能写成稳定结论。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**过渡串词**：“现在把四个判断放到实际工件，再检查工具权限与伦理边界。”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**当堂最小产出**：一项工具契约、一条实际工件状态和一个人工审核点。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页面：P03 这份合作稿可以交给外部模型吗？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课堂构造案例；你有一份未公开的合作稿， / 想交给个人账户下的外部模型， / 帮助梳理相关研究。；没有共同作者授权记录，也没有核对平台条款。；允许；有条件允许；禁止；先作判断，再说明决定性条件。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此处开始使用与助教真实 MI 课题分开的虚构合作稿。就当前信息，不可上传原稿：缺共同作者授权和平台条款核对。“有条件允许”只描述补齐条件后的新情境，不表示现在可先发。完成判断后切换到公开构造材料，继续示范风险卡与授权边界。先让每人选一档，再请邻座互述一个决定性条件，最后收束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个人选择允许/有条件允许/禁止，再临时结对陈述理由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页面：P04 科研诚信的六项价值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NASEM · Fostering Integrity in Research · 2017；客观；objectivity；诚实；honesty；开放；openness；公平；fairness；问责；accountability；守护责任；stewardship；一次 Agent 动作，可能损害其中哪项价值？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让学生先看原始文件，再用六项中文标签总结。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 Agent 动作可能损害哪项价值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页面：P05 中科院与交大的制度依据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中国科学院 · 2024；上海交通大学 · 试行版；《科研活动 AI 诚信提醒》；《教育教学中使用 AI 的规范》；科研活动中的诚信要求；核验与披露 AI 使用 / 保护数据和未公开材料；教育教学场景的分类治理；禁止使用 / 有限使用 / 鼓励使用 / 开放使用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左右等宽，避免视觉上暗示上下级从属。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分别说出两项来源对当前案例提供什么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https://www.cas.cn/sygz/202409/t20240910_5031186.shtml；https://soo.sjtu.edu.cn/upload/file/20250217/20250217162021.pdf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https://www.cas.cn/sygz/202409/t20240910_5031186.shtml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页面：P06 风险判断：对象、动作与环境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同一合作稿案例 · 输入不同，判断随之改变；获准公开摘要；生成候选检索词；回到原文核验；原稿的经授权替代输入；未授权合作原稿；停止外发；个人外部模型 / 当前无材料发送授权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不讨论工具品牌好坏，只比较对象和动作。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解释两个案例的决定性差异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页面：P07 一张可检查的风险记录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只写“注意伦理”不可执行；控制必须能被检查。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不要展示空白机构表格；用 P3 案例示范。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找出控制字段是否可检查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页面：P08 允许、有条件允许与禁止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处置结论必须跟着具体对象、动作、条件和责任人。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有条件允许不是模糊中间态。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为自己的一个动作选择处置并说理由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页面：P09 发送未公开材料前的五项检查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材料身份；作者工作稿，还是负有保密义务的评审稿？；权利与同意；共同作者、数据主体及权利方是否同意？；适用规则；机构、项目、期刊是否提出更严格要求？；使用环境；存储、训练使用与访问权限是否可接受？；最小必要；能否改用抽象问题或更少的获准片段？；课内练习使用公开、课堂构造或已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学生课程任务运行更严格：公开、虚构或经授权脱敏材料。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判断当前案例卡在哪个条件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页面：P10 已发送材料后的恢复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停止进一步发送，保留可核对的记录；停止扩散；暂停后续发送与共享；评估范围；核对输入片段、敏感程度与接收环境；记录事实；保存工具、时间、材料范围与实际动作；按要求沟通；依机构或合作约定处理，并改用合规输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用虚构情境提问，不要求学生公开本人经历。先停止进一步发送、保留可核对记录，再按适用规则评估和沟通。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快答恢复路径的第一步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页面：P11 模拟数据与真实观测的结论边界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B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模拟数据可以测试方法，不能冒充经验事实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同一张表区分用途、允许结论和禁止结论。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判断一句结论是否越界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页面：P12 批准必须落实为协议变更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讲义位置：§四、§八·案例 C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课堂构造的失败情境：看到结果后更换主指标；只有一句“同意修改”；旧协议被覆盖 / 更换理由没有留下 / 只报告新指标的好结果；可核对的协议修订；保留；原主指标与原结果；说明；变更动机和适用范围；写回；新旧协议差异与批准记录；报告；区分原定分析与事后分析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指标变更必须变成版本化文件和 diff，而非口头点击。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指出审批流程还缺什么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页面：P13 研究 harness：把边界落实到每一步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研究协议；目标、指标、停止条件；任务权限；可读、可写、可执行；研究者声明边界；动作提议；边界检查；受限执行；实际 trace；满足条件；按获批范围行动；diff、日志 / 与外部状态；人工确认例外；超出当前边界；获批：更新边界 / 并重新检查；停止；未获批准；下一动作仍经检查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这一页是全课唯一定义位；Pi Agent 是课程主执行环境，OpenCode 等为备选。声明不自动成为强制限制，须由实际工具配置、权限扩展或隔离环境落实；Pi 默认没有逐次权限弹窗。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用一句话解释 harness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页面：P14 默认拒绝与最小权限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默认拒绝；没有明确授权的动作 / 先停在检查点。；例如：联网、外发、额外写入；最小权限；为当前任务开放 / 刚好足够的范围。；具体到文件、段落与动作；任务或动作变化后，重新检查授权。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另外两项原则放到备注与讲义，不在首屏并列四张卡。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将一个过宽权限收窄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页面：P15 权限矩阵：先写清一次任务授权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：为未公开合作稿选择可授权替代输入。对象或能力：合作稿的替代输入；只读范围：人工抽象问题与已批准公开摘要；可写范围：权限一行、风险卡、使用记录；是否允许执行：本次不运行命令、不联网；人工确认点：写回前确认文件、段落与范围；禁止事项：读取或外发原稿、改问题或指标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一行同时承载对象、只读/可写、确认点和禁止项。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选择自己的一个科研动作填写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页面：P16 过宽授权与任务授权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课堂构造配置；过宽授权；READ    整个用户目录；WRITE   任意文件；RUN     任意命令；NETWORK on；CONFIRM 完成后告知；任务授权；READ    指定的公开材料；WRITE   获批文件与段落；RUN     本次不执行命令；NETWORK off；CONFIRM 写回前确认范围；先找到过宽范围，再说出怎样收窄。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把环境差异翻译为路径、命令、网络和确认点。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快答过宽配置的第一处风险及收窄方式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页面：P17 工件状态与证据成熟度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draft；review；approved；stable；草稿与待查缺口；已有依据 / 进入复核；关键决策获批 / 边界与理由已记录；至少两项独立证据 / 边界可追溯；发现冲突或条件变化；回到适当状态；状态可以回退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课堂不要求学生再填第四张表；只建立状态语义。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判断“写完了”是否足以进入 stable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页面：P18 一份证据地图的状态迁移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一个工件如何改变状态：必须记录依据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 evidence-map.md 贯穿四状态，说明新增证据和下游用途。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指出哪次迁移最需要人工确认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页面：P19 一条 AI 使用记录应说明什么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只写“已人工核验”没有信息；必须写核验对象和方法。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只保留课堂需要的五个问题。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补写一条缺失字段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页面：P20 助教演示：风险与权限如何落地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讲义位置：§四–§七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助教演示 · 同一未公开合作稿案例；选择替代输入；只读边界审查；人工确认写回；核对三件工件；原稿不对 Agent 开放 / 改用抽象问题；检查过宽权限 / 与缺失的确认点；明确三份文件 / 及各自修改范围；风险卡、权限行 / 使用记录相互一致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 P03 的虚构合作稿继续。助教打开可恢复副本并操作；我来提问、判断和批准写回。上节助教以真实 MI 研究动作作示范，本节的稿件与记录均为课堂构造，不使用真实未发表材料。用抽象问题或经授权公开版本完成替代路径，不教 Pi Agent 菜单。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预测哪一步必须暂停确认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页面：P21 第一轮：只读边界审查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讲义位置：§五、§九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助教演示 · 任务契约；第一轮；READ    agent-permissions.md；TASK    指出一处过宽或缺失权限；WRITE   none；NETWORK off；RETURN  建议、风险与最小替代动作；STOP    等待人工确认；研究者检查；建议收窄了范围， / 还是隐含扩大了 / 读写与外发权限？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助教展示只读检查的实际输入和返回建议后停下。请学生指出哪一项权限被收窄；若建议暗含新文件或外发权限，先拒绝并改写边界。确认当前未写文件，再进入下一页。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判断建议是收窄还是扩大权限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页面：P22 第二轮：批准后的三处写回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助教演示 · 任务契约；第二轮：只写回获批范围；WRITE   agent-permissions.md 一行；ethics-and-compliance.md 风险卡；ai-usage-log.md 一条记录；KEEP    问题、指标与工件状态；NETWORK off；AFTER   展示实际 diff；确认点；文件 / 段落 / 修改范围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我明确批准三份文件的目标段落和修改范围，助教才写回。风险卡写清原稿为何不外发；权限行只授权替代输入；日志记录原稿未发送与实际核验。打开实际 diff，请学生查有无越界、三份记录是否指向同一动作；不在课堂演示额外工件追踪填表。若限制配置未在授课设备通过复演，助教改用预制 diff 并标明回放。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检查实际 diff 是否只含获批三项，指出一处人工核验依据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页面：P23 个人实践：完成一条低风险动作记录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选一个低风险科研动作；写清材料边界 / 与写回范围。；第一段：权限一行；中点点评后：风险卡、 / 只读审查与使用记录；保存到个人项目；agent-permissions.md / ethics-and-compliance.md / ai-usage-log.md；课堂构造完成示例；权限行；只读人工抽象问题与获准公开摘要； / 写回三份文件前，确认具体段落。；风险卡；原稿外发会暴露合作内容。 / 改用抽象问题，由作者核查边界。；使用记录；写明实际输入、采用理由与核验方法。 / 未调用模型时如实记录“未执行”。；完成标志：三件工件相互一致，能解释一次具体动作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第一段先写权限一行；中点点评后完成风险卡、只读审查和日志。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独立完成三件工件；无模型时手工审查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页面：P24 临时结对：三件工件是否一致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风险卡、权限行和使用记录放在一起；同一输入；三处写的材料对象和授权状态是否一致？；同一动作；权限允许的范围是否覆盖实际行动？；可操作确认；能否明确何时停下、由谁确认什么？；作者决定；记录采纳、修改或拒绝，以及理由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结对不形成固定组，互查不替代作者决定。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交换三件工件并提出一个可操作修改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页面：P25 本讲知识点总结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给一个具体动作留下完整的约束与记录；风险卡；权限一行；受限执行；使用记录；为什么需要控制？；什么范围可执行？；每一步检查边界；实际做了什么？；研究者对材料、决定与最终使用承担责任。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解释对象卡、五条件与三档处置在闭环中的位置，不再并列为多套 contract。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复述循环并指认自己的三个工件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页面：P26 课后回写与第 3 课准备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继续完善；按个人项目补齐材料边界、确认点和禁止项。；补工件追踪；为早期工件标状态，保留支持状态的依据。；准备公开检索；带着一个研究问题和一组候选关键词进入第 3 课。；持续更新同一个人项目，累积第 6 课问题门的证据。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当堂只验收风险卡、权限一行和使用记录；课后沿用它们更新工件追踪，不正式提交；第 6 课问题门再检查完整项目版本。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记录一个进入第 3 课的公开检索问题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/Users/bright/Projects/courses/graduate/lessons/lesson-02/handout.md；/Users/bright/Projects/courses/graduate/course/syllabus.md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6220cbad84564" /><Relationship Type="http://schemas.openxmlformats.org/officeDocument/2006/relationships/image" Target="/ppt/media/image.png" Id="Rb95e6f36824c45fb" /><Relationship Type="http://schemas.openxmlformats.org/officeDocument/2006/relationships/image" Target="/ppt/media/image2.png" Id="Rd87005c11bae46ad" /><Relationship Type="http://schemas.openxmlformats.org/officeDocument/2006/relationships/image" Target="/ppt/media/image3.png" Id="R3708cb7ccc5849e2" /><Relationship Type="http://schemas.openxmlformats.org/officeDocument/2006/relationships/image" Target="/ppt/media/image4.png" Id="R613d76fac84a4f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18959529847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cea09c02b4d25" /><Relationship Type="http://schemas.openxmlformats.org/officeDocument/2006/relationships/image" Target="/ppt/media/image2.png" Id="R6ba5ec819f464141" /><Relationship Type="http://schemas.openxmlformats.org/officeDocument/2006/relationships/image" Target="/ppt/media/image5.png" Id="Rac2ca059c281450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95d6ffaa147bc" /><Relationship Type="http://schemas.openxmlformats.org/officeDocument/2006/relationships/image" Target="/ppt/media/image.png" Id="R5d6e288f70824ad6" /><Relationship Type="http://schemas.openxmlformats.org/officeDocument/2006/relationships/image" Target="/ppt/media/image3.png" Id="R06b71ba709e8458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e6f36824c45f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7005c11bae46a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08cb7ccc5849e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d76fac84a4f81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a5ec819f46414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2ca059c28145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e288f70824ad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b71ba709e8458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52968588e44b8c" /><Relationship Type="http://schemas.openxmlformats.org/officeDocument/2006/relationships/slideLayout" Target="/ppt/slideLayouts/slideLayout1.xml" Id="R38779a2afc6843d5" /><Relationship Type="http://schemas.openxmlformats.org/officeDocument/2006/relationships/slideLayout" Target="/ppt/slideLayouts/slideLayout2.xml" Id="Rf342a359716a48fd" /><Relationship Type="http://schemas.openxmlformats.org/officeDocument/2006/relationships/slideLayout" Target="/ppt/slideLayouts/slideLayout3.xml" Id="R82207ab57fa246e1" /><Relationship Type="http://schemas.openxmlformats.org/officeDocument/2006/relationships/slideLayout" Target="/ppt/slideLayouts/slideLayout4.xml" Id="Rb16aee8243fd44d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779a2afc6843d5"/>
    <p:sldLayoutId xmlns:r="http://schemas.openxmlformats.org/officeDocument/2006/relationships" id="2147483650" r:id="Rf342a359716a48fd"/>
    <p:sldLayoutId xmlns:r="http://schemas.openxmlformats.org/officeDocument/2006/relationships" id="2147483651" r:id="R82207ab57fa246e1"/>
    <p:sldLayoutId xmlns:r="http://schemas.openxmlformats.org/officeDocument/2006/relationships" id="2147483652" r:id="Rb16aee8243fd44d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677529702470c" /><Relationship Type="http://schemas.openxmlformats.org/officeDocument/2006/relationships/notesSlide" Target="/ppt/notesSlides/notesSlide1.xml" Id="Rf095c4420b7243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06e974d2b34785" /><Relationship Type="http://schemas.openxmlformats.org/officeDocument/2006/relationships/notesSlide" Target="/ppt/notesSlides/notesSlide2.xml" Id="R754710be216c40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1cc9f95de240d8" /><Relationship Type="http://schemas.openxmlformats.org/officeDocument/2006/relationships/notesSlide" Target="/ppt/notesSlides/notesSlide3.xml" Id="R44ebbcadab3e49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ca0dd9252c4e02" /><Relationship Type="http://schemas.openxmlformats.org/officeDocument/2006/relationships/image" Target="/ppt/media/image6.png" Id="R2977cb95786c45ca" /><Relationship Type="http://schemas.openxmlformats.org/officeDocument/2006/relationships/notesSlide" Target="/ppt/notesSlides/notesSlide4.xml" Id="Ra0cca73b3c5d46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8ef971403a4ffd" /><Relationship Type="http://schemas.openxmlformats.org/officeDocument/2006/relationships/image" Target="/ppt/media/image7.png" Id="Rb1007a5a998c4c3f" /><Relationship Type="http://schemas.openxmlformats.org/officeDocument/2006/relationships/image" Target="/ppt/media/image8.png" Id="Re06c08649a1842b8" /><Relationship Type="http://schemas.openxmlformats.org/officeDocument/2006/relationships/notesSlide" Target="/ppt/notesSlides/notesSlide5.xml" Id="R374d8451726e47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e8711e41de47cb" /><Relationship Type="http://schemas.openxmlformats.org/officeDocument/2006/relationships/notesSlide" Target="/ppt/notesSlides/notesSlide6.xml" Id="Rf5141c83f36441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536c5f0c5b4175" /><Relationship Type="http://schemas.openxmlformats.org/officeDocument/2006/relationships/notesSlide" Target="/ppt/notesSlides/notesSlide7.xml" Id="Red6fa35b965c43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e3bc5292a241b6" /><Relationship Type="http://schemas.openxmlformats.org/officeDocument/2006/relationships/notesSlide" Target="/ppt/notesSlides/notesSlide8.xml" Id="R7806ba3be80043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351e5832f24953" /><Relationship Type="http://schemas.openxmlformats.org/officeDocument/2006/relationships/notesSlide" Target="/ppt/notesSlides/notesSlide9.xml" Id="Rd34088a2565743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989aa9e8014e03" /><Relationship Type="http://schemas.openxmlformats.org/officeDocument/2006/relationships/notesSlide" Target="/ppt/notesSlides/notesSlide10.xml" Id="R8a4c409eb8e049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2191a8b0124f7d" /><Relationship Type="http://schemas.openxmlformats.org/officeDocument/2006/relationships/notesSlide" Target="/ppt/notesSlides/notesSlide11.xml" Id="Raf250dc125294a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591a7cdc6747a2" /><Relationship Type="http://schemas.openxmlformats.org/officeDocument/2006/relationships/notesSlide" Target="/ppt/notesSlides/notesSlide12.xml" Id="R73a9f0c329dc49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15c5944431485a" /><Relationship Type="http://schemas.openxmlformats.org/officeDocument/2006/relationships/notesSlide" Target="/ppt/notesSlides/notesSlide13.xml" Id="R8c252939cec2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e89764a4144f28" /><Relationship Type="http://schemas.openxmlformats.org/officeDocument/2006/relationships/notesSlide" Target="/ppt/notesSlides/notesSlide14.xml" Id="Rff3ed45b81cb48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230c2a96c04acd" /><Relationship Type="http://schemas.openxmlformats.org/officeDocument/2006/relationships/notesSlide" Target="/ppt/notesSlides/notesSlide15.xml" Id="Re1b700cc90c44c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81d43be2704139" /><Relationship Type="http://schemas.openxmlformats.org/officeDocument/2006/relationships/notesSlide" Target="/ppt/notesSlides/notesSlide16.xml" Id="R398a145414314b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a7a77e54274bab" /><Relationship Type="http://schemas.openxmlformats.org/officeDocument/2006/relationships/notesSlide" Target="/ppt/notesSlides/notesSlide17.xml" Id="Rfe9ae470898240c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10d73180174b1f" /><Relationship Type="http://schemas.openxmlformats.org/officeDocument/2006/relationships/notesSlide" Target="/ppt/notesSlides/notesSlide18.xml" Id="Rb1b3440aa9e14d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7559877e8945f0" /><Relationship Type="http://schemas.openxmlformats.org/officeDocument/2006/relationships/notesSlide" Target="/ppt/notesSlides/notesSlide19.xml" Id="R5eae2548e78640c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4ae0988d244f2d" /><Relationship Type="http://schemas.openxmlformats.org/officeDocument/2006/relationships/notesSlide" Target="/ppt/notesSlides/notesSlide20.xml" Id="R49bb55e8d2bc46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96787f4df64362" /><Relationship Type="http://schemas.openxmlformats.org/officeDocument/2006/relationships/notesSlide" Target="/ppt/notesSlides/notesSlide21.xml" Id="Re201d298ddee4b6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cdfbaaa6944f25" /><Relationship Type="http://schemas.openxmlformats.org/officeDocument/2006/relationships/notesSlide" Target="/ppt/notesSlides/notesSlide22.xml" Id="Rff89e21527bf49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280ea3797f4273" /><Relationship Type="http://schemas.openxmlformats.org/officeDocument/2006/relationships/notesSlide" Target="/ppt/notesSlides/notesSlide23.xml" Id="R91d3bcd8eb4c4bd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6c5851f7664b8e" /><Relationship Type="http://schemas.openxmlformats.org/officeDocument/2006/relationships/notesSlide" Target="/ppt/notesSlides/notesSlide24.xml" Id="R878184ee45604c8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4345374a9741f5" /><Relationship Type="http://schemas.openxmlformats.org/officeDocument/2006/relationships/notesSlide" Target="/ppt/notesSlides/notesSlide25.xml" Id="R57e7e134c87f45b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4a6e2be8f6e4f04" /><Relationship Type="http://schemas.openxmlformats.org/officeDocument/2006/relationships/notesSlide" Target="/ppt/notesSlides/notesSlide26.xml" Id="Raade50d0d3f042e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71417-DC37-418F-96C9-9E681A1D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EF29C-41E0-42A5-B355-1FB4418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 diff 与日志到材料、动作和责任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body-361">
            <a:extLst xmlns:a="http://schemas.openxmlformats.org/drawingml/2006/main">
              <a:ext uri="{FF2B5EF4-FFF2-40B4-BE49-F238E27FC236}">
                <a16:creationId xmlns:a16="http://schemas.microsoft.com/office/drawing/2014/main" id="{7AE18DD5-773B-4B0B-92E0-27E75273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 课的记录，还需要补什么？</a:t>
            </a:r>
          </a:p>
        </p:txBody>
      </p:sp>
      <p:sp>
        <p:nvSpPr>
          <p:cNvPr id="5" name="body-362">
            <a:extLst xmlns:a="http://schemas.openxmlformats.org/drawingml/2006/main">
              <a:ext uri="{FF2B5EF4-FFF2-40B4-BE49-F238E27FC236}">
                <a16:creationId xmlns:a16="http://schemas.microsoft.com/office/drawing/2014/main" id="{20FB8007-2163-4607-B7B2-E84E26F6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6" name="body-363">
            <a:extLst xmlns:a="http://schemas.openxmlformats.org/drawingml/2006/main">
              <a:ext uri="{FF2B5EF4-FFF2-40B4-BE49-F238E27FC236}">
                <a16:creationId xmlns:a16="http://schemas.microsoft.com/office/drawing/2014/main" id="{2F03ADEA-6701-4DCC-8E91-3300AD56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0764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输入是否获得授权，来源是什么？</a:t>
            </a:r>
          </a:p>
        </p:txBody>
      </p:sp>
      <p:sp>
        <p:nvSpPr>
          <p:cNvPr id="7" name="rule-364">
            <a:extLst xmlns:a="http://schemas.openxmlformats.org/drawingml/2006/main">
              <a:ext uri="{FF2B5EF4-FFF2-40B4-BE49-F238E27FC236}">
                <a16:creationId xmlns:a16="http://schemas.microsoft.com/office/drawing/2014/main" id="{ACB8E005-1569-45AC-9A88-BD6B539B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365">
            <a:extLst xmlns:a="http://schemas.openxmlformats.org/drawingml/2006/main">
              <a:ext uri="{FF2B5EF4-FFF2-40B4-BE49-F238E27FC236}">
                <a16:creationId xmlns:a16="http://schemas.microsoft.com/office/drawing/2014/main" id="{B6D21192-DC29-4EBD-8DBC-98F9F75E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9" name="body-366">
            <a:extLst xmlns:a="http://schemas.openxmlformats.org/drawingml/2006/main">
              <a:ext uri="{FF2B5EF4-FFF2-40B4-BE49-F238E27FC236}">
                <a16:creationId xmlns:a16="http://schemas.microsoft.com/office/drawing/2014/main" id="{D048E51C-EA2D-4E44-A4E2-2C008D4F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9146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只读、写入、执行，还是对外发送？</a:t>
            </a:r>
          </a:p>
        </p:txBody>
      </p:sp>
      <p:sp>
        <p:nvSpPr>
          <p:cNvPr id="10" name="rule-367">
            <a:extLst xmlns:a="http://schemas.openxmlformats.org/drawingml/2006/main">
              <a:ext uri="{FF2B5EF4-FFF2-40B4-BE49-F238E27FC236}">
                <a16:creationId xmlns:a16="http://schemas.microsoft.com/office/drawing/2014/main" id="{74814A2C-E3CE-4BBA-808B-2D723F3E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368">
            <a:extLst xmlns:a="http://schemas.openxmlformats.org/drawingml/2006/main">
              <a:ext uri="{FF2B5EF4-FFF2-40B4-BE49-F238E27FC236}">
                <a16:creationId xmlns:a16="http://schemas.microsoft.com/office/drawing/2014/main" id="{38FBE3B0-E811-4732-970B-98383D26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2" name="body-369">
            <a:extLst xmlns:a="http://schemas.openxmlformats.org/drawingml/2006/main">
              <a:ext uri="{FF2B5EF4-FFF2-40B4-BE49-F238E27FC236}">
                <a16:creationId xmlns:a16="http://schemas.microsoft.com/office/drawing/2014/main" id="{A2F880EE-803B-453A-B642-5578AB9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7528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哪一步需要暂停，由谁决定继续？</a:t>
            </a:r>
          </a:p>
        </p:txBody>
      </p:sp>
      <p:sp>
        <p:nvSpPr>
          <p:cNvPr id="13" name="rule-370">
            <a:extLst xmlns:a="http://schemas.openxmlformats.org/drawingml/2006/main">
              <a:ext uri="{FF2B5EF4-FFF2-40B4-BE49-F238E27FC236}">
                <a16:creationId xmlns:a16="http://schemas.microsoft.com/office/drawing/2014/main" id="{9D7556D4-AAEA-40BE-B2DF-10551E3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371">
            <a:extLst xmlns:a="http://schemas.openxmlformats.org/drawingml/2006/main">
              <a:ext uri="{FF2B5EF4-FFF2-40B4-BE49-F238E27FC236}">
                <a16:creationId xmlns:a16="http://schemas.microsoft.com/office/drawing/2014/main" id="{8E6AD33D-00A4-4CBF-A8B6-16E0396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5" name="body-372">
            <a:extLst xmlns:a="http://schemas.openxmlformats.org/drawingml/2006/main">
              <a:ext uri="{FF2B5EF4-FFF2-40B4-BE49-F238E27FC236}">
                <a16:creationId xmlns:a16="http://schemas.microsoft.com/office/drawing/2014/main" id="{362BFE3E-FF95-4EF7-BB90-6539A16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5910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实际发生了什么，由谁核验和承担？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B53A7-413B-4708-9486-83DB6225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这份合作稿可以交给外部模型吗？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C92A5F-3C6A-4392-9DB1-30F99CAA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373">
            <a:extLst xmlns:a="http://schemas.openxmlformats.org/drawingml/2006/main">
              <a:ext uri="{FF2B5EF4-FFF2-40B4-BE49-F238E27FC236}">
                <a16:creationId xmlns:a16="http://schemas.microsoft.com/office/drawing/2014/main" id="{716D5139-9C1C-4ED6-BDC1-0A8B801E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374">
            <a:extLst xmlns:a="http://schemas.openxmlformats.org/drawingml/2006/main">
              <a:ext uri="{FF2B5EF4-FFF2-40B4-BE49-F238E27FC236}">
                <a16:creationId xmlns:a16="http://schemas.microsoft.com/office/drawing/2014/main" id="{0E64D0EA-925D-4492-AA53-E36688A2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你有一份未公开的合作稿，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想交给个人账户下的外部模型，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帮助梳理相关研究。</a:t>
            </a:r>
          </a:p>
        </p:txBody>
      </p:sp>
      <p:sp>
        <p:nvSpPr>
          <p:cNvPr id="6" name="body-375">
            <a:extLst xmlns:a="http://schemas.openxmlformats.org/drawingml/2006/main">
              <a:ext uri="{FF2B5EF4-FFF2-40B4-BE49-F238E27FC236}">
                <a16:creationId xmlns:a16="http://schemas.microsoft.com/office/drawing/2014/main" id="{4E59FFC3-7C91-4CB0-9376-BA05BC6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没有共同作者授权记录，也没有核对平台条款。</a:t>
            </a:r>
          </a:p>
        </p:txBody>
      </p:sp>
      <p:sp>
        <p:nvSpPr>
          <p:cNvPr id="7" name="body-376">
            <a:extLst xmlns:a="http://schemas.openxmlformats.org/drawingml/2006/main">
              <a:ext uri="{FF2B5EF4-FFF2-40B4-BE49-F238E27FC236}">
                <a16:creationId xmlns:a16="http://schemas.microsoft.com/office/drawing/2014/main" id="{433617E5-7CEC-4908-A172-09D486FA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8" name="body-377">
            <a:extLst xmlns:a="http://schemas.openxmlformats.org/drawingml/2006/main">
              <a:ext uri="{FF2B5EF4-FFF2-40B4-BE49-F238E27FC236}">
                <a16:creationId xmlns:a16="http://schemas.microsoft.com/office/drawing/2014/main" id="{059EEDC9-51CE-42EA-A099-9400A9DF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9" name="body-378">
            <a:extLst xmlns:a="http://schemas.openxmlformats.org/drawingml/2006/main">
              <a:ext uri="{FF2B5EF4-FFF2-40B4-BE49-F238E27FC236}">
                <a16:creationId xmlns:a16="http://schemas.microsoft.com/office/drawing/2014/main" id="{D92C6535-ACB7-4E66-8624-03B9D5C2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10" name="body-379">
            <a:extLst xmlns:a="http://schemas.openxmlformats.org/drawingml/2006/main">
              <a:ext uri="{FF2B5EF4-FFF2-40B4-BE49-F238E27FC236}">
                <a16:creationId xmlns:a16="http://schemas.microsoft.com/office/drawing/2014/main" id="{83A396C2-967B-4F40-B824-4D3128B9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先作判断，再说明决定性条件。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E817F3-58B2-4E18-82DD-C86B23E4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科研诚信的六项价值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D217F-2065-42F9-B6F1-1C8DA50B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body-380">
            <a:extLst xmlns:a="http://schemas.openxmlformats.org/drawingml/2006/main">
              <a:ext uri="{FF2B5EF4-FFF2-40B4-BE49-F238E27FC236}">
                <a16:creationId xmlns:a16="http://schemas.microsoft.com/office/drawing/2014/main" id="{FD23E5BB-B948-4AC7-BC7D-E0ADD435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NASEM · Fostering Integrity in Research · 2017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7cb95786c45ca"/>
          <a:stretch xmlns:a="http://schemas.openxmlformats.org/drawingml/2006/main"/>
        </p:blipFill>
        <p:spPr>
          <a:xfrm xmlns:a="http://schemas.openxmlformats.org/drawingml/2006/main">
            <a:off x="609600" y="2037510"/>
            <a:ext cx="5362575" cy="3154456"/>
          </a:xfrm>
          <a:prstGeom xmlns:a="http://schemas.openxmlformats.org/drawingml/2006/main" prst="rect">
            <a:avLst/>
          </a:prstGeom>
        </p:spPr>
      </p:pic>
      <p:sp>
        <p:nvSpPr>
          <p:cNvPr id="6" name="body-381">
            <a:extLst xmlns:a="http://schemas.openxmlformats.org/drawingml/2006/main">
              <a:ext uri="{FF2B5EF4-FFF2-40B4-BE49-F238E27FC236}">
                <a16:creationId xmlns:a16="http://schemas.microsoft.com/office/drawing/2014/main" id="{BCC47795-6071-4FFC-9AB6-9BA0629E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客观</a:t>
            </a:r>
          </a:p>
        </p:txBody>
      </p:sp>
      <p:sp>
        <p:nvSpPr>
          <p:cNvPr id="7" name="body-382">
            <a:extLst xmlns:a="http://schemas.openxmlformats.org/drawingml/2006/main">
              <a:ext uri="{FF2B5EF4-FFF2-40B4-BE49-F238E27FC236}">
                <a16:creationId xmlns:a16="http://schemas.microsoft.com/office/drawing/2014/main" id="{3763E235-3145-4F19-B5D6-3AFBE9A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8" name="rule-383">
            <a:extLst xmlns:a="http://schemas.openxmlformats.org/drawingml/2006/main">
              <a:ext uri="{FF2B5EF4-FFF2-40B4-BE49-F238E27FC236}">
                <a16:creationId xmlns:a16="http://schemas.microsoft.com/office/drawing/2014/main" id="{F57947EC-0746-4D77-BF34-EAB60401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9" name="body-384">
            <a:extLst xmlns:a="http://schemas.openxmlformats.org/drawingml/2006/main">
              <a:ext uri="{FF2B5EF4-FFF2-40B4-BE49-F238E27FC236}">
                <a16:creationId xmlns:a16="http://schemas.microsoft.com/office/drawing/2014/main" id="{132C37B3-31D3-465C-8C21-C7443B62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0" name="body-385">
            <a:extLst xmlns:a="http://schemas.openxmlformats.org/drawingml/2006/main">
              <a:ext uri="{FF2B5EF4-FFF2-40B4-BE49-F238E27FC236}">
                <a16:creationId xmlns:a16="http://schemas.microsoft.com/office/drawing/2014/main" id="{3BB75F2C-0CA2-4CB7-B1DB-62A534AF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11" name="rule-386">
            <a:extLst xmlns:a="http://schemas.openxmlformats.org/drawingml/2006/main">
              <a:ext uri="{FF2B5EF4-FFF2-40B4-BE49-F238E27FC236}">
                <a16:creationId xmlns:a16="http://schemas.microsoft.com/office/drawing/2014/main" id="{494C39FB-7D7A-4C94-BFB0-D657C7A0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87">
            <a:extLst xmlns:a="http://schemas.openxmlformats.org/drawingml/2006/main">
              <a:ext uri="{FF2B5EF4-FFF2-40B4-BE49-F238E27FC236}">
                <a16:creationId xmlns:a16="http://schemas.microsoft.com/office/drawing/2014/main" id="{18656F8A-D67F-4579-B181-6B350850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开放</a:t>
            </a:r>
          </a:p>
        </p:txBody>
      </p:sp>
      <p:sp>
        <p:nvSpPr>
          <p:cNvPr id="13" name="body-388">
            <a:extLst xmlns:a="http://schemas.openxmlformats.org/drawingml/2006/main">
              <a:ext uri="{FF2B5EF4-FFF2-40B4-BE49-F238E27FC236}">
                <a16:creationId xmlns:a16="http://schemas.microsoft.com/office/drawing/2014/main" id="{695B187E-8C72-4E11-BD5B-086EEA66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4" name="rule-389">
            <a:extLst xmlns:a="http://schemas.openxmlformats.org/drawingml/2006/main">
              <a:ext uri="{FF2B5EF4-FFF2-40B4-BE49-F238E27FC236}">
                <a16:creationId xmlns:a16="http://schemas.microsoft.com/office/drawing/2014/main" id="{B1157921-67E9-4894-9EC9-BE06F17A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390">
            <a:extLst xmlns:a="http://schemas.openxmlformats.org/drawingml/2006/main">
              <a:ext uri="{FF2B5EF4-FFF2-40B4-BE49-F238E27FC236}">
                <a16:creationId xmlns:a16="http://schemas.microsoft.com/office/drawing/2014/main" id="{B349171E-A721-45CB-8CF2-E5AF19A6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</a:t>
            </a:r>
          </a:p>
        </p:txBody>
      </p:sp>
      <p:sp>
        <p:nvSpPr>
          <p:cNvPr id="16" name="body-391">
            <a:extLst xmlns:a="http://schemas.openxmlformats.org/drawingml/2006/main">
              <a:ext uri="{FF2B5EF4-FFF2-40B4-BE49-F238E27FC236}">
                <a16:creationId xmlns:a16="http://schemas.microsoft.com/office/drawing/2014/main" id="{C3A05B37-3B8F-4CAA-8B66-1AD5E70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7" name="rule-392">
            <a:extLst xmlns:a="http://schemas.openxmlformats.org/drawingml/2006/main">
              <a:ext uri="{FF2B5EF4-FFF2-40B4-BE49-F238E27FC236}">
                <a16:creationId xmlns:a16="http://schemas.microsoft.com/office/drawing/2014/main" id="{1E89B7E2-190E-4EB0-9DD2-F337B3BF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body-393">
            <a:extLst xmlns:a="http://schemas.openxmlformats.org/drawingml/2006/main">
              <a:ext uri="{FF2B5EF4-FFF2-40B4-BE49-F238E27FC236}">
                <a16:creationId xmlns:a16="http://schemas.microsoft.com/office/drawing/2014/main" id="{CEC33EA6-3130-4B02-A1AE-053BCA6B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问责</a:t>
            </a:r>
          </a:p>
        </p:txBody>
      </p:sp>
      <p:sp>
        <p:nvSpPr>
          <p:cNvPr id="19" name="body-394">
            <a:extLst xmlns:a="http://schemas.openxmlformats.org/drawingml/2006/main">
              <a:ext uri="{FF2B5EF4-FFF2-40B4-BE49-F238E27FC236}">
                <a16:creationId xmlns:a16="http://schemas.microsoft.com/office/drawing/2014/main" id="{05377F29-9004-4474-8D0E-91388C38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20" name="rule-395">
            <a:extLst xmlns:a="http://schemas.openxmlformats.org/drawingml/2006/main">
              <a:ext uri="{FF2B5EF4-FFF2-40B4-BE49-F238E27FC236}">
                <a16:creationId xmlns:a16="http://schemas.microsoft.com/office/drawing/2014/main" id="{E2A3DF7C-1FE5-489F-8E44-D37D919A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1" name="body-396">
            <a:extLst xmlns:a="http://schemas.openxmlformats.org/drawingml/2006/main">
              <a:ext uri="{FF2B5EF4-FFF2-40B4-BE49-F238E27FC236}">
                <a16:creationId xmlns:a16="http://schemas.microsoft.com/office/drawing/2014/main" id="{147BE67B-A7E3-4C6C-A8BD-B3B4C0A7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守护责任</a:t>
            </a:r>
          </a:p>
        </p:txBody>
      </p:sp>
      <p:sp>
        <p:nvSpPr>
          <p:cNvPr id="22" name="body-397">
            <a:extLst xmlns:a="http://schemas.openxmlformats.org/drawingml/2006/main">
              <a:ext uri="{FF2B5EF4-FFF2-40B4-BE49-F238E27FC236}">
                <a16:creationId xmlns:a16="http://schemas.microsoft.com/office/drawing/2014/main" id="{E745B1A5-39BE-41B3-927B-D396E295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23" name="rule-398">
            <a:extLst xmlns:a="http://schemas.openxmlformats.org/drawingml/2006/main">
              <a:ext uri="{FF2B5EF4-FFF2-40B4-BE49-F238E27FC236}">
                <a16:creationId xmlns:a16="http://schemas.microsoft.com/office/drawing/2014/main" id="{5C58584B-2FF8-4B82-BF6E-FA6AA69C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4" name="body-399">
            <a:extLst xmlns:a="http://schemas.openxmlformats.org/drawingml/2006/main">
              <a:ext uri="{FF2B5EF4-FFF2-40B4-BE49-F238E27FC236}">
                <a16:creationId xmlns:a16="http://schemas.microsoft.com/office/drawing/2014/main" id="{B09ACED8-DF3E-4ED8-A699-2219FC2F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 Agent 动作，可能损害其中哪项价值？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43EB63-9492-4B03-8C6B-CE8DCC2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中科院与交大的制度依据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9B056B-5C37-4744-A22C-50BE427E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400">
            <a:extLst xmlns:a="http://schemas.openxmlformats.org/drawingml/2006/main">
              <a:ext uri="{FF2B5EF4-FFF2-40B4-BE49-F238E27FC236}">
                <a16:creationId xmlns:a16="http://schemas.microsoft.com/office/drawing/2014/main" id="{36289DB5-674E-47A7-9CB0-40B0A907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50577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 · 2024</a:t>
            </a:r>
          </a:p>
        </p:txBody>
      </p:sp>
      <p:sp>
        <p:nvSpPr>
          <p:cNvPr id="5" name="body-401">
            <a:extLst xmlns:a="http://schemas.openxmlformats.org/drawingml/2006/main">
              <a:ext uri="{FF2B5EF4-FFF2-40B4-BE49-F238E27FC236}">
                <a16:creationId xmlns:a16="http://schemas.microsoft.com/office/drawing/2014/main" id="{07875771-C886-4F6C-B758-E2AE178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85850"/>
            <a:ext cx="4914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上海交通大学 · 试行版</a:t>
            </a:r>
          </a:p>
        </p:txBody>
      </p:sp>
      <p:sp>
        <p:nvSpPr>
          <p:cNvPr id="6" name="body-402">
            <a:extLst xmlns:a="http://schemas.openxmlformats.org/drawingml/2006/main">
              <a:ext uri="{FF2B5EF4-FFF2-40B4-BE49-F238E27FC236}">
                <a16:creationId xmlns:a16="http://schemas.microsoft.com/office/drawing/2014/main" id="{19896610-DFB6-4F73-94E6-D3C8E2B5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577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《科研活动 AI 诚信提醒》</a:t>
            </a:r>
          </a:p>
        </p:txBody>
      </p:sp>
      <p:sp>
        <p:nvSpPr>
          <p:cNvPr id="7" name="body-403">
            <a:extLst xmlns:a="http://schemas.openxmlformats.org/drawingml/2006/main">
              <a:ext uri="{FF2B5EF4-FFF2-40B4-BE49-F238E27FC236}">
                <a16:creationId xmlns:a16="http://schemas.microsoft.com/office/drawing/2014/main" id="{9FDDA8FD-67D7-4459-AD29-EA48D529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914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《教育教学中使用 AI 的规范》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07a5a998c4c3f"/>
          <a:srcRect xmlns:a="http://schemas.openxmlformats.org/drawingml/2006/main" l="6400" t="29000" r="6400" b="361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638425"/>
            <a:ext cx="5057775" cy="1685925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c08649a1842b8"/>
          <a:srcRect xmlns:a="http://schemas.openxmlformats.org/drawingml/2006/main" l="11500" t="8500" r="11500" b="711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2638425"/>
            <a:ext cx="4914900" cy="1685925"/>
          </a:xfrm>
          <a:prstGeom xmlns:a="http://schemas.openxmlformats.org/drawingml/2006/main" prst="rect">
            <a:avLst/>
          </a:prstGeom>
        </p:spPr>
      </p:pic>
      <p:sp>
        <p:nvSpPr>
          <p:cNvPr id="10" name="body-404">
            <a:extLst xmlns:a="http://schemas.openxmlformats.org/drawingml/2006/main">
              <a:ext uri="{FF2B5EF4-FFF2-40B4-BE49-F238E27FC236}">
                <a16:creationId xmlns:a16="http://schemas.microsoft.com/office/drawing/2014/main" id="{FD1BBA18-7359-4999-9BF6-7BC3979D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057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科研活动中的诚信要求</a:t>
            </a:r>
          </a:p>
        </p:txBody>
      </p:sp>
      <p:sp>
        <p:nvSpPr>
          <p:cNvPr id="11" name="body-405">
            <a:extLst xmlns:a="http://schemas.openxmlformats.org/drawingml/2006/main">
              <a:ext uri="{FF2B5EF4-FFF2-40B4-BE49-F238E27FC236}">
                <a16:creationId xmlns:a16="http://schemas.microsoft.com/office/drawing/2014/main" id="{0C902F43-588D-4817-9BA7-8E9029B6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50577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核验与披露 AI 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保护数据和未公开材料</a:t>
            </a:r>
          </a:p>
        </p:txBody>
      </p:sp>
      <p:sp>
        <p:nvSpPr>
          <p:cNvPr id="12" name="body-406">
            <a:extLst xmlns:a="http://schemas.openxmlformats.org/drawingml/2006/main">
              <a:ext uri="{FF2B5EF4-FFF2-40B4-BE49-F238E27FC236}">
                <a16:creationId xmlns:a16="http://schemas.microsoft.com/office/drawing/2014/main" id="{4915E44D-7083-4530-992E-5C9F0F54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29150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教育教学场景的分类治理</a:t>
            </a:r>
          </a:p>
        </p:txBody>
      </p:sp>
      <p:sp>
        <p:nvSpPr>
          <p:cNvPr id="13" name="body-407">
            <a:extLst xmlns:a="http://schemas.openxmlformats.org/drawingml/2006/main">
              <a:ext uri="{FF2B5EF4-FFF2-40B4-BE49-F238E27FC236}">
                <a16:creationId xmlns:a16="http://schemas.microsoft.com/office/drawing/2014/main" id="{AB2293E7-B0AE-41F6-B5E1-0AFBE606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49149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禁止使用 / 有限使用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鼓励使用 / 开放使用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7901F8-4534-4614-9876-87CBC93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风险判断：对象、动作与环境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583780-3667-4B96-9C16-F75A3323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8">
            <a:extLst xmlns:a="http://schemas.openxmlformats.org/drawingml/2006/main">
              <a:ext uri="{FF2B5EF4-FFF2-40B4-BE49-F238E27FC236}">
                <a16:creationId xmlns:a16="http://schemas.microsoft.com/office/drawing/2014/main" id="{64CFAD8E-81E2-414E-A4FA-E402C9C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同一合作稿案例 · 输入不同，判断随之改变</a:t>
            </a:r>
          </a:p>
        </p:txBody>
      </p:sp>
      <p:sp>
        <p:nvSpPr>
          <p:cNvPr id="5" name="node-409">
            <a:extLst xmlns:a="http://schemas.openxmlformats.org/drawingml/2006/main">
              <a:ext uri="{FF2B5EF4-FFF2-40B4-BE49-F238E27FC236}">
                <a16:creationId xmlns:a16="http://schemas.microsoft.com/office/drawing/2014/main" id="{E4BC24E2-493A-4E95-A7A0-C6E01EC5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获准公开摘要</a:t>
            </a:r>
          </a:p>
        </p:txBody>
      </p:sp>
      <p:sp>
        <p:nvSpPr>
          <p:cNvPr id="6" name="node-410">
            <a:extLst xmlns:a="http://schemas.openxmlformats.org/drawingml/2006/main">
              <a:ext uri="{FF2B5EF4-FFF2-40B4-BE49-F238E27FC236}">
                <a16:creationId xmlns:a16="http://schemas.microsoft.com/office/drawing/2014/main" id="{8E674111-A83E-4FF0-B344-0C3A5FE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00275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生成候选检索词</a:t>
            </a:r>
          </a:p>
        </p:txBody>
      </p:sp>
      <p:sp>
        <p:nvSpPr>
          <p:cNvPr id="7" name="node-411">
            <a:extLst xmlns:a="http://schemas.openxmlformats.org/drawingml/2006/main">
              <a:ext uri="{FF2B5EF4-FFF2-40B4-BE49-F238E27FC236}">
                <a16:creationId xmlns:a16="http://schemas.microsoft.com/office/drawing/2014/main" id="{498DF537-27A9-43A0-BEFF-52DC7348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0275"/>
            <a:ext cx="2571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回到原文核验</a:t>
            </a:r>
          </a:p>
        </p:txBody>
      </p:sp>
      <p:cxnSp>
        <p:nvCxnSpPr>
          <p:cNvPr id="33" name="edge-41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48025" y="2576513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4" name="edge-41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05700" y="2576513"/>
            <a:ext cx="150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414">
            <a:extLst xmlns:a="http://schemas.openxmlformats.org/drawingml/2006/main">
              <a:ext uri="{FF2B5EF4-FFF2-40B4-BE49-F238E27FC236}">
                <a16:creationId xmlns:a16="http://schemas.microsoft.com/office/drawing/2014/main" id="{1FF4E23C-CE29-490F-A643-CED28A49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原稿的经授权替代输入</a:t>
            </a:r>
          </a:p>
        </p:txBody>
      </p:sp>
      <p:sp>
        <p:nvSpPr>
          <p:cNvPr id="11" name="node-415">
            <a:extLst xmlns:a="http://schemas.openxmlformats.org/drawingml/2006/main">
              <a:ext uri="{FF2B5EF4-FFF2-40B4-BE49-F238E27FC236}">
                <a16:creationId xmlns:a16="http://schemas.microsoft.com/office/drawing/2014/main" id="{AE597CBE-2A78-46E3-8079-F61ABD9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未授权合作原稿</a:t>
            </a:r>
          </a:p>
        </p:txBody>
      </p:sp>
      <p:sp>
        <p:nvSpPr>
          <p:cNvPr id="12" name="node-416">
            <a:extLst xmlns:a="http://schemas.openxmlformats.org/drawingml/2006/main">
              <a:ext uri="{FF2B5EF4-FFF2-40B4-BE49-F238E27FC236}">
                <a16:creationId xmlns:a16="http://schemas.microsoft.com/office/drawing/2014/main" id="{C7A5680F-FDC8-49F6-951D-F109608E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95800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停止外发</a:t>
            </a:r>
          </a:p>
        </p:txBody>
      </p:sp>
      <p:cxnSp>
        <p:nvCxnSpPr>
          <p:cNvPr id="38" name="edge-417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248025" y="4872038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4" name="body-418">
            <a:extLst xmlns:a="http://schemas.openxmlformats.org/drawingml/2006/main">
              <a:ext uri="{FF2B5EF4-FFF2-40B4-BE49-F238E27FC236}">
                <a16:creationId xmlns:a16="http://schemas.microsoft.com/office/drawing/2014/main" id="{9EFCCA6A-4B0D-4C7E-81DE-87717C20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81500"/>
            <a:ext cx="2571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个人外部模型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当前无材料发送授权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D7FA85-C45F-436C-9134-284BA1BD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一张可检查的风险记录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D25E95-7902-4DD0-8D4F-D394488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body-419">
            <a:extLst xmlns:a="http://schemas.openxmlformats.org/drawingml/2006/main">
              <a:ext uri="{FF2B5EF4-FFF2-40B4-BE49-F238E27FC236}">
                <a16:creationId xmlns:a16="http://schemas.microsoft.com/office/drawing/2014/main" id="{E2299E33-2795-4A2F-9CFF-775B27B5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课堂构造填写示例 · 未公开合作稿</a:t>
            </a:r>
          </a:p>
        </p:txBody>
      </p:sp>
      <p:graphicFrame>
        <p:nvGraphicFramePr>
          <p:cNvPr id="9" name="native-table-420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8324850"/>
              </a:tblGrid>
              <a:tr h="5715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 Asset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未公开的共同作者工作稿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动作 Action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上传到个人账户下的外部模型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 Risk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合作内容暴露，保密与知识产权风险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 Control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停止上传全文，改用人工抽象问题或获准输入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责任 Owner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共同作者决定材料授权，使用者核查执行边界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8C0B1A-AC81-471C-B83C-230826E4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允许、有条件允许与禁止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D2315-4C89-4A5C-84F7-142BD02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9" name="native-table-421"/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90775"/>
                <a:gridCol w="4219575"/>
                <a:gridCol w="4362450"/>
              </a:tblGrid>
              <a:tr h="59055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决定性理由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用获准公开摘要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回原始来源核验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符合课程和材料要求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有条件允许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在本地只读分析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经授权的数据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先完成必要脱敏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限定目录，禁止外传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把模拟数据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写成真实实验观测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材料身份被冒充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结论失去事实依据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22">
            <a:extLst xmlns:a="http://schemas.openxmlformats.org/drawingml/2006/main">
              <a:ext uri="{FF2B5EF4-FFF2-40B4-BE49-F238E27FC236}">
                <a16:creationId xmlns:a16="http://schemas.microsoft.com/office/drawing/2014/main" id="{3223B22B-A94B-4DF2-AC47-CCA7127B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同一项 AI 能力，处置取决于具体任务条件。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1868C9-B81E-4684-9875-F177A81C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发送未公开材料前的五项检查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9EE001-B98C-413D-A651-4FA0F7DF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body-423">
            <a:extLst xmlns:a="http://schemas.openxmlformats.org/drawingml/2006/main">
              <a:ext uri="{FF2B5EF4-FFF2-40B4-BE49-F238E27FC236}">
                <a16:creationId xmlns:a16="http://schemas.microsoft.com/office/drawing/2014/main" id="{B01C477A-7649-4694-A8EE-EB219E3C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>
        <p:nvSpPr>
          <p:cNvPr id="5" name="body-424">
            <a:extLst xmlns:a="http://schemas.openxmlformats.org/drawingml/2006/main">
              <a:ext uri="{FF2B5EF4-FFF2-40B4-BE49-F238E27FC236}">
                <a16:creationId xmlns:a16="http://schemas.microsoft.com/office/drawing/2014/main" id="{5EC440FE-AF95-4D22-B9CA-21F97AD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858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作者工作稿，还是负有保密义务的评审稿？</a:t>
            </a:r>
          </a:p>
        </p:txBody>
      </p:sp>
      <p:sp>
        <p:nvSpPr>
          <p:cNvPr id="6" name="rule-425">
            <a:extLst xmlns:a="http://schemas.openxmlformats.org/drawingml/2006/main">
              <a:ext uri="{FF2B5EF4-FFF2-40B4-BE49-F238E27FC236}">
                <a16:creationId xmlns:a16="http://schemas.microsoft.com/office/drawing/2014/main" id="{D109AE1E-653D-4542-9B97-63284945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426">
            <a:extLst xmlns:a="http://schemas.openxmlformats.org/drawingml/2006/main">
              <a:ext uri="{FF2B5EF4-FFF2-40B4-BE49-F238E27FC236}">
                <a16:creationId xmlns:a16="http://schemas.microsoft.com/office/drawing/2014/main" id="{9763C10E-29F5-436A-A79B-87D3A996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权利与同意</a:t>
            </a:r>
          </a:p>
        </p:txBody>
      </p:sp>
      <p:sp>
        <p:nvSpPr>
          <p:cNvPr id="8" name="body-427">
            <a:extLst xmlns:a="http://schemas.openxmlformats.org/drawingml/2006/main">
              <a:ext uri="{FF2B5EF4-FFF2-40B4-BE49-F238E27FC236}">
                <a16:creationId xmlns:a16="http://schemas.microsoft.com/office/drawing/2014/main" id="{9AA0219E-FF41-4F22-9189-9B65B652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240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共同作者、数据主体及权利方是否同意？</a:t>
            </a:r>
          </a:p>
        </p:txBody>
      </p:sp>
      <p:sp>
        <p:nvSpPr>
          <p:cNvPr id="9" name="rule-428">
            <a:extLst xmlns:a="http://schemas.openxmlformats.org/drawingml/2006/main">
              <a:ext uri="{FF2B5EF4-FFF2-40B4-BE49-F238E27FC236}">
                <a16:creationId xmlns:a16="http://schemas.microsoft.com/office/drawing/2014/main" id="{08C23D69-0D28-48A0-B1C5-6A436E32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429">
            <a:extLst xmlns:a="http://schemas.openxmlformats.org/drawingml/2006/main">
              <a:ext uri="{FF2B5EF4-FFF2-40B4-BE49-F238E27FC236}">
                <a16:creationId xmlns:a16="http://schemas.microsoft.com/office/drawing/2014/main" id="{54F35675-F794-4150-9165-C609DC0F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适用规则</a:t>
            </a:r>
          </a:p>
        </p:txBody>
      </p:sp>
      <p:sp>
        <p:nvSpPr>
          <p:cNvPr id="11" name="body-430">
            <a:extLst xmlns:a="http://schemas.openxmlformats.org/drawingml/2006/main">
              <a:ext uri="{FF2B5EF4-FFF2-40B4-BE49-F238E27FC236}">
                <a16:creationId xmlns:a16="http://schemas.microsoft.com/office/drawing/2014/main" id="{DDB935F9-C1E2-49DF-B854-B76C7E86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622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机构、项目、期刊是否提出更严格要求？</a:t>
            </a:r>
          </a:p>
        </p:txBody>
      </p:sp>
      <p:sp>
        <p:nvSpPr>
          <p:cNvPr id="12" name="rule-431">
            <a:extLst xmlns:a="http://schemas.openxmlformats.org/drawingml/2006/main">
              <a:ext uri="{FF2B5EF4-FFF2-40B4-BE49-F238E27FC236}">
                <a16:creationId xmlns:a16="http://schemas.microsoft.com/office/drawing/2014/main" id="{D4982834-0DD0-45E2-8A60-BEAEABF5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432">
            <a:extLst xmlns:a="http://schemas.openxmlformats.org/drawingml/2006/main">
              <a:ext uri="{FF2B5EF4-FFF2-40B4-BE49-F238E27FC236}">
                <a16:creationId xmlns:a16="http://schemas.microsoft.com/office/drawing/2014/main" id="{C14192EE-5C28-4001-941E-69D9B826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使用环境</a:t>
            </a:r>
          </a:p>
        </p:txBody>
      </p:sp>
      <p:sp>
        <p:nvSpPr>
          <p:cNvPr id="14" name="body-433">
            <a:extLst xmlns:a="http://schemas.openxmlformats.org/drawingml/2006/main">
              <a:ext uri="{FF2B5EF4-FFF2-40B4-BE49-F238E27FC236}">
                <a16:creationId xmlns:a16="http://schemas.microsoft.com/office/drawing/2014/main" id="{E72C636A-E922-4C54-AF55-A309E49A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004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存储、训练使用与访问权限是否可接受？</a:t>
            </a:r>
          </a:p>
        </p:txBody>
      </p:sp>
      <p:sp>
        <p:nvSpPr>
          <p:cNvPr id="15" name="rule-434">
            <a:extLst xmlns:a="http://schemas.openxmlformats.org/drawingml/2006/main">
              <a:ext uri="{FF2B5EF4-FFF2-40B4-BE49-F238E27FC236}">
                <a16:creationId xmlns:a16="http://schemas.microsoft.com/office/drawing/2014/main" id="{D46DCFB2-005A-478A-95D1-34265DD2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6" name="body-435">
            <a:extLst xmlns:a="http://schemas.openxmlformats.org/drawingml/2006/main">
              <a:ext uri="{FF2B5EF4-FFF2-40B4-BE49-F238E27FC236}">
                <a16:creationId xmlns:a16="http://schemas.microsoft.com/office/drawing/2014/main" id="{83AE43DB-30C6-4BDA-9B6A-0A4B93AB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最小必要</a:t>
            </a:r>
          </a:p>
        </p:txBody>
      </p:sp>
      <p:sp>
        <p:nvSpPr>
          <p:cNvPr id="17" name="body-436">
            <a:extLst xmlns:a="http://schemas.openxmlformats.org/drawingml/2006/main">
              <a:ext uri="{FF2B5EF4-FFF2-40B4-BE49-F238E27FC236}">
                <a16:creationId xmlns:a16="http://schemas.microsoft.com/office/drawing/2014/main" id="{6CFFEDF1-698E-47ED-842A-C895D703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386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能否改用抽象问题或更少的获准片段？</a:t>
            </a:r>
          </a:p>
        </p:txBody>
      </p:sp>
      <p:sp>
        <p:nvSpPr>
          <p:cNvPr id="18" name="body-437">
            <a:extLst xmlns:a="http://schemas.openxmlformats.org/drawingml/2006/main">
              <a:ext uri="{FF2B5EF4-FFF2-40B4-BE49-F238E27FC236}">
                <a16:creationId xmlns:a16="http://schemas.microsoft.com/office/drawing/2014/main" id="{AA8395F6-4C00-4038-B2D6-9ED7954A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课内练习使用公开、课堂构造或已授权脱敏材料。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FE0967-C184-43B1-AAE1-8BBFBFB1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已发送材料后的恢复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A9D50-0223-498C-ADB1-8072D0B3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body-438">
            <a:extLst xmlns:a="http://schemas.openxmlformats.org/drawingml/2006/main">
              <a:ext uri="{FF2B5EF4-FFF2-40B4-BE49-F238E27FC236}">
                <a16:creationId xmlns:a16="http://schemas.microsoft.com/office/drawing/2014/main" id="{186B6EBB-04F1-441C-8700-2E0F4F4C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先停止进一步发送，保留可核对的记录</a:t>
            </a:r>
          </a:p>
        </p:txBody>
      </p:sp>
      <p:sp>
        <p:nvSpPr>
          <p:cNvPr id="5" name="body-439">
            <a:extLst xmlns:a="http://schemas.openxmlformats.org/drawingml/2006/main">
              <a:ext uri="{FF2B5EF4-FFF2-40B4-BE49-F238E27FC236}">
                <a16:creationId xmlns:a16="http://schemas.microsoft.com/office/drawing/2014/main" id="{6F3F0E30-7163-499A-B298-762E918E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停止扩散</a:t>
            </a:r>
          </a:p>
        </p:txBody>
      </p:sp>
      <p:sp>
        <p:nvSpPr>
          <p:cNvPr id="6" name="body-440">
            <a:extLst xmlns:a="http://schemas.openxmlformats.org/drawingml/2006/main">
              <a:ext uri="{FF2B5EF4-FFF2-40B4-BE49-F238E27FC236}">
                <a16:creationId xmlns:a16="http://schemas.microsoft.com/office/drawing/2014/main" id="{56227CD3-0B93-4ACC-9EFD-14AB5E4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098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暂停后续发送与共享</a:t>
            </a:r>
          </a:p>
        </p:txBody>
      </p:sp>
      <p:sp>
        <p:nvSpPr>
          <p:cNvPr id="7" name="rule-441">
            <a:extLst xmlns:a="http://schemas.openxmlformats.org/drawingml/2006/main">
              <a:ext uri="{FF2B5EF4-FFF2-40B4-BE49-F238E27FC236}">
                <a16:creationId xmlns:a16="http://schemas.microsoft.com/office/drawing/2014/main" id="{0CF291BF-9FBA-443E-A21B-1BC62D9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442">
            <a:extLst xmlns:a="http://schemas.openxmlformats.org/drawingml/2006/main">
              <a:ext uri="{FF2B5EF4-FFF2-40B4-BE49-F238E27FC236}">
                <a16:creationId xmlns:a16="http://schemas.microsoft.com/office/drawing/2014/main" id="{72C3DE04-0E04-4C3C-920A-3D90BB83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评估范围</a:t>
            </a:r>
          </a:p>
        </p:txBody>
      </p:sp>
      <p:sp>
        <p:nvSpPr>
          <p:cNvPr id="9" name="body-443">
            <a:extLst xmlns:a="http://schemas.openxmlformats.org/drawingml/2006/main">
              <a:ext uri="{FF2B5EF4-FFF2-40B4-BE49-F238E27FC236}">
                <a16:creationId xmlns:a16="http://schemas.microsoft.com/office/drawing/2014/main" id="{0925B491-36CA-46CA-BB82-3B6FBD52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289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核对输入片段、敏感程度与接收环境</a:t>
            </a:r>
          </a:p>
        </p:txBody>
      </p:sp>
      <p:sp>
        <p:nvSpPr>
          <p:cNvPr id="10" name="rule-444">
            <a:extLst xmlns:a="http://schemas.openxmlformats.org/drawingml/2006/main">
              <a:ext uri="{FF2B5EF4-FFF2-40B4-BE49-F238E27FC236}">
                <a16:creationId xmlns:a16="http://schemas.microsoft.com/office/drawing/2014/main" id="{16215E39-CAB6-4B1A-AA7F-3D68F69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45">
            <a:extLst xmlns:a="http://schemas.openxmlformats.org/drawingml/2006/main">
              <a:ext uri="{FF2B5EF4-FFF2-40B4-BE49-F238E27FC236}">
                <a16:creationId xmlns:a16="http://schemas.microsoft.com/office/drawing/2014/main" id="{C85B69C1-B6BD-4997-B68D-232541AD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记录事实</a:t>
            </a:r>
          </a:p>
        </p:txBody>
      </p:sp>
      <p:sp>
        <p:nvSpPr>
          <p:cNvPr id="12" name="body-446">
            <a:extLst xmlns:a="http://schemas.openxmlformats.org/drawingml/2006/main">
              <a:ext uri="{FF2B5EF4-FFF2-40B4-BE49-F238E27FC236}">
                <a16:creationId xmlns:a16="http://schemas.microsoft.com/office/drawing/2014/main" id="{386C648C-464F-4A5B-B35A-0CE80A9D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481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保存工具、时间、材料范围与实际动作</a:t>
            </a:r>
          </a:p>
        </p:txBody>
      </p:sp>
      <p:sp>
        <p:nvSpPr>
          <p:cNvPr id="13" name="rule-447">
            <a:extLst xmlns:a="http://schemas.openxmlformats.org/drawingml/2006/main">
              <a:ext uri="{FF2B5EF4-FFF2-40B4-BE49-F238E27FC236}">
                <a16:creationId xmlns:a16="http://schemas.microsoft.com/office/drawing/2014/main" id="{6C67A26C-9EC5-4CAE-B8AD-BEEDF455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48">
            <a:extLst xmlns:a="http://schemas.openxmlformats.org/drawingml/2006/main">
              <a:ext uri="{FF2B5EF4-FFF2-40B4-BE49-F238E27FC236}">
                <a16:creationId xmlns:a16="http://schemas.microsoft.com/office/drawing/2014/main" id="{DD4DB29F-1D90-47AB-8F84-FC190B1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按要求沟通</a:t>
            </a:r>
          </a:p>
        </p:txBody>
      </p:sp>
      <p:sp>
        <p:nvSpPr>
          <p:cNvPr id="15" name="body-449">
            <a:extLst xmlns:a="http://schemas.openxmlformats.org/drawingml/2006/main">
              <a:ext uri="{FF2B5EF4-FFF2-40B4-BE49-F238E27FC236}">
                <a16:creationId xmlns:a16="http://schemas.microsoft.com/office/drawing/2014/main" id="{D44ECE81-1779-4B7D-B064-A8F38DF7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6672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依机构或合作约定处理，并改用合规输入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636709-0CB7-459D-A4FA-990BE1A1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模拟数据与真实观测的结论边界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B16AA1-7F74-45B7-BA08-37EDD356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9" name="native-table-450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2628900"/>
                <a:gridCol w="3105150"/>
                <a:gridCol w="2905125"/>
              </a:tblGrid>
              <a:tr h="6572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可用于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能够支持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不能据此声称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模拟数据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显式标注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检查代码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异常处理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统计流程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程序通过了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所设模拟条件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下的检查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真实人群有效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真实实验成立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观测数据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按授权协议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整理和分析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本样本、设计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与测量条件下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观察到的结果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所有场景通用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未经设计支持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的因果结论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51">
            <a:extLst xmlns:a="http://schemas.openxmlformats.org/drawingml/2006/main">
              <a:ext uri="{FF2B5EF4-FFF2-40B4-BE49-F238E27FC236}">
                <a16:creationId xmlns:a16="http://schemas.microsoft.com/office/drawing/2014/main" id="{B9B17D8F-3F46-4D12-8EAB-C61543A7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检查一句结论：它是否超出了材料能够支持的范围？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AB2CB0-9EDB-42E9-935F-0E91906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批准必须落实为协议变更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938CF3-3FCA-4D9D-9900-8ED9B450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body-452">
            <a:extLst xmlns:a="http://schemas.openxmlformats.org/drawingml/2006/main">
              <a:ext uri="{FF2B5EF4-FFF2-40B4-BE49-F238E27FC236}">
                <a16:creationId xmlns:a16="http://schemas.microsoft.com/office/drawing/2014/main" id="{287FB236-10A8-4CE0-BC51-5210182F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</a:t>
            </a:r>
          </a:p>
        </p:txBody>
      </p:sp>
      <p:sp>
        <p:nvSpPr>
          <p:cNvPr id="5" name="body-453">
            <a:extLst xmlns:a="http://schemas.openxmlformats.org/drawingml/2006/main">
              <a:ext uri="{FF2B5EF4-FFF2-40B4-BE49-F238E27FC236}">
                <a16:creationId xmlns:a16="http://schemas.microsoft.com/office/drawing/2014/main" id="{9DE6DE15-66DE-4417-8D94-6EC22551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019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只有一句“同意修改”</a:t>
            </a:r>
          </a:p>
        </p:txBody>
      </p:sp>
      <p:sp>
        <p:nvSpPr>
          <p:cNvPr id="6" name="body-454">
            <a:extLst xmlns:a="http://schemas.openxmlformats.org/drawingml/2006/main">
              <a:ext uri="{FF2B5EF4-FFF2-40B4-BE49-F238E27FC236}">
                <a16:creationId xmlns:a16="http://schemas.microsoft.com/office/drawing/2014/main" id="{5100528E-64CA-4979-AE60-41FFE792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501967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更换理由没有留下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只报告新指标的好结果</a:t>
            </a:r>
          </a:p>
        </p:txBody>
      </p:sp>
      <p:sp>
        <p:nvSpPr>
          <p:cNvPr id="7" name="body-455">
            <a:extLst xmlns:a="http://schemas.openxmlformats.org/drawingml/2006/main">
              <a:ext uri="{FF2B5EF4-FFF2-40B4-BE49-F238E27FC236}">
                <a16:creationId xmlns:a16="http://schemas.microsoft.com/office/drawing/2014/main" id="{82587CE2-18ED-473A-ACE2-982643F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可核对的协议修订</a:t>
            </a:r>
          </a:p>
        </p:txBody>
      </p:sp>
      <p:sp>
        <p:nvSpPr>
          <p:cNvPr id="8" name="body-456">
            <a:extLst xmlns:a="http://schemas.openxmlformats.org/drawingml/2006/main">
              <a:ext uri="{FF2B5EF4-FFF2-40B4-BE49-F238E27FC236}">
                <a16:creationId xmlns:a16="http://schemas.microsoft.com/office/drawing/2014/main" id="{C3CD6A7D-4024-4D4E-B536-49355F3F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</a:t>
            </a:r>
          </a:p>
        </p:txBody>
      </p:sp>
      <p:sp>
        <p:nvSpPr>
          <p:cNvPr id="9" name="body-457">
            <a:extLst xmlns:a="http://schemas.openxmlformats.org/drawingml/2006/main">
              <a:ext uri="{FF2B5EF4-FFF2-40B4-BE49-F238E27FC236}">
                <a16:creationId xmlns:a16="http://schemas.microsoft.com/office/drawing/2014/main" id="{5394DC42-7A14-4306-BEE4-280A4731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670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原主指标与原结果</a:t>
            </a:r>
          </a:p>
        </p:txBody>
      </p:sp>
      <p:sp>
        <p:nvSpPr>
          <p:cNvPr id="10" name="rule-458">
            <a:extLst xmlns:a="http://schemas.openxmlformats.org/drawingml/2006/main">
              <a:ext uri="{FF2B5EF4-FFF2-40B4-BE49-F238E27FC236}">
                <a16:creationId xmlns:a16="http://schemas.microsoft.com/office/drawing/2014/main" id="{1330E57C-FCA5-42C4-9D72-0389B9FB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59">
            <a:extLst xmlns:a="http://schemas.openxmlformats.org/drawingml/2006/main">
              <a:ext uri="{FF2B5EF4-FFF2-40B4-BE49-F238E27FC236}">
                <a16:creationId xmlns:a16="http://schemas.microsoft.com/office/drawing/2014/main" id="{86BF88CD-F52B-45D9-A122-213CFFD1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2" name="body-460">
            <a:extLst xmlns:a="http://schemas.openxmlformats.org/drawingml/2006/main">
              <a:ext uri="{FF2B5EF4-FFF2-40B4-BE49-F238E27FC236}">
                <a16:creationId xmlns:a16="http://schemas.microsoft.com/office/drawing/2014/main" id="{28E317ED-2E99-4B39-AFDB-AAD5733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909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变更动机和适用范围</a:t>
            </a:r>
          </a:p>
        </p:txBody>
      </p:sp>
      <p:sp>
        <p:nvSpPr>
          <p:cNvPr id="13" name="rule-461">
            <a:extLst xmlns:a="http://schemas.openxmlformats.org/drawingml/2006/main">
              <a:ext uri="{FF2B5EF4-FFF2-40B4-BE49-F238E27FC236}">
                <a16:creationId xmlns:a16="http://schemas.microsoft.com/office/drawing/2014/main" id="{FB5A6E7C-F6D7-4119-A3AC-B7F33190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62">
            <a:extLst xmlns:a="http://schemas.openxmlformats.org/drawingml/2006/main">
              <a:ext uri="{FF2B5EF4-FFF2-40B4-BE49-F238E27FC236}">
                <a16:creationId xmlns:a16="http://schemas.microsoft.com/office/drawing/2014/main" id="{1A50513B-3BA0-4A6C-94EA-E2B6B9A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</a:t>
            </a:r>
          </a:p>
        </p:txBody>
      </p:sp>
      <p:sp>
        <p:nvSpPr>
          <p:cNvPr id="15" name="body-463">
            <a:extLst xmlns:a="http://schemas.openxmlformats.org/drawingml/2006/main">
              <a:ext uri="{FF2B5EF4-FFF2-40B4-BE49-F238E27FC236}">
                <a16:creationId xmlns:a16="http://schemas.microsoft.com/office/drawing/2014/main" id="{AD06B69F-CA1D-4E63-85C2-7AB2D8F0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148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新旧协议差异与批准记录</a:t>
            </a:r>
          </a:p>
        </p:txBody>
      </p:sp>
      <p:sp>
        <p:nvSpPr>
          <p:cNvPr id="16" name="rule-464">
            <a:extLst xmlns:a="http://schemas.openxmlformats.org/drawingml/2006/main">
              <a:ext uri="{FF2B5EF4-FFF2-40B4-BE49-F238E27FC236}">
                <a16:creationId xmlns:a16="http://schemas.microsoft.com/office/drawing/2014/main" id="{76EF1A90-B5FC-499B-97E8-8F067FC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7" name="body-465">
            <a:extLst xmlns:a="http://schemas.openxmlformats.org/drawingml/2006/main">
              <a:ext uri="{FF2B5EF4-FFF2-40B4-BE49-F238E27FC236}">
                <a16:creationId xmlns:a16="http://schemas.microsoft.com/office/drawing/2014/main" id="{65E9463A-6982-447C-BD68-0F95210C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18" name="body-466">
            <a:extLst xmlns:a="http://schemas.openxmlformats.org/drawingml/2006/main">
              <a:ext uri="{FF2B5EF4-FFF2-40B4-BE49-F238E27FC236}">
                <a16:creationId xmlns:a16="http://schemas.microsoft.com/office/drawing/2014/main" id="{D02DCED3-5056-409C-B545-17D343DE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387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区分原定分析与事后分析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445144-15CC-4B14-BAD1-0AB501E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 harness：把边界落实到每一步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132DBE-D070-4F2F-A832-6AE4BCB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protocol-title">
            <a:extLst xmlns:a="http://schemas.openxmlformats.org/drawingml/2006/main">
              <a:ext uri="{FF2B5EF4-FFF2-40B4-BE49-F238E27FC236}">
                <a16:creationId xmlns:a16="http://schemas.microsoft.com/office/drawing/2014/main" id="{1A4C85D0-B823-4DAD-801F-2A3DBC1D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研究协议</a:t>
            </a:r>
          </a:p>
        </p:txBody>
      </p:sp>
      <p:sp>
        <p:nvSpPr>
          <p:cNvPr id="5" name="protocol-text">
            <a:extLst xmlns:a="http://schemas.openxmlformats.org/drawingml/2006/main">
              <a:ext uri="{FF2B5EF4-FFF2-40B4-BE49-F238E27FC236}">
                <a16:creationId xmlns:a16="http://schemas.microsoft.com/office/drawing/2014/main" id="{5B34BC7B-AFDF-4443-8A68-596D35ED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目标、指标、停止条件</a:t>
            </a:r>
          </a:p>
        </p:txBody>
      </p:sp>
      <p:sp>
        <p:nvSpPr>
          <p:cNvPr id="6" name="permission-title">
            <a:extLst xmlns:a="http://schemas.openxmlformats.org/drawingml/2006/main">
              <a:ext uri="{FF2B5EF4-FFF2-40B4-BE49-F238E27FC236}">
                <a16:creationId xmlns:a16="http://schemas.microsoft.com/office/drawing/2014/main" id="{98F6343B-5051-48C9-A1A1-7666B9AE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028700"/>
            <a:ext cx="352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任务权限</a:t>
            </a:r>
          </a:p>
        </p:txBody>
      </p:sp>
      <p:sp>
        <p:nvSpPr>
          <p:cNvPr id="7" name="permission-text">
            <a:extLst xmlns:a="http://schemas.openxmlformats.org/drawingml/2006/main">
              <a:ext uri="{FF2B5EF4-FFF2-40B4-BE49-F238E27FC236}">
                <a16:creationId xmlns:a16="http://schemas.microsoft.com/office/drawing/2014/main" id="{96F50F2D-E7FA-4D18-A33C-527343EC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457325"/>
            <a:ext cx="4572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可读、可写、可执行</a:t>
            </a:r>
          </a:p>
        </p:txBody>
      </p:sp>
      <p:sp>
        <p:nvSpPr>
          <p:cNvPr id="8" name="declaration-rule">
            <a:extLst xmlns:a="http://schemas.openxmlformats.org/drawingml/2006/main">
              <a:ext uri="{FF2B5EF4-FFF2-40B4-BE49-F238E27FC236}">
                <a16:creationId xmlns:a16="http://schemas.microsoft.com/office/drawing/2014/main" id="{621EDB95-C9DB-4439-A81D-A88D6E7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9" name="declaration-role">
            <a:extLst xmlns:a="http://schemas.openxmlformats.org/drawingml/2006/main">
              <a:ext uri="{FF2B5EF4-FFF2-40B4-BE49-F238E27FC236}">
                <a16:creationId xmlns:a16="http://schemas.microsoft.com/office/drawing/2014/main" id="{396CD67F-165F-40F5-8E0F-178CAA1D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085975"/>
            <a:ext cx="3867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研究者声明边界</a:t>
            </a:r>
          </a:p>
        </p:txBody>
      </p:sp>
      <p:sp>
        <p:nvSpPr>
          <p:cNvPr id="10" name="proposed-action">
            <a:extLst xmlns:a="http://schemas.openxmlformats.org/drawingml/2006/main">
              <a:ext uri="{FF2B5EF4-FFF2-40B4-BE49-F238E27FC236}">
                <a16:creationId xmlns:a16="http://schemas.microsoft.com/office/drawing/2014/main" id="{624D7C61-2010-4CED-8418-15144A3D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动作提议</a:t>
            </a:r>
          </a:p>
        </p:txBody>
      </p:sp>
      <p:sp>
        <p:nvSpPr>
          <p:cNvPr id="11" name="boundary-check">
            <a:extLst xmlns:a="http://schemas.openxmlformats.org/drawingml/2006/main">
              <a:ext uri="{FF2B5EF4-FFF2-40B4-BE49-F238E27FC236}">
                <a16:creationId xmlns:a16="http://schemas.microsoft.com/office/drawing/2014/main" id="{58918FB3-74C6-49B5-87B9-C6A74464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14650"/>
            <a:ext cx="2019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边界检查</a:t>
            </a:r>
          </a:p>
        </p:txBody>
      </p:sp>
      <p:sp>
        <p:nvSpPr>
          <p:cNvPr id="12" name="bounded-execution">
            <a:extLst xmlns:a="http://schemas.openxmlformats.org/drawingml/2006/main">
              <a:ext uri="{FF2B5EF4-FFF2-40B4-BE49-F238E27FC236}">
                <a16:creationId xmlns:a16="http://schemas.microsoft.com/office/drawing/2014/main" id="{7A0E2DE4-0C15-4553-B20E-1E6F52C4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3" name="actual-trace">
            <a:extLst xmlns:a="http://schemas.openxmlformats.org/drawingml/2006/main">
              <a:ext uri="{FF2B5EF4-FFF2-40B4-BE49-F238E27FC236}">
                <a16:creationId xmlns:a16="http://schemas.microsoft.com/office/drawing/2014/main" id="{E7966B06-1A36-4140-881E-4E4BCD03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1657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cxnSp>
        <p:nvCxnSpPr>
          <p:cNvPr id="85" name="proposal-to-check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57450" y="3400425"/>
            <a:ext cx="1466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86" name="check-to-execution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400425"/>
            <a:ext cx="1352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5B"/>
            </a:solidFill>
            <a:prstDash val="solid"/>
            <a:tailEnd type="triangle" w="sm" len="sm"/>
          </a:ln>
        </p:spPr>
      </p:cxnSp>
      <p:sp>
        <p:nvSpPr>
          <p:cNvPr id="16" name="passed">
            <a:extLst xmlns:a="http://schemas.openxmlformats.org/drawingml/2006/main">
              <a:ext uri="{FF2B5EF4-FFF2-40B4-BE49-F238E27FC236}">
                <a16:creationId xmlns:a16="http://schemas.microsoft.com/office/drawing/2014/main" id="{CC6A753E-B3B1-4102-B27E-9AC9AAA4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28950"/>
            <a:ext cx="11525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满足条件</a:t>
            </a:r>
          </a:p>
        </p:txBody>
      </p:sp>
      <p:cxnSp>
        <p:nvCxnSpPr>
          <p:cNvPr id="88" name="execution-to-trace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144000" y="34004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8" name="execute-detail">
            <a:extLst xmlns:a="http://schemas.openxmlformats.org/drawingml/2006/main">
              <a:ext uri="{FF2B5EF4-FFF2-40B4-BE49-F238E27FC236}">
                <a16:creationId xmlns:a16="http://schemas.microsoft.com/office/drawing/2014/main" id="{FB2EDE40-31BA-4373-BBCE-D9881E5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943350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按获批范围行动</a:t>
            </a:r>
          </a:p>
        </p:txBody>
      </p:sp>
      <p:sp>
        <p:nvSpPr>
          <p:cNvPr id="19" name="trace-detail">
            <a:extLst xmlns:a="http://schemas.openxmlformats.org/drawingml/2006/main">
              <a:ext uri="{FF2B5EF4-FFF2-40B4-BE49-F238E27FC236}">
                <a16:creationId xmlns:a16="http://schemas.microsoft.com/office/drawing/2014/main" id="{56380A67-01F9-4FAB-A263-31AD8E3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43350"/>
            <a:ext cx="2171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diff、日志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与外部状态</a:t>
            </a:r>
          </a:p>
        </p:txBody>
      </p:sp>
      <p:sp>
        <p:nvSpPr>
          <p:cNvPr id="20" name="human-confirmation">
            <a:extLst xmlns:a="http://schemas.openxmlformats.org/drawingml/2006/main">
              <a:ext uri="{FF2B5EF4-FFF2-40B4-BE49-F238E27FC236}">
                <a16:creationId xmlns:a16="http://schemas.microsoft.com/office/drawing/2014/main" id="{DD08FFB1-1172-415F-AB1F-6492B3D1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006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A96510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人工确认例外</a:t>
            </a:r>
          </a:p>
        </p:txBody>
      </p:sp>
      <p:cxnSp>
        <p:nvCxnSpPr>
          <p:cNvPr id="92" name="exception-to-human"/>
          <p:cNvCxnSpPr>
            <a:stCxn xmlns:a="http://schemas.openxmlformats.org/drawingml/2006/main" id="11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4933950" y="3886200"/>
            <a:ext cx="0" cy="914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2" name="exception-label">
            <a:extLst xmlns:a="http://schemas.openxmlformats.org/drawingml/2006/main">
              <a:ext uri="{FF2B5EF4-FFF2-40B4-BE49-F238E27FC236}">
                <a16:creationId xmlns:a16="http://schemas.microsoft.com/office/drawing/2014/main" id="{01289AFF-BADF-40FB-B5DD-41A2EBF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3148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超出当前边界</a:t>
            </a:r>
          </a:p>
        </p:txBody>
      </p:sp>
      <p:sp>
        <p:nvSpPr>
          <p:cNvPr id="23" name="approved-low-anchor">
            <a:extLst xmlns:a="http://schemas.openxmlformats.org/drawingml/2006/main">
              <a:ext uri="{FF2B5EF4-FFF2-40B4-BE49-F238E27FC236}">
                <a16:creationId xmlns:a16="http://schemas.microsoft.com/office/drawing/2014/main" id="{5147E83D-3AB2-4CA9-9809-C734481E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33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approved-high-anchor">
            <a:extLst xmlns:a="http://schemas.openxmlformats.org/drawingml/2006/main">
              <a:ext uri="{FF2B5EF4-FFF2-40B4-BE49-F238E27FC236}">
                <a16:creationId xmlns:a16="http://schemas.microsoft.com/office/drawing/2014/main" id="{EAF5D6DA-4740-434C-A60B-F4271712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00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96" name="human-to-update"/>
          <p:cNvCxnSpPr>
            <a:stCxn xmlns:a="http://schemas.openxmlformats.org/drawingml/2006/main" id="20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3057525" y="5133975"/>
            <a:ext cx="73342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7" name="updated-boundary-up"/>
          <p:cNvCxnSpPr>
            <a:stCxn xmlns:a="http://schemas.openxmlformats.org/drawingml/2006/main" id="23" idx="0"/>
            <a:endCxn xmlns:a="http://schemas.openxmlformats.org/drawingml/2006/main" id="24" idx="2"/>
          </p:cNvCxnSpPr>
          <p:nvPr/>
        </p:nvCxnSpPr>
        <p:spPr>
          <a:xfrm xmlns:a="http://schemas.openxmlformats.org/drawingml/2006/main" flipV="1">
            <a:off x="3052763" y="3409950"/>
            <a:ext cx="0" cy="1724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8" name="updated-boundary-to-check"/>
          <p:cNvCxnSpPr>
            <a:stCxn xmlns:a="http://schemas.openxmlformats.org/drawingml/2006/main" id="2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057525" y="3400425"/>
            <a:ext cx="86677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8" name="updated-label">
            <a:extLst xmlns:a="http://schemas.openxmlformats.org/drawingml/2006/main">
              <a:ext uri="{FF2B5EF4-FFF2-40B4-BE49-F238E27FC236}">
                <a16:creationId xmlns:a16="http://schemas.microsoft.com/office/drawing/2014/main" id="{D848702B-B407-46A2-8F86-6D88A7A9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190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获批：更新边界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并重新检查</a:t>
            </a:r>
          </a:p>
        </p:txBody>
      </p:sp>
      <p:sp>
        <p:nvSpPr>
          <p:cNvPr id="29" name="not-approved-stop">
            <a:extLst xmlns:a="http://schemas.openxmlformats.org/drawingml/2006/main">
              <a:ext uri="{FF2B5EF4-FFF2-40B4-BE49-F238E27FC236}">
                <a16:creationId xmlns:a16="http://schemas.microsoft.com/office/drawing/2014/main" id="{19BB6D87-A7B2-45C2-86F2-B1E8C99E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cxnSp>
        <p:nvCxnSpPr>
          <p:cNvPr id="101" name="human-denied-to-stop"/>
          <p:cNvCxnSpPr>
            <a:stCxn xmlns:a="http://schemas.openxmlformats.org/drawingml/2006/main" id="20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6076950" y="5133975"/>
            <a:ext cx="1828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31" name="not-approved">
            <a:extLst xmlns:a="http://schemas.openxmlformats.org/drawingml/2006/main">
              <a:ext uri="{FF2B5EF4-FFF2-40B4-BE49-F238E27FC236}">
                <a16:creationId xmlns:a16="http://schemas.microsoft.com/office/drawing/2014/main" id="{7565C997-559E-4768-BBFD-B4D58181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33925"/>
            <a:ext cx="1485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未获批准</a:t>
            </a:r>
          </a:p>
        </p:txBody>
      </p:sp>
      <p:sp>
        <p:nvSpPr>
          <p:cNvPr id="32" name="next-state-anchor">
            <a:extLst xmlns:a="http://schemas.openxmlformats.org/drawingml/2006/main">
              <a:ext uri="{FF2B5EF4-FFF2-40B4-BE49-F238E27FC236}">
                <a16:creationId xmlns:a16="http://schemas.microsoft.com/office/drawing/2014/main" id="{82AFC9D8-D310-4935-899B-1B01ABA4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next-proposal-anchor">
            <a:extLst xmlns:a="http://schemas.openxmlformats.org/drawingml/2006/main">
              <a:ext uri="{FF2B5EF4-FFF2-40B4-BE49-F238E27FC236}">
                <a16:creationId xmlns:a16="http://schemas.microsoft.com/office/drawing/2014/main" id="{E7D51D7D-7C0D-4EDE-97D5-A31D2681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05" name="trace-to-next-state"/>
          <p:cNvCxnSpPr>
            <a:stCxn xmlns:a="http://schemas.openxmlformats.org/drawingml/2006/main" id="13" idx="0"/>
            <a:endCxn xmlns:a="http://schemas.openxmlformats.org/drawingml/2006/main" id="32" idx="2"/>
          </p:cNvCxnSpPr>
          <p:nvPr/>
        </p:nvCxnSpPr>
        <p:spPr>
          <a:xfrm xmlns:a="http://schemas.openxmlformats.org/drawingml/2006/main" flipV="1">
            <a:off x="1073467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6" name="next-state-to-new-action"/>
          <p:cNvCxnSpPr>
            <a:stCxn xmlns:a="http://schemas.openxmlformats.org/drawingml/2006/main" id="32" idx="1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1543050" y="2652713"/>
            <a:ext cx="9191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7" name="new-action-to-proposal"/>
          <p:cNvCxnSpPr>
            <a:stCxn xmlns:a="http://schemas.openxmlformats.org/drawingml/2006/main" id="33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53352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triangle" w="sm" len="sm"/>
          </a:ln>
        </p:spPr>
      </p:cxnSp>
      <p:sp>
        <p:nvSpPr>
          <p:cNvPr id="37" name="cycle-label">
            <a:extLst xmlns:a="http://schemas.openxmlformats.org/drawingml/2006/main">
              <a:ext uri="{FF2B5EF4-FFF2-40B4-BE49-F238E27FC236}">
                <a16:creationId xmlns:a16="http://schemas.microsoft.com/office/drawing/2014/main" id="{2F1EF82B-BBB5-4455-884C-E93DAC7C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383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下一动作仍经检查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F5E8BA-9BBC-4093-801F-195EEC38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05E708-C2F9-46FD-B472-B28C0E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467">
            <a:extLst xmlns:a="http://schemas.openxmlformats.org/drawingml/2006/main">
              <a:ext uri="{FF2B5EF4-FFF2-40B4-BE49-F238E27FC236}">
                <a16:creationId xmlns:a16="http://schemas.microsoft.com/office/drawing/2014/main" id="{194468C2-03E8-44FD-9AEE-A26F7BF5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>
        <p:nvSpPr>
          <p:cNvPr id="5" name="body-468">
            <a:extLst xmlns:a="http://schemas.openxmlformats.org/drawingml/2006/main">
              <a:ext uri="{FF2B5EF4-FFF2-40B4-BE49-F238E27FC236}">
                <a16:creationId xmlns:a16="http://schemas.microsoft.com/office/drawing/2014/main" id="{4948DAEC-DA4B-4E0D-81E7-1A2E6EE3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50482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没有明确授权的动作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先停在检查点。</a:t>
            </a:r>
          </a:p>
        </p:txBody>
      </p:sp>
      <p:sp>
        <p:nvSpPr>
          <p:cNvPr id="6" name="body-469">
            <a:extLst xmlns:a="http://schemas.openxmlformats.org/drawingml/2006/main">
              <a:ext uri="{FF2B5EF4-FFF2-40B4-BE49-F238E27FC236}">
                <a16:creationId xmlns:a16="http://schemas.microsoft.com/office/drawing/2014/main" id="{B9F10814-EC81-43D4-BFF1-41A53778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048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例如：联网、外发、额外写入</a:t>
            </a:r>
          </a:p>
        </p:txBody>
      </p:sp>
      <p:sp>
        <p:nvSpPr>
          <p:cNvPr id="7" name="body-470">
            <a:extLst xmlns:a="http://schemas.openxmlformats.org/drawingml/2006/main">
              <a:ext uri="{FF2B5EF4-FFF2-40B4-BE49-F238E27FC236}">
                <a16:creationId xmlns:a16="http://schemas.microsoft.com/office/drawing/2014/main" id="{1600F944-A329-42D8-8D0A-D2F77DB6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57325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>
        <p:nvSpPr>
          <p:cNvPr id="8" name="body-471">
            <a:extLst xmlns:a="http://schemas.openxmlformats.org/drawingml/2006/main">
              <a:ext uri="{FF2B5EF4-FFF2-40B4-BE49-F238E27FC236}">
                <a16:creationId xmlns:a16="http://schemas.microsoft.com/office/drawing/2014/main" id="{43910850-99E9-4241-8B40-8ABF13BA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48768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为当前任务开放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刚好足够的范围。</a:t>
            </a:r>
          </a:p>
        </p:txBody>
      </p:sp>
      <p:sp>
        <p:nvSpPr>
          <p:cNvPr id="9" name="body-472">
            <a:extLst xmlns:a="http://schemas.openxmlformats.org/drawingml/2006/main">
              <a:ext uri="{FF2B5EF4-FFF2-40B4-BE49-F238E27FC236}">
                <a16:creationId xmlns:a16="http://schemas.microsoft.com/office/drawing/2014/main" id="{E9C10D5C-B6FB-4A31-9F42-CC4EE4DF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4876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具体到文件、段落与动作</a:t>
            </a:r>
          </a:p>
        </p:txBody>
      </p:sp>
      <p:sp>
        <p:nvSpPr>
          <p:cNvPr id="10" name="body-473">
            <a:extLst xmlns:a="http://schemas.openxmlformats.org/drawingml/2006/main">
              <a:ext uri="{FF2B5EF4-FFF2-40B4-BE49-F238E27FC236}">
                <a16:creationId xmlns:a16="http://schemas.microsoft.com/office/drawing/2014/main" id="{F00D325B-4A44-4632-A513-007B11CA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任务或动作变化后，重新检查授权。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6FAE87-147C-473C-AB94-97E6FA3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权限矩阵：先写清一次任务授权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43A583-A64D-49D7-B214-D7BE5D27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fiction-mark">
            <a:extLst xmlns:a="http://schemas.openxmlformats.org/drawingml/2006/main">
              <a:ext uri="{FF2B5EF4-FFF2-40B4-BE49-F238E27FC236}">
                <a16:creationId xmlns:a16="http://schemas.microsoft.com/office/drawing/2014/main" id="{06E853A7-8299-40C9-9472-6F18257E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case-action">
            <a:extLst xmlns:a="http://schemas.openxmlformats.org/drawingml/2006/main">
              <a:ext uri="{FF2B5EF4-FFF2-40B4-BE49-F238E27FC236}">
                <a16:creationId xmlns:a16="http://schemas.microsoft.com/office/drawing/2014/main" id="{1A50C95C-19C8-4B2A-8E74-4BFFC9DB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823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为未公开合作稿选择可授权的替代输入</a:t>
            </a:r>
          </a:p>
        </p:txBody>
      </p:sp>
      <p:graphicFrame>
        <p:nvGraphicFramePr>
          <p:cNvPr id="14" name="one-task-six-field-permission"/>
          <p:cNvGraphicFramePr/>
          <p:nvPr/>
        </p:nvGraphicFramePr>
        <p:xfrm>
          <a:off xmlns:a="http://schemas.openxmlformats.org/drawingml/2006/main" x="609600" y="2390775"/>
          <a:ext xmlns:a="http://schemas.openxmlformats.org/drawingml/2006/main" cx="10972800" cy="2038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8300"/>
                <a:gridCol w="1885950"/>
                <a:gridCol w="1543050"/>
                <a:gridCol w="1847850"/>
                <a:gridCol w="2095500"/>
                <a:gridCol w="1962150"/>
              </a:tblGrid>
              <a:tr h="5810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对象或能力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可写范围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是否允许执行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人工确认点</a:t>
                      </a:r>
                    </a:p>
                  </a:txBody>
                  <a:tcPr marL="114300" marR="76200" marT="114300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禁止事项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</a:tr>
              <a:tr h="14573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合作稿的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替代输入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人工抽象问题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与已批准的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公开摘要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权限一行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风险卡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使用记录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本次不运行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命令、不联网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写回前确认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文件、段落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与修改范围</a:t>
                      </a:r>
                    </a:p>
                  </a:txBody>
                  <a:tcPr marL="114300" marR="95250" marT="123825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读取或外发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未公开原稿；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改问题或指标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ermission-question">
            <a:extLst xmlns:a="http://schemas.openxmlformats.org/drawingml/2006/main">
              <a:ext uri="{FF2B5EF4-FFF2-40B4-BE49-F238E27FC236}">
                <a16:creationId xmlns:a16="http://schemas.microsoft.com/office/drawing/2014/main" id="{97F6DCDD-98E3-4FE0-90C4-3DE8F930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写回前，具体要确认什么？</a:t>
            </a:r>
          </a:p>
        </p:txBody>
      </p:sp>
      <p:sp>
        <p:nvSpPr>
          <p:cNvPr id="8" name="permission-answer">
            <a:extLst xmlns:a="http://schemas.openxmlformats.org/drawingml/2006/main">
              <a:ext uri="{FF2B5EF4-FFF2-40B4-BE49-F238E27FC236}">
                <a16:creationId xmlns:a16="http://schemas.microsoft.com/office/drawing/2014/main" id="{EF50FB1F-D3AE-4BE8-8474-B6771C62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目标文件、目标段落与修改范围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135AE2-132D-42B4-B687-32943678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过宽授权与任务授权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EEFFE3-4529-4558-83C9-C656A44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474">
            <a:extLst xmlns:a="http://schemas.openxmlformats.org/drawingml/2006/main">
              <a:ext uri="{FF2B5EF4-FFF2-40B4-BE49-F238E27FC236}">
                <a16:creationId xmlns:a16="http://schemas.microsoft.com/office/drawing/2014/main" id="{2F80A634-D145-4988-9351-60274DB2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课堂构造配置</a:t>
            </a:r>
          </a:p>
        </p:txBody>
      </p:sp>
      <p:sp>
        <p:nvSpPr>
          <p:cNvPr id="5" name="body-475">
            <a:extLst xmlns:a="http://schemas.openxmlformats.org/drawingml/2006/main">
              <a:ext uri="{FF2B5EF4-FFF2-40B4-BE49-F238E27FC236}">
                <a16:creationId xmlns:a16="http://schemas.microsoft.com/office/drawing/2014/main" id="{7476FB7D-EE8C-4087-B5E0-F0948369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8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过宽授权</a:t>
            </a:r>
          </a:p>
        </p:txBody>
      </p:sp>
      <p:sp>
        <p:nvSpPr>
          <p:cNvPr id="6" name="rule-476">
            <a:extLst xmlns:a="http://schemas.openxmlformats.org/drawingml/2006/main">
              <a:ext uri="{FF2B5EF4-FFF2-40B4-BE49-F238E27FC236}">
                <a16:creationId xmlns:a16="http://schemas.microsoft.com/office/drawing/2014/main" id="{A46931DC-45B1-4716-8F75-9955E1CE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08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477">
            <a:extLst xmlns:a="http://schemas.openxmlformats.org/drawingml/2006/main">
              <a:ext uri="{FF2B5EF4-FFF2-40B4-BE49-F238E27FC236}">
                <a16:creationId xmlns:a16="http://schemas.microsoft.com/office/drawing/2014/main" id="{5803941E-2957-4359-A643-2C0ACC4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整个用户目录</a:t>
            </a:r>
          </a:p>
        </p:txBody>
      </p:sp>
      <p:sp>
        <p:nvSpPr>
          <p:cNvPr id="8" name="body-478">
            <a:extLst xmlns:a="http://schemas.openxmlformats.org/drawingml/2006/main">
              <a:ext uri="{FF2B5EF4-FFF2-40B4-BE49-F238E27FC236}">
                <a16:creationId xmlns:a16="http://schemas.microsoft.com/office/drawing/2014/main" id="{201385B2-79CD-4753-B8C4-B2808E8E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任意文件</a:t>
            </a:r>
          </a:p>
        </p:txBody>
      </p:sp>
      <p:sp>
        <p:nvSpPr>
          <p:cNvPr id="9" name="body-479">
            <a:extLst xmlns:a="http://schemas.openxmlformats.org/drawingml/2006/main">
              <a:ext uri="{FF2B5EF4-FFF2-40B4-BE49-F238E27FC236}">
                <a16:creationId xmlns:a16="http://schemas.microsoft.com/office/drawing/2014/main" id="{AB5BEC99-5BAF-4A0F-AE0C-98DBA3CA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任意命令</a:t>
            </a:r>
          </a:p>
        </p:txBody>
      </p:sp>
      <p:sp>
        <p:nvSpPr>
          <p:cNvPr id="10" name="body-480">
            <a:extLst xmlns:a="http://schemas.openxmlformats.org/drawingml/2006/main">
              <a:ext uri="{FF2B5EF4-FFF2-40B4-BE49-F238E27FC236}">
                <a16:creationId xmlns:a16="http://schemas.microsoft.com/office/drawing/2014/main" id="{3252044B-8447-430F-B1F8-C2388226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on</a:t>
            </a:r>
          </a:p>
        </p:txBody>
      </p:sp>
      <p:sp>
        <p:nvSpPr>
          <p:cNvPr id="11" name="body-481">
            <a:extLst xmlns:a="http://schemas.openxmlformats.org/drawingml/2006/main">
              <a:ext uri="{FF2B5EF4-FFF2-40B4-BE49-F238E27FC236}">
                <a16:creationId xmlns:a16="http://schemas.microsoft.com/office/drawing/2014/main" id="{2B32B0AA-B9AB-4BFA-8DDA-83CB4FD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完成后告知</a:t>
            </a:r>
          </a:p>
        </p:txBody>
      </p:sp>
      <p:sp>
        <p:nvSpPr>
          <p:cNvPr id="12" name="body-482">
            <a:extLst xmlns:a="http://schemas.openxmlformats.org/drawingml/2006/main">
              <a:ext uri="{FF2B5EF4-FFF2-40B4-BE49-F238E27FC236}">
                <a16:creationId xmlns:a16="http://schemas.microsoft.com/office/drawing/2014/main" id="{2B070B8E-324F-4FBD-8E24-D7FED082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76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任务授权</a:t>
            </a:r>
          </a:p>
        </p:txBody>
      </p:sp>
      <p:sp>
        <p:nvSpPr>
          <p:cNvPr id="13" name="rule-483">
            <a:extLst xmlns:a="http://schemas.openxmlformats.org/drawingml/2006/main">
              <a:ext uri="{FF2B5EF4-FFF2-40B4-BE49-F238E27FC236}">
                <a16:creationId xmlns:a16="http://schemas.microsoft.com/office/drawing/2014/main" id="{828A09F7-61DD-4386-AE7B-E1B88280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484">
            <a:extLst xmlns:a="http://schemas.openxmlformats.org/drawingml/2006/main">
              <a:ext uri="{FF2B5EF4-FFF2-40B4-BE49-F238E27FC236}">
                <a16:creationId xmlns:a16="http://schemas.microsoft.com/office/drawing/2014/main" id="{F0A71E25-2C87-42A5-AB0F-3EC50D77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145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指定的公开材料</a:t>
            </a:r>
          </a:p>
        </p:txBody>
      </p:sp>
      <p:sp>
        <p:nvSpPr>
          <p:cNvPr id="15" name="body-485">
            <a:extLst xmlns:a="http://schemas.openxmlformats.org/drawingml/2006/main">
              <a:ext uri="{FF2B5EF4-FFF2-40B4-BE49-F238E27FC236}">
                <a16:creationId xmlns:a16="http://schemas.microsoft.com/office/drawing/2014/main" id="{59760137-1E3F-4EB4-A9BF-87A0E07A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717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获批文件与段落</a:t>
            </a:r>
          </a:p>
        </p:txBody>
      </p:sp>
      <p:sp>
        <p:nvSpPr>
          <p:cNvPr id="16" name="body-486">
            <a:extLst xmlns:a="http://schemas.openxmlformats.org/drawingml/2006/main">
              <a:ext uri="{FF2B5EF4-FFF2-40B4-BE49-F238E27FC236}">
                <a16:creationId xmlns:a16="http://schemas.microsoft.com/office/drawing/2014/main" id="{8058744C-2B3E-411D-A6B9-105DE4AD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289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本次不执行命令</a:t>
            </a:r>
          </a:p>
        </p:txBody>
      </p:sp>
      <p:sp>
        <p:nvSpPr>
          <p:cNvPr id="17" name="body-487">
            <a:extLst xmlns:a="http://schemas.openxmlformats.org/drawingml/2006/main">
              <a:ext uri="{FF2B5EF4-FFF2-40B4-BE49-F238E27FC236}">
                <a16:creationId xmlns:a16="http://schemas.microsoft.com/office/drawing/2014/main" id="{84F10FA0-AEB7-4AC4-86DB-5EA91DB6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861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8" name="body-488">
            <a:extLst xmlns:a="http://schemas.openxmlformats.org/drawingml/2006/main">
              <a:ext uri="{FF2B5EF4-FFF2-40B4-BE49-F238E27FC236}">
                <a16:creationId xmlns:a16="http://schemas.microsoft.com/office/drawing/2014/main" id="{45A1CBAC-4D6D-4A33-ADBE-A1747AE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433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写回前确认范围</a:t>
            </a:r>
          </a:p>
        </p:txBody>
      </p:sp>
      <p:sp>
        <p:nvSpPr>
          <p:cNvPr id="19" name="body-489">
            <a:extLst xmlns:a="http://schemas.openxmlformats.org/drawingml/2006/main">
              <a:ext uri="{FF2B5EF4-FFF2-40B4-BE49-F238E27FC236}">
                <a16:creationId xmlns:a16="http://schemas.microsoft.com/office/drawing/2014/main" id="{1A591020-7605-470E-AE49-80708F07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先找到过宽范围，再说出怎样收窄。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F9BFF9-B912-441C-A773-D39922B2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工件状态与证据成熟度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F03B16-B9CD-42C0-AAB6-1D403B1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node-490">
            <a:extLst xmlns:a="http://schemas.openxmlformats.org/drawingml/2006/main">
              <a:ext uri="{FF2B5EF4-FFF2-40B4-BE49-F238E27FC236}">
                <a16:creationId xmlns:a16="http://schemas.microsoft.com/office/drawing/2014/main" id="{52AD0CAD-0CDA-4948-A684-0683A911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5" name="node-491">
            <a:extLst xmlns:a="http://schemas.openxmlformats.org/drawingml/2006/main">
              <a:ext uri="{FF2B5EF4-FFF2-40B4-BE49-F238E27FC236}">
                <a16:creationId xmlns:a16="http://schemas.microsoft.com/office/drawing/2014/main" id="{7DB96472-3618-4019-A2E2-DA54D22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6" name="node-492">
            <a:extLst xmlns:a="http://schemas.openxmlformats.org/drawingml/2006/main">
              <a:ext uri="{FF2B5EF4-FFF2-40B4-BE49-F238E27FC236}">
                <a16:creationId xmlns:a16="http://schemas.microsoft.com/office/drawing/2014/main" id="{87BC9887-8756-4F73-9FEF-A0516CD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7" name="node-493">
            <a:extLst xmlns:a="http://schemas.openxmlformats.org/drawingml/2006/main">
              <a:ext uri="{FF2B5EF4-FFF2-40B4-BE49-F238E27FC236}">
                <a16:creationId xmlns:a16="http://schemas.microsoft.com/office/drawing/2014/main" id="{3CAE9042-4D8D-4732-831F-5CAFC3D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cxnSp>
        <p:nvCxnSpPr>
          <p:cNvPr id="41" name="edge-494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337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2" name="edge-495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1025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3" name="edge-496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868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497">
            <a:extLst xmlns:a="http://schemas.openxmlformats.org/drawingml/2006/main">
              <a:ext uri="{FF2B5EF4-FFF2-40B4-BE49-F238E27FC236}">
                <a16:creationId xmlns:a16="http://schemas.microsoft.com/office/drawing/2014/main" id="{BA860340-22FC-4F36-8EF1-B55F8DDB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草稿与待查缺口</a:t>
            </a:r>
          </a:p>
        </p:txBody>
      </p:sp>
      <p:sp>
        <p:nvSpPr>
          <p:cNvPr id="12" name="body-498">
            <a:extLst xmlns:a="http://schemas.openxmlformats.org/drawingml/2006/main">
              <a:ext uri="{FF2B5EF4-FFF2-40B4-BE49-F238E27FC236}">
                <a16:creationId xmlns:a16="http://schemas.microsoft.com/office/drawing/2014/main" id="{4832CA1D-831D-4B7F-9A76-4937F7EA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已有依据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进入复核</a:t>
            </a:r>
          </a:p>
        </p:txBody>
      </p:sp>
      <p:sp>
        <p:nvSpPr>
          <p:cNvPr id="13" name="body-499">
            <a:extLst xmlns:a="http://schemas.openxmlformats.org/drawingml/2006/main">
              <a:ext uri="{FF2B5EF4-FFF2-40B4-BE49-F238E27FC236}">
                <a16:creationId xmlns:a16="http://schemas.microsoft.com/office/drawing/2014/main" id="{9D8E68DE-92BA-455D-8433-07C66EFE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关键决策获批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边界与理由已记录</a:t>
            </a:r>
          </a:p>
        </p:txBody>
      </p:sp>
      <p:sp>
        <p:nvSpPr>
          <p:cNvPr id="14" name="body-500">
            <a:extLst xmlns:a="http://schemas.openxmlformats.org/drawingml/2006/main">
              <a:ext uri="{FF2B5EF4-FFF2-40B4-BE49-F238E27FC236}">
                <a16:creationId xmlns:a16="http://schemas.microsoft.com/office/drawing/2014/main" id="{144739FA-BE8D-42F2-A58A-906EDE5F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至少两项独立证据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边界可追溯</a:t>
            </a:r>
          </a:p>
        </p:txBody>
      </p:sp>
      <p:sp>
        <p:nvSpPr>
          <p:cNvPr id="15" name="node-501">
            <a:extLst xmlns:a="http://schemas.openxmlformats.org/drawingml/2006/main">
              <a:ext uri="{FF2B5EF4-FFF2-40B4-BE49-F238E27FC236}">
                <a16:creationId xmlns:a16="http://schemas.microsoft.com/office/drawing/2014/main" id="{AEC7EAB0-E2A3-447B-A1D3-CEC7AB38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5019675"/>
            <a:ext cx="3476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发现冲突或条件变化</a:t>
            </a:r>
          </a:p>
        </p:txBody>
      </p:sp>
      <p:sp>
        <p:nvSpPr>
          <p:cNvPr id="16" name="node-502">
            <a:extLst xmlns:a="http://schemas.openxmlformats.org/drawingml/2006/main">
              <a:ext uri="{FF2B5EF4-FFF2-40B4-BE49-F238E27FC236}">
                <a16:creationId xmlns:a16="http://schemas.microsoft.com/office/drawing/2014/main" id="{B2C360E6-0E26-4B64-B1C6-D8FB31E1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9675"/>
            <a:ext cx="30194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回到适当状态</a:t>
            </a:r>
          </a:p>
        </p:txBody>
      </p:sp>
      <p:cxnSp>
        <p:nvCxnSpPr>
          <p:cNvPr id="50" name="edge-503"/>
          <p:cNvCxnSpPr>
            <a:stCxn xmlns:a="http://schemas.openxmlformats.org/drawingml/2006/main" id="15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3971925" y="5310188"/>
            <a:ext cx="3848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8" name="body-504">
            <a:extLst xmlns:a="http://schemas.openxmlformats.org/drawingml/2006/main">
              <a:ext uri="{FF2B5EF4-FFF2-40B4-BE49-F238E27FC236}">
                <a16:creationId xmlns:a16="http://schemas.microsoft.com/office/drawing/2014/main" id="{DB207F43-B5A7-43FD-8D2A-BA537135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266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状态可以回退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977D1-51D8-41B4-93B1-A6C5662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一份证据地图的状态迁移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A53A1A-0560-4BF3-97C7-E53BCBD8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ody-505">
            <a:extLst xmlns:a="http://schemas.openxmlformats.org/drawingml/2006/main">
              <a:ext uri="{FF2B5EF4-FFF2-40B4-BE49-F238E27FC236}">
                <a16:creationId xmlns:a16="http://schemas.microsoft.com/office/drawing/2014/main" id="{183AF6AB-EB45-46BA-8A91-D981E9DA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3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graphicFrame>
        <p:nvGraphicFramePr>
          <p:cNvPr id="11" name="native-table-506"/>
          <p:cNvGraphicFramePr/>
          <p:nvPr/>
        </p:nvGraphicFramePr>
        <p:xfrm>
          <a:off xmlns:a="http://schemas.openxmlformats.org/drawingml/2006/main" x="609600" y="1800225"/>
          <a:ext xmlns:a="http://schemas.openxmlformats.org/drawingml/2006/main" cx="109728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47875"/>
                <a:gridCol w="3429000"/>
                <a:gridCol w="2876550"/>
                <a:gridCol w="2619375"/>
              </a:tblGrid>
              <a:tr h="619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这次新增什么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复核依据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支持下游动作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draft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候选来源与缺口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保留待核验标记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设计检索计划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原文位置与冲突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自查、同伴复核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修订问题定义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approved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问题门通过条件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判断理由与 diff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形成实验规格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stable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独立证据与边界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结论可追溯复核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支撑最终论证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07">
            <a:extLst xmlns:a="http://schemas.openxmlformats.org/drawingml/2006/main">
              <a:ext uri="{FF2B5EF4-FFF2-40B4-BE49-F238E27FC236}">
                <a16:creationId xmlns:a16="http://schemas.microsoft.com/office/drawing/2014/main" id="{3C90E38C-3FB2-41E8-9B94-7BBA6B23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“写完了”只说明编辑结束，状态迁移还需要依据。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30D8B8-7429-4C4E-8F5A-AC207782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 AI 使用记录应说明什么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F966E6-47C5-4EA3-932C-061BE4A4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508">
            <a:extLst xmlns:a="http://schemas.openxmlformats.org/drawingml/2006/main">
              <a:ext uri="{FF2B5EF4-FFF2-40B4-BE49-F238E27FC236}">
                <a16:creationId xmlns:a16="http://schemas.microsoft.com/office/drawing/2014/main" id="{36129366-473F-4F68-A09A-7CD4DA86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课堂构造记录 · 合作稿的替代输入</a:t>
            </a:r>
          </a:p>
        </p:txBody>
      </p:sp>
      <p:graphicFrame>
        <p:nvGraphicFramePr>
          <p:cNvPr id="11" name="native-table-509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86075"/>
                <a:gridCol w="8086725"/>
              </a:tblGrid>
              <a:tr h="61912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可核对的记录内容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步骤与 Context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生成候选检索词，只输入人工抽象问题。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输出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给出候选词及对应的检索方向。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人的决定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保留与研究对象一致的词，删除过宽概念。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逐项对照原问题，记录保留和删除的理由。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10">
            <a:extLst xmlns:a="http://schemas.openxmlformats.org/drawingml/2006/main">
              <a:ext uri="{FF2B5EF4-FFF2-40B4-BE49-F238E27FC236}">
                <a16:creationId xmlns:a16="http://schemas.microsoft.com/office/drawing/2014/main" id="{E354E9F6-5DE6-421F-8DB3-E3AF6FD4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若未调用模型，记录“未执行”及实际人工检查。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B2E28D-C8C4-42AF-AF05-1C2267D9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助教演示：风险与权限如何落地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1BAA43-43AE-4EF7-B981-4E341082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511">
            <a:extLst xmlns:a="http://schemas.openxmlformats.org/drawingml/2006/main">
              <a:ext uri="{FF2B5EF4-FFF2-40B4-BE49-F238E27FC236}">
                <a16:creationId xmlns:a16="http://schemas.microsoft.com/office/drawing/2014/main" id="{CD44F957-F2FE-4BD0-AB36-F373AA66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同一未公开合作稿案例</a:t>
            </a:r>
          </a:p>
        </p:txBody>
      </p:sp>
      <p:sp>
        <p:nvSpPr>
          <p:cNvPr id="5" name="node-512">
            <a:extLst xmlns:a="http://schemas.openxmlformats.org/drawingml/2006/main">
              <a:ext uri="{FF2B5EF4-FFF2-40B4-BE49-F238E27FC236}">
                <a16:creationId xmlns:a16="http://schemas.microsoft.com/office/drawing/2014/main" id="{2BEEC3B8-804F-447F-9D55-BEF64DF4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选择替代输入</a:t>
            </a:r>
          </a:p>
        </p:txBody>
      </p:sp>
      <p:sp>
        <p:nvSpPr>
          <p:cNvPr id="6" name="node-513">
            <a:extLst xmlns:a="http://schemas.openxmlformats.org/drawingml/2006/main">
              <a:ext uri="{FF2B5EF4-FFF2-40B4-BE49-F238E27FC236}">
                <a16:creationId xmlns:a16="http://schemas.microsoft.com/office/drawing/2014/main" id="{F36F5D28-024F-41CE-9C84-100DF4D8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只读边界审查</a:t>
            </a:r>
          </a:p>
        </p:txBody>
      </p:sp>
      <p:sp>
        <p:nvSpPr>
          <p:cNvPr id="7" name="node-514">
            <a:extLst xmlns:a="http://schemas.openxmlformats.org/drawingml/2006/main">
              <a:ext uri="{FF2B5EF4-FFF2-40B4-BE49-F238E27FC236}">
                <a16:creationId xmlns:a16="http://schemas.microsoft.com/office/drawing/2014/main" id="{0E27C300-7810-44E8-A053-71F0698E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人工确认写回</a:t>
            </a:r>
          </a:p>
        </p:txBody>
      </p:sp>
      <p:sp>
        <p:nvSpPr>
          <p:cNvPr id="8" name="node-515">
            <a:extLst xmlns:a="http://schemas.openxmlformats.org/drawingml/2006/main">
              <a:ext uri="{FF2B5EF4-FFF2-40B4-BE49-F238E27FC236}">
                <a16:creationId xmlns:a16="http://schemas.microsoft.com/office/drawing/2014/main" id="{3A368DED-88B6-4FA2-A8D4-AA97A342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核对三件工件</a:t>
            </a:r>
          </a:p>
        </p:txBody>
      </p:sp>
      <p:cxnSp>
        <p:nvCxnSpPr>
          <p:cNvPr id="33" name="edge-516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4" name="edge-517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18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19">
            <a:extLst xmlns:a="http://schemas.openxmlformats.org/drawingml/2006/main">
              <a:ext uri="{FF2B5EF4-FFF2-40B4-BE49-F238E27FC236}">
                <a16:creationId xmlns:a16="http://schemas.microsoft.com/office/drawing/2014/main" id="{523A22C6-A518-4545-9F02-FB162B4E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原稿不对 Agent 开放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</a:t>
            </a:r>
          </a:p>
        </p:txBody>
      </p:sp>
      <p:sp>
        <p:nvSpPr>
          <p:cNvPr id="13" name="body-520">
            <a:extLst xmlns:a="http://schemas.openxmlformats.org/drawingml/2006/main">
              <a:ext uri="{FF2B5EF4-FFF2-40B4-BE49-F238E27FC236}">
                <a16:creationId xmlns:a16="http://schemas.microsoft.com/office/drawing/2014/main" id="{E9AF8C09-B014-4539-850E-2FDF8600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检查过宽权限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与缺失的确认点</a:t>
            </a:r>
          </a:p>
        </p:txBody>
      </p:sp>
      <p:sp>
        <p:nvSpPr>
          <p:cNvPr id="14" name="body-521">
            <a:extLst xmlns:a="http://schemas.openxmlformats.org/drawingml/2006/main">
              <a:ext uri="{FF2B5EF4-FFF2-40B4-BE49-F238E27FC236}">
                <a16:creationId xmlns:a16="http://schemas.microsoft.com/office/drawing/2014/main" id="{B7904F86-3DD0-4E96-9D2B-28E60C52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明确三份文件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及各自修改范围</a:t>
            </a:r>
          </a:p>
        </p:txBody>
      </p:sp>
      <p:sp>
        <p:nvSpPr>
          <p:cNvPr id="15" name="body-522">
            <a:extLst xmlns:a="http://schemas.openxmlformats.org/drawingml/2006/main">
              <a:ext uri="{FF2B5EF4-FFF2-40B4-BE49-F238E27FC236}">
                <a16:creationId xmlns:a16="http://schemas.microsoft.com/office/drawing/2014/main" id="{9AC4154D-65BF-4D79-A066-08263545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风险卡、权限行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使用记录相互一致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F08AEB-1BE9-4D5A-A751-C2EF03D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第一轮：只读边界审查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98EDD1-BECC-45BA-BBE8-B91E866E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523">
            <a:extLst xmlns:a="http://schemas.openxmlformats.org/drawingml/2006/main">
              <a:ext uri="{FF2B5EF4-FFF2-40B4-BE49-F238E27FC236}">
                <a16:creationId xmlns:a16="http://schemas.microsoft.com/office/drawing/2014/main" id="{FCB21972-2B48-4E11-B21A-A5CAEF70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任务契约</a:t>
            </a:r>
          </a:p>
        </p:txBody>
      </p:sp>
      <p:sp>
        <p:nvSpPr>
          <p:cNvPr id="5" name="body-524">
            <a:extLst xmlns:a="http://schemas.openxmlformats.org/drawingml/2006/main">
              <a:ext uri="{FF2B5EF4-FFF2-40B4-BE49-F238E27FC236}">
                <a16:creationId xmlns:a16="http://schemas.microsoft.com/office/drawing/2014/main" id="{DFDA499C-A7CD-4286-87BB-39CD620B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7629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525">
            <a:extLst xmlns:a="http://schemas.openxmlformats.org/drawingml/2006/main">
              <a:ext uri="{FF2B5EF4-FFF2-40B4-BE49-F238E27FC236}">
                <a16:creationId xmlns:a16="http://schemas.microsoft.com/office/drawing/2014/main" id="{AF431934-8CE0-438A-A7DF-3AC0BDE3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62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26">
            <a:extLst xmlns:a="http://schemas.openxmlformats.org/drawingml/2006/main">
              <a:ext uri="{FF2B5EF4-FFF2-40B4-BE49-F238E27FC236}">
                <a16:creationId xmlns:a16="http://schemas.microsoft.com/office/drawing/2014/main" id="{E4EA534E-EE9D-412D-9104-3D7847F4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agent-permissions.md</a:t>
            </a:r>
          </a:p>
        </p:txBody>
      </p:sp>
      <p:sp>
        <p:nvSpPr>
          <p:cNvPr id="8" name="body-527">
            <a:extLst xmlns:a="http://schemas.openxmlformats.org/drawingml/2006/main">
              <a:ext uri="{FF2B5EF4-FFF2-40B4-BE49-F238E27FC236}">
                <a16:creationId xmlns:a16="http://schemas.microsoft.com/office/drawing/2014/main" id="{BD63A782-EA36-4573-954E-D0F0ABBE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指出一处过宽或缺失权限</a:t>
            </a:r>
          </a:p>
        </p:txBody>
      </p:sp>
      <p:sp>
        <p:nvSpPr>
          <p:cNvPr id="9" name="body-528">
            <a:extLst xmlns:a="http://schemas.openxmlformats.org/drawingml/2006/main">
              <a:ext uri="{FF2B5EF4-FFF2-40B4-BE49-F238E27FC236}">
                <a16:creationId xmlns:a16="http://schemas.microsoft.com/office/drawing/2014/main" id="{F10664BB-9A01-4AF0-84FF-C1C3F4D1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0" name="body-529">
            <a:extLst xmlns:a="http://schemas.openxmlformats.org/drawingml/2006/main">
              <a:ext uri="{FF2B5EF4-FFF2-40B4-BE49-F238E27FC236}">
                <a16:creationId xmlns:a16="http://schemas.microsoft.com/office/drawing/2014/main" id="{3F243ECD-CDFA-4E6A-8927-FEE723EB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530">
            <a:extLst xmlns:a="http://schemas.openxmlformats.org/drawingml/2006/main">
              <a:ext uri="{FF2B5EF4-FFF2-40B4-BE49-F238E27FC236}">
                <a16:creationId xmlns:a16="http://schemas.microsoft.com/office/drawing/2014/main" id="{179F743A-4562-40EF-94E9-2751C303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RETURN  建议、风险与最小替代动作</a:t>
            </a:r>
          </a:p>
        </p:txBody>
      </p:sp>
      <p:sp>
        <p:nvSpPr>
          <p:cNvPr id="12" name="body-531">
            <a:extLst xmlns:a="http://schemas.openxmlformats.org/drawingml/2006/main">
              <a:ext uri="{FF2B5EF4-FFF2-40B4-BE49-F238E27FC236}">
                <a16:creationId xmlns:a16="http://schemas.microsoft.com/office/drawing/2014/main" id="{A9F11DA2-8743-4235-9834-7C9EBE8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等待人工确认</a:t>
            </a:r>
          </a:p>
        </p:txBody>
      </p:sp>
      <p:sp>
        <p:nvSpPr>
          <p:cNvPr id="13" name="body-532">
            <a:extLst xmlns:a="http://schemas.openxmlformats.org/drawingml/2006/main">
              <a:ext uri="{FF2B5EF4-FFF2-40B4-BE49-F238E27FC236}">
                <a16:creationId xmlns:a16="http://schemas.microsoft.com/office/drawing/2014/main" id="{64A7C151-1FF5-4FB0-83E9-42A041E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047875"/>
            <a:ext cx="2676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研究者检查</a:t>
            </a:r>
          </a:p>
        </p:txBody>
      </p:sp>
      <p:sp>
        <p:nvSpPr>
          <p:cNvPr id="14" name="body-533">
            <a:extLst xmlns:a="http://schemas.openxmlformats.org/drawingml/2006/main">
              <a:ext uri="{FF2B5EF4-FFF2-40B4-BE49-F238E27FC236}">
                <a16:creationId xmlns:a16="http://schemas.microsoft.com/office/drawing/2014/main" id="{5139A887-79BD-486C-BA22-724673FF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90825"/>
            <a:ext cx="267652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建议收窄了范围，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还是隐含扩大了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读写与外发权限？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228E25-7538-4594-AF6E-5B083F7F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第二轮：批准后的三处写回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A1FDF6-1E90-49F2-A286-AED9C14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534">
            <a:extLst xmlns:a="http://schemas.openxmlformats.org/drawingml/2006/main">
              <a:ext uri="{FF2B5EF4-FFF2-40B4-BE49-F238E27FC236}">
                <a16:creationId xmlns:a16="http://schemas.microsoft.com/office/drawing/2014/main" id="{6B19CA3F-CFB9-4DEF-9903-BA4A3C68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任务契约</a:t>
            </a:r>
          </a:p>
        </p:txBody>
      </p:sp>
      <p:sp>
        <p:nvSpPr>
          <p:cNvPr id="5" name="body-535">
            <a:extLst xmlns:a="http://schemas.openxmlformats.org/drawingml/2006/main">
              <a:ext uri="{FF2B5EF4-FFF2-40B4-BE49-F238E27FC236}">
                <a16:creationId xmlns:a16="http://schemas.microsoft.com/office/drawing/2014/main" id="{3073BB45-2CCC-4376-8466-27174858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第二轮：只写回获批范围</a:t>
            </a:r>
          </a:p>
        </p:txBody>
      </p:sp>
      <p:sp>
        <p:nvSpPr>
          <p:cNvPr id="6" name="rule-536">
            <a:extLst xmlns:a="http://schemas.openxmlformats.org/drawingml/2006/main">
              <a:ext uri="{FF2B5EF4-FFF2-40B4-BE49-F238E27FC236}">
                <a16:creationId xmlns:a16="http://schemas.microsoft.com/office/drawing/2014/main" id="{241075AC-0291-4025-AA4C-F61ADB28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37">
            <a:extLst xmlns:a="http://schemas.openxmlformats.org/drawingml/2006/main">
              <a:ext uri="{FF2B5EF4-FFF2-40B4-BE49-F238E27FC236}">
                <a16:creationId xmlns:a16="http://schemas.microsoft.com/office/drawing/2014/main" id="{675E1F74-6B19-4EE3-A469-CDC74956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agent-permissions.md 一行</a:t>
            </a:r>
          </a:p>
        </p:txBody>
      </p:sp>
      <p:sp>
        <p:nvSpPr>
          <p:cNvPr id="8" name="body-538">
            <a:extLst xmlns:a="http://schemas.openxmlformats.org/drawingml/2006/main">
              <a:ext uri="{FF2B5EF4-FFF2-40B4-BE49-F238E27FC236}">
                <a16:creationId xmlns:a16="http://schemas.microsoft.com/office/drawing/2014/main" id="{464F9C09-856C-433D-91B8-2892DAC2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ethics-and-compliance.md 风险卡</a:t>
            </a:r>
          </a:p>
        </p:txBody>
      </p:sp>
      <p:sp>
        <p:nvSpPr>
          <p:cNvPr id="9" name="body-539">
            <a:extLst xmlns:a="http://schemas.openxmlformats.org/drawingml/2006/main">
              <a:ext uri="{FF2B5EF4-FFF2-40B4-BE49-F238E27FC236}">
                <a16:creationId xmlns:a16="http://schemas.microsoft.com/office/drawing/2014/main" id="{C18B074F-4655-4ABF-AEFD-C5ECF5C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ai-usage-log.md 一条记录</a:t>
            </a:r>
          </a:p>
        </p:txBody>
      </p:sp>
      <p:sp>
        <p:nvSpPr>
          <p:cNvPr id="10" name="body-540">
            <a:extLst xmlns:a="http://schemas.openxmlformats.org/drawingml/2006/main">
              <a:ext uri="{FF2B5EF4-FFF2-40B4-BE49-F238E27FC236}">
                <a16:creationId xmlns:a16="http://schemas.microsoft.com/office/drawing/2014/main" id="{3E025736-68CD-4016-86D2-9BE58E6B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问题、指标与工件状态</a:t>
            </a:r>
          </a:p>
        </p:txBody>
      </p:sp>
      <p:sp>
        <p:nvSpPr>
          <p:cNvPr id="11" name="body-541">
            <a:extLst xmlns:a="http://schemas.openxmlformats.org/drawingml/2006/main">
              <a:ext uri="{FF2B5EF4-FFF2-40B4-BE49-F238E27FC236}">
                <a16:creationId xmlns:a16="http://schemas.microsoft.com/office/drawing/2014/main" id="{089D7793-7F05-4310-967C-BC951DD8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542">
            <a:extLst xmlns:a="http://schemas.openxmlformats.org/drawingml/2006/main">
              <a:ext uri="{FF2B5EF4-FFF2-40B4-BE49-F238E27FC236}">
                <a16:creationId xmlns:a16="http://schemas.microsoft.com/office/drawing/2014/main" id="{6EAD9BE2-39B7-4D62-B95C-69FAA51D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</a:t>
            </a:r>
          </a:p>
        </p:txBody>
      </p:sp>
      <p:sp>
        <p:nvSpPr>
          <p:cNvPr id="13" name="body-543">
            <a:extLst xmlns:a="http://schemas.openxmlformats.org/drawingml/2006/main">
              <a:ext uri="{FF2B5EF4-FFF2-40B4-BE49-F238E27FC236}">
                <a16:creationId xmlns:a16="http://schemas.microsoft.com/office/drawing/2014/main" id="{8B8AA759-9B04-4F4E-BF0C-1012ED2E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859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确认点</a:t>
            </a:r>
          </a:p>
        </p:txBody>
      </p:sp>
      <p:sp>
        <p:nvSpPr>
          <p:cNvPr id="14" name="body-544">
            <a:extLst xmlns:a="http://schemas.openxmlformats.org/drawingml/2006/main">
              <a:ext uri="{FF2B5EF4-FFF2-40B4-BE49-F238E27FC236}">
                <a16:creationId xmlns:a16="http://schemas.microsoft.com/office/drawing/2014/main" id="{76151666-3A47-431B-A240-B163041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23050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文件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段落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367AD3-1E26-416D-9F73-A47B869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个人实践：完成一条低风险动作记录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D2927F-EA4F-476B-9DDF-5DF9FD4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your-action">
            <a:extLst xmlns:a="http://schemas.openxmlformats.org/drawingml/2006/main">
              <a:ext uri="{FF2B5EF4-FFF2-40B4-BE49-F238E27FC236}">
                <a16:creationId xmlns:a16="http://schemas.microsoft.com/office/drawing/2014/main" id="{5480FB21-1116-4C0E-B7B8-7B6A78D2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选一个低风险科研动作</a:t>
            </a:r>
          </a:p>
        </p:txBody>
      </p:sp>
      <p:sp>
        <p:nvSpPr>
          <p:cNvPr id="5" name="action-explanation">
            <a:extLst xmlns:a="http://schemas.openxmlformats.org/drawingml/2006/main">
              <a:ext uri="{FF2B5EF4-FFF2-40B4-BE49-F238E27FC236}">
                <a16:creationId xmlns:a16="http://schemas.microsoft.com/office/drawing/2014/main" id="{F8A129C9-7ED9-4907-B2E2-62BA16F7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4481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写清材料边界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与写回范围。</a:t>
            </a:r>
          </a:p>
        </p:txBody>
      </p:sp>
      <p:sp>
        <p:nvSpPr>
          <p:cNvPr id="6" name="first-part">
            <a:extLst xmlns:a="http://schemas.openxmlformats.org/drawingml/2006/main">
              <a:ext uri="{FF2B5EF4-FFF2-40B4-BE49-F238E27FC236}">
                <a16:creationId xmlns:a16="http://schemas.microsoft.com/office/drawing/2014/main" id="{BD6BC8E3-CB0C-45FE-863A-B6B1F40B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371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第一段：权限一行</a:t>
            </a:r>
          </a:p>
        </p:txBody>
      </p:sp>
      <p:sp>
        <p:nvSpPr>
          <p:cNvPr id="7" name="second-part">
            <a:extLst xmlns:a="http://schemas.openxmlformats.org/drawingml/2006/main">
              <a:ext uri="{FF2B5EF4-FFF2-40B4-BE49-F238E27FC236}">
                <a16:creationId xmlns:a16="http://schemas.microsoft.com/office/drawing/2014/main" id="{E42BFFAA-23CE-4564-9118-DDD57C3C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43719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中点点评后：风险卡、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只读审查与使用记录</a:t>
            </a:r>
          </a:p>
        </p:txBody>
      </p:sp>
      <p:sp>
        <p:nvSpPr>
          <p:cNvPr id="8" name="save-label">
            <a:extLst xmlns:a="http://schemas.openxmlformats.org/drawingml/2006/main">
              <a:ext uri="{FF2B5EF4-FFF2-40B4-BE49-F238E27FC236}">
                <a16:creationId xmlns:a16="http://schemas.microsoft.com/office/drawing/2014/main" id="{BE8C9B13-B840-4073-8515-E8CC6D02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38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保存到个人项目</a:t>
            </a:r>
          </a:p>
        </p:txBody>
      </p:sp>
      <p:sp>
        <p:nvSpPr>
          <p:cNvPr id="9" name="save-files">
            <a:extLst xmlns:a="http://schemas.openxmlformats.org/drawingml/2006/main">
              <a:ext uri="{FF2B5EF4-FFF2-40B4-BE49-F238E27FC236}">
                <a16:creationId xmlns:a16="http://schemas.microsoft.com/office/drawing/2014/main" id="{AFEF2BB9-17ED-4072-B286-12DE6D72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45434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example-start">
            <a:extLst xmlns:a="http://schemas.openxmlformats.org/drawingml/2006/main">
              <a:ext uri="{FF2B5EF4-FFF2-40B4-BE49-F238E27FC236}">
                <a16:creationId xmlns:a16="http://schemas.microsoft.com/office/drawing/2014/main" id="{ADC65F67-1BD5-48F0-AD76-1832A7C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438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1" name="example-mark">
            <a:extLst xmlns:a="http://schemas.openxmlformats.org/drawingml/2006/main">
              <a:ext uri="{FF2B5EF4-FFF2-40B4-BE49-F238E27FC236}">
                <a16:creationId xmlns:a16="http://schemas.microsoft.com/office/drawing/2014/main" id="{4D824D85-C736-4A3D-A2E8-F2CB0750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000125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2" name="example-label-0">
            <a:extLst xmlns:a="http://schemas.openxmlformats.org/drawingml/2006/main">
              <a:ext uri="{FF2B5EF4-FFF2-40B4-BE49-F238E27FC236}">
                <a16:creationId xmlns:a16="http://schemas.microsoft.com/office/drawing/2014/main" id="{1EC0881D-40C5-424C-AE38-E7A31C38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69545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权限行</a:t>
            </a:r>
          </a:p>
        </p:txBody>
      </p:sp>
      <p:sp>
        <p:nvSpPr>
          <p:cNvPr id="13" name="example-body-0">
            <a:extLst xmlns:a="http://schemas.openxmlformats.org/drawingml/2006/main">
              <a:ext uri="{FF2B5EF4-FFF2-40B4-BE49-F238E27FC236}">
                <a16:creationId xmlns:a16="http://schemas.microsoft.com/office/drawing/2014/main" id="{1322AA02-055C-4197-A1B0-C1FAC2D7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12407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只读人工抽象问题与获准公开摘要；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写回三份文件前，确认具体段落。</a:t>
            </a:r>
          </a:p>
        </p:txBody>
      </p:sp>
      <p:sp>
        <p:nvSpPr>
          <p:cNvPr id="14" name="example-line-0">
            <a:extLst xmlns:a="http://schemas.openxmlformats.org/drawingml/2006/main">
              <a:ext uri="{FF2B5EF4-FFF2-40B4-BE49-F238E27FC236}">
                <a16:creationId xmlns:a16="http://schemas.microsoft.com/office/drawing/2014/main" id="{D93484EE-4A76-4D6C-97EE-D9FBA665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962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example-label-1">
            <a:extLst xmlns:a="http://schemas.openxmlformats.org/drawingml/2006/main">
              <a:ext uri="{FF2B5EF4-FFF2-40B4-BE49-F238E27FC236}">
                <a16:creationId xmlns:a16="http://schemas.microsoft.com/office/drawing/2014/main" id="{E85BCF0A-8669-4F36-8343-50E8806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76575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16" name="example-body-1">
            <a:extLst xmlns:a="http://schemas.openxmlformats.org/drawingml/2006/main">
              <a:ext uri="{FF2B5EF4-FFF2-40B4-BE49-F238E27FC236}">
                <a16:creationId xmlns:a16="http://schemas.microsoft.com/office/drawing/2014/main" id="{FBAA1468-0746-4216-9D8A-777D5081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505200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原稿外发会暴露合作内容。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改用抽象问题，由作者核查边界。</a:t>
            </a:r>
          </a:p>
        </p:txBody>
      </p:sp>
      <p:sp>
        <p:nvSpPr>
          <p:cNvPr id="17" name="example-line-1">
            <a:extLst xmlns:a="http://schemas.openxmlformats.org/drawingml/2006/main">
              <a:ext uri="{FF2B5EF4-FFF2-40B4-BE49-F238E27FC236}">
                <a16:creationId xmlns:a16="http://schemas.microsoft.com/office/drawing/2014/main" id="{132BE5CF-DBAF-4CE2-8D70-6BC0AD70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343400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example-label-2">
            <a:extLst xmlns:a="http://schemas.openxmlformats.org/drawingml/2006/main">
              <a:ext uri="{FF2B5EF4-FFF2-40B4-BE49-F238E27FC236}">
                <a16:creationId xmlns:a16="http://schemas.microsoft.com/office/drawing/2014/main" id="{E8B03F4E-AC2C-483C-B699-2B0339C2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45770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19" name="example-body-2">
            <a:extLst xmlns:a="http://schemas.openxmlformats.org/drawingml/2006/main">
              <a:ext uri="{FF2B5EF4-FFF2-40B4-BE49-F238E27FC236}">
                <a16:creationId xmlns:a16="http://schemas.microsoft.com/office/drawing/2014/main" id="{314EAB8A-48BF-41A4-8894-0A774C5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88632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写明实际输入、采用理由与核验方法。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未调用模型时如实记录“未执行”。</a:t>
            </a:r>
          </a:p>
        </p:txBody>
      </p:sp>
      <p:sp>
        <p:nvSpPr>
          <p:cNvPr id="20" name="finish-line">
            <a:extLst xmlns:a="http://schemas.openxmlformats.org/drawingml/2006/main">
              <a:ext uri="{FF2B5EF4-FFF2-40B4-BE49-F238E27FC236}">
                <a16:creationId xmlns:a16="http://schemas.microsoft.com/office/drawing/2014/main" id="{8A8608D7-4B38-490E-8BC7-8F10D90E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完成标志：三件工件相互一致，能解释一次具体动作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06C890-168E-4CC8-AC38-9716189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临时结对：三件工件是否一致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361EDD-52FC-40AA-8905-4F6BC63D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545">
            <a:extLst xmlns:a="http://schemas.openxmlformats.org/drawingml/2006/main">
              <a:ext uri="{FF2B5EF4-FFF2-40B4-BE49-F238E27FC236}">
                <a16:creationId xmlns:a16="http://schemas.microsoft.com/office/drawing/2014/main" id="{18A1DF66-E44C-4A62-A59F-27BF9825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把风险卡、权限行和使用记录放在一起</a:t>
            </a:r>
          </a:p>
        </p:txBody>
      </p:sp>
      <p:sp>
        <p:nvSpPr>
          <p:cNvPr id="5" name="body-546">
            <a:extLst xmlns:a="http://schemas.openxmlformats.org/drawingml/2006/main">
              <a:ext uri="{FF2B5EF4-FFF2-40B4-BE49-F238E27FC236}">
                <a16:creationId xmlns:a16="http://schemas.microsoft.com/office/drawing/2014/main" id="{E60E82B5-C6CD-4619-B95E-28D45FB4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同一输入</a:t>
            </a:r>
          </a:p>
        </p:txBody>
      </p:sp>
      <p:sp>
        <p:nvSpPr>
          <p:cNvPr id="6" name="body-547">
            <a:extLst xmlns:a="http://schemas.openxmlformats.org/drawingml/2006/main">
              <a:ext uri="{FF2B5EF4-FFF2-40B4-BE49-F238E27FC236}">
                <a16:creationId xmlns:a16="http://schemas.microsoft.com/office/drawing/2014/main" id="{1A95FC8E-D5BF-411F-BFCF-C4CF75C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145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三处写的材料对象和授权状态是否一致？</a:t>
            </a:r>
          </a:p>
        </p:txBody>
      </p:sp>
      <p:sp>
        <p:nvSpPr>
          <p:cNvPr id="7" name="rule-548">
            <a:extLst xmlns:a="http://schemas.openxmlformats.org/drawingml/2006/main">
              <a:ext uri="{FF2B5EF4-FFF2-40B4-BE49-F238E27FC236}">
                <a16:creationId xmlns:a16="http://schemas.microsoft.com/office/drawing/2014/main" id="{49B44F56-5D51-4E2D-923D-E472669E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549">
            <a:extLst xmlns:a="http://schemas.openxmlformats.org/drawingml/2006/main">
              <a:ext uri="{FF2B5EF4-FFF2-40B4-BE49-F238E27FC236}">
                <a16:creationId xmlns:a16="http://schemas.microsoft.com/office/drawing/2014/main" id="{40830EED-C3D4-4B3A-88AC-CC7CFE05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同一动作</a:t>
            </a:r>
          </a:p>
        </p:txBody>
      </p:sp>
      <p:sp>
        <p:nvSpPr>
          <p:cNvPr id="9" name="body-550">
            <a:extLst xmlns:a="http://schemas.openxmlformats.org/drawingml/2006/main">
              <a:ext uri="{FF2B5EF4-FFF2-40B4-BE49-F238E27FC236}">
                <a16:creationId xmlns:a16="http://schemas.microsoft.com/office/drawing/2014/main" id="{4D1BBCAC-354E-41D4-AB36-5F4FE6AE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718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权限允许的范围是否覆盖实际行动？</a:t>
            </a:r>
          </a:p>
        </p:txBody>
      </p:sp>
      <p:sp>
        <p:nvSpPr>
          <p:cNvPr id="10" name="rule-551">
            <a:extLst xmlns:a="http://schemas.openxmlformats.org/drawingml/2006/main">
              <a:ext uri="{FF2B5EF4-FFF2-40B4-BE49-F238E27FC236}">
                <a16:creationId xmlns:a16="http://schemas.microsoft.com/office/drawing/2014/main" id="{9A4AF3A4-C602-4619-A925-5CAF8697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552">
            <a:extLst xmlns:a="http://schemas.openxmlformats.org/drawingml/2006/main">
              <a:ext uri="{FF2B5EF4-FFF2-40B4-BE49-F238E27FC236}">
                <a16:creationId xmlns:a16="http://schemas.microsoft.com/office/drawing/2014/main" id="{9B011F4B-799C-4C8D-B0DC-7D2B967E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可操作确认</a:t>
            </a:r>
          </a:p>
        </p:txBody>
      </p:sp>
      <p:sp>
        <p:nvSpPr>
          <p:cNvPr id="12" name="body-553">
            <a:extLst xmlns:a="http://schemas.openxmlformats.org/drawingml/2006/main">
              <a:ext uri="{FF2B5EF4-FFF2-40B4-BE49-F238E27FC236}">
                <a16:creationId xmlns:a16="http://schemas.microsoft.com/office/drawing/2014/main" id="{FD56848C-34C0-4AC8-8A0F-311319B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290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能否明确何时停下、由谁确认什么？</a:t>
            </a:r>
          </a:p>
        </p:txBody>
      </p:sp>
      <p:sp>
        <p:nvSpPr>
          <p:cNvPr id="13" name="rule-554">
            <a:extLst xmlns:a="http://schemas.openxmlformats.org/drawingml/2006/main">
              <a:ext uri="{FF2B5EF4-FFF2-40B4-BE49-F238E27FC236}">
                <a16:creationId xmlns:a16="http://schemas.microsoft.com/office/drawing/2014/main" id="{8AB5ED52-82C4-424C-9B0A-60383C4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555">
            <a:extLst xmlns:a="http://schemas.openxmlformats.org/drawingml/2006/main">
              <a:ext uri="{FF2B5EF4-FFF2-40B4-BE49-F238E27FC236}">
                <a16:creationId xmlns:a16="http://schemas.microsoft.com/office/drawing/2014/main" id="{637F38AD-0C81-4DF7-A56B-4A285A24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作者决定</a:t>
            </a:r>
          </a:p>
        </p:txBody>
      </p:sp>
      <p:sp>
        <p:nvSpPr>
          <p:cNvPr id="15" name="body-556">
            <a:extLst xmlns:a="http://schemas.openxmlformats.org/drawingml/2006/main">
              <a:ext uri="{FF2B5EF4-FFF2-40B4-BE49-F238E27FC236}">
                <a16:creationId xmlns:a16="http://schemas.microsoft.com/office/drawing/2014/main" id="{5C43B9B6-6A1F-41D5-AA2D-464B0D35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6863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记录采纳、修改或拒绝，以及理由。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F8CA29-9F57-40B6-82F6-ABCD6C8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FFB0C4-6676-498D-B9E9-EF238FD2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557">
            <a:extLst xmlns:a="http://schemas.openxmlformats.org/drawingml/2006/main">
              <a:ext uri="{FF2B5EF4-FFF2-40B4-BE49-F238E27FC236}">
                <a16:creationId xmlns:a16="http://schemas.microsoft.com/office/drawing/2014/main" id="{68F12C29-F9EC-41E7-8D3F-F19F5146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给一个具体动作留下完整的约束与记录</a:t>
            </a:r>
          </a:p>
        </p:txBody>
      </p:sp>
      <p:sp>
        <p:nvSpPr>
          <p:cNvPr id="5" name="node-558">
            <a:extLst xmlns:a="http://schemas.openxmlformats.org/drawingml/2006/main">
              <a:ext uri="{FF2B5EF4-FFF2-40B4-BE49-F238E27FC236}">
                <a16:creationId xmlns:a16="http://schemas.microsoft.com/office/drawing/2014/main" id="{D80CE34C-0DEC-4515-A575-E8F1D6DE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6" name="node-559">
            <a:extLst xmlns:a="http://schemas.openxmlformats.org/drawingml/2006/main">
              <a:ext uri="{FF2B5EF4-FFF2-40B4-BE49-F238E27FC236}">
                <a16:creationId xmlns:a16="http://schemas.microsoft.com/office/drawing/2014/main" id="{7A791B7C-8F8E-424A-95D2-515E1B7F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权限一行</a:t>
            </a:r>
          </a:p>
        </p:txBody>
      </p:sp>
      <p:sp>
        <p:nvSpPr>
          <p:cNvPr id="7" name="node-560">
            <a:extLst xmlns:a="http://schemas.openxmlformats.org/drawingml/2006/main">
              <a:ext uri="{FF2B5EF4-FFF2-40B4-BE49-F238E27FC236}">
                <a16:creationId xmlns:a16="http://schemas.microsoft.com/office/drawing/2014/main" id="{D0B86AFC-633B-43D8-98CD-FC49F247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8" name="node-561">
            <a:extLst xmlns:a="http://schemas.openxmlformats.org/drawingml/2006/main">
              <a:ext uri="{FF2B5EF4-FFF2-40B4-BE49-F238E27FC236}">
                <a16:creationId xmlns:a16="http://schemas.microsoft.com/office/drawing/2014/main" id="{AA415F31-8CC8-4E8C-B6A7-C1100C31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cxnSp>
        <p:nvCxnSpPr>
          <p:cNvPr id="34" name="edge-56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6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6" name="edge-564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65">
            <a:extLst xmlns:a="http://schemas.openxmlformats.org/drawingml/2006/main">
              <a:ext uri="{FF2B5EF4-FFF2-40B4-BE49-F238E27FC236}">
                <a16:creationId xmlns:a16="http://schemas.microsoft.com/office/drawing/2014/main" id="{0E60149F-04E3-472E-BC9A-DD48668C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为什么需要控制？</a:t>
            </a:r>
          </a:p>
        </p:txBody>
      </p:sp>
      <p:sp>
        <p:nvSpPr>
          <p:cNvPr id="13" name="body-566">
            <a:extLst xmlns:a="http://schemas.openxmlformats.org/drawingml/2006/main">
              <a:ext uri="{FF2B5EF4-FFF2-40B4-BE49-F238E27FC236}">
                <a16:creationId xmlns:a16="http://schemas.microsoft.com/office/drawing/2014/main" id="{B62A326A-8AFC-4BD1-BB85-97AB1DBB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什么范围可执行？</a:t>
            </a:r>
          </a:p>
        </p:txBody>
      </p:sp>
      <p:sp>
        <p:nvSpPr>
          <p:cNvPr id="14" name="body-567">
            <a:extLst xmlns:a="http://schemas.openxmlformats.org/drawingml/2006/main">
              <a:ext uri="{FF2B5EF4-FFF2-40B4-BE49-F238E27FC236}">
                <a16:creationId xmlns:a16="http://schemas.microsoft.com/office/drawing/2014/main" id="{F4A3BBD5-D1AE-4C5E-A240-3F3A473E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每一步检查边界</a:t>
            </a:r>
          </a:p>
        </p:txBody>
      </p:sp>
      <p:sp>
        <p:nvSpPr>
          <p:cNvPr id="15" name="body-568">
            <a:extLst xmlns:a="http://schemas.openxmlformats.org/drawingml/2006/main">
              <a:ext uri="{FF2B5EF4-FFF2-40B4-BE49-F238E27FC236}">
                <a16:creationId xmlns:a16="http://schemas.microsoft.com/office/drawing/2014/main" id="{958EBBBC-A522-448F-8CE7-BCB52802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实际做了什么？</a:t>
            </a:r>
          </a:p>
        </p:txBody>
      </p:sp>
      <p:sp>
        <p:nvSpPr>
          <p:cNvPr id="16" name="body-569">
            <a:extLst xmlns:a="http://schemas.openxmlformats.org/drawingml/2006/main">
              <a:ext uri="{FF2B5EF4-FFF2-40B4-BE49-F238E27FC236}">
                <a16:creationId xmlns:a16="http://schemas.microsoft.com/office/drawing/2014/main" id="{BE15A21D-99AA-4326-8ED5-E325C176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研究者对材料、决定与最终使用承担责任。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890327-D55D-4DCD-A8A5-1260C0C7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课后回写与第 3 课准备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092B76-25CF-4081-AAAF-FA6C3CF7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570">
            <a:extLst xmlns:a="http://schemas.openxmlformats.org/drawingml/2006/main">
              <a:ext uri="{FF2B5EF4-FFF2-40B4-BE49-F238E27FC236}">
                <a16:creationId xmlns:a16="http://schemas.microsoft.com/office/drawing/2014/main" id="{9070CD3A-1914-4779-8CA8-EF18CEA9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571">
            <a:extLst xmlns:a="http://schemas.openxmlformats.org/drawingml/2006/main">
              <a:ext uri="{FF2B5EF4-FFF2-40B4-BE49-F238E27FC236}">
                <a16:creationId xmlns:a16="http://schemas.microsoft.com/office/drawing/2014/main" id="{EC9BA24C-3E3C-4E89-AC16-6D0B698E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5735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按个人项目补齐材料边界、确认点和禁止项。</a:t>
            </a:r>
          </a:p>
        </p:txBody>
      </p:sp>
      <p:sp>
        <p:nvSpPr>
          <p:cNvPr id="6" name="rule-572">
            <a:extLst xmlns:a="http://schemas.openxmlformats.org/drawingml/2006/main">
              <a:ext uri="{FF2B5EF4-FFF2-40B4-BE49-F238E27FC236}">
                <a16:creationId xmlns:a16="http://schemas.microsoft.com/office/drawing/2014/main" id="{E30F290C-8821-4CBC-81D9-E105B0CC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573">
            <a:extLst xmlns:a="http://schemas.openxmlformats.org/drawingml/2006/main">
              <a:ext uri="{FF2B5EF4-FFF2-40B4-BE49-F238E27FC236}">
                <a16:creationId xmlns:a16="http://schemas.microsoft.com/office/drawing/2014/main" id="{A19927C5-AE90-40A4-A0C4-C830C6EC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补工件追踪</a:t>
            </a:r>
          </a:p>
        </p:txBody>
      </p:sp>
      <p:sp>
        <p:nvSpPr>
          <p:cNvPr id="8" name="body-574">
            <a:extLst xmlns:a="http://schemas.openxmlformats.org/drawingml/2006/main">
              <a:ext uri="{FF2B5EF4-FFF2-40B4-BE49-F238E27FC236}">
                <a16:creationId xmlns:a16="http://schemas.microsoft.com/office/drawing/2014/main" id="{634ABF83-FF36-4DD5-81E6-FC0E0AFB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962275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为早期工件标状态，保留支持状态的依据。</a:t>
            </a:r>
          </a:p>
        </p:txBody>
      </p:sp>
      <p:sp>
        <p:nvSpPr>
          <p:cNvPr id="9" name="rule-575">
            <a:extLst xmlns:a="http://schemas.openxmlformats.org/drawingml/2006/main">
              <a:ext uri="{FF2B5EF4-FFF2-40B4-BE49-F238E27FC236}">
                <a16:creationId xmlns:a16="http://schemas.microsoft.com/office/drawing/2014/main" id="{111C3DA1-662B-4E76-AA6D-133E1951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576">
            <a:extLst xmlns:a="http://schemas.openxmlformats.org/drawingml/2006/main">
              <a:ext uri="{FF2B5EF4-FFF2-40B4-BE49-F238E27FC236}">
                <a16:creationId xmlns:a16="http://schemas.microsoft.com/office/drawing/2014/main" id="{20BC3FD8-3311-443D-8513-CDF84FE6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准备公开检索</a:t>
            </a:r>
          </a:p>
        </p:txBody>
      </p:sp>
      <p:sp>
        <p:nvSpPr>
          <p:cNvPr id="11" name="body-577">
            <a:extLst xmlns:a="http://schemas.openxmlformats.org/drawingml/2006/main">
              <a:ext uri="{FF2B5EF4-FFF2-40B4-BE49-F238E27FC236}">
                <a16:creationId xmlns:a16="http://schemas.microsoft.com/office/drawing/2014/main" id="{C56BFABB-DE89-437A-B315-5C8FD8AD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6720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带着一个研究问题和一组候选关键词进入第 3 课。</a:t>
            </a:r>
          </a:p>
        </p:txBody>
      </p:sp>
      <p:sp>
        <p:nvSpPr>
          <p:cNvPr id="12" name="body-578">
            <a:extLst xmlns:a="http://schemas.openxmlformats.org/drawingml/2006/main">
              <a:ext uri="{FF2B5EF4-FFF2-40B4-BE49-F238E27FC236}">
                <a16:creationId xmlns:a16="http://schemas.microsoft.com/office/drawing/2014/main" id="{D3D66342-7B2D-4872-A4CB-19324723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持续更新同一个人项目，累积第 6 课问题门的证据。</a:t>
            </a:r>
          </a:p>
        </p:txBody>
      </p:sp>
    </p:spTree>
    <p:extLst>
      <p:ext uri="{BB962C8B-B14F-4D97-AF65-F5344CB8AC3E}">
        <p14:creationId xmlns:p14="http://schemas.microsoft.com/office/powerpoint/2010/main" val="16868309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2026-09-16T01:26:54.2260000Z</dcterms:created>
  <dcterms:modified xsi:type="dcterms:W3CDTF">2026-09-16T01:26:54.2260000Z</dcterms:modified>
</coreProperties>
</file>