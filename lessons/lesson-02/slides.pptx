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51befe80126849f3" Type="http://schemas.openxmlformats.org/officeDocument/2006/relationships/officeDocument" Target="ppt/presentation.xml"/><Relationship Id="R7cc19b1869c84db0" Type="http://schemas.openxmlformats.org/officeDocument/2006/relationships/extended-properties" Target="docProps/app.xml"/><Relationship Id="R81fae861a0804676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68830980fe240f1"/>
  </p:sldMasterIdLst>
  <p:notesMasterIdLst>
    <p:notesMasterId xmlns:r="http://schemas.openxmlformats.org/officeDocument/2006/relationships" r:id="Rf3cdda48fc28424f"/>
  </p:notesMasterIdLst>
  <p:sldIdLst>
    <p:sldId xmlns:r="http://schemas.openxmlformats.org/officeDocument/2006/relationships" id="256" r:id="Rf2b3b8839dfb49eb"/>
    <p:sldId xmlns:r="http://schemas.openxmlformats.org/officeDocument/2006/relationships" id="257" r:id="R51eb5871f411426a"/>
    <p:sldId xmlns:r="http://schemas.openxmlformats.org/officeDocument/2006/relationships" id="258" r:id="R6ef488c0d87a4cbc"/>
    <p:sldId xmlns:r="http://schemas.openxmlformats.org/officeDocument/2006/relationships" id="259" r:id="R6f3e53c359ef44ad"/>
    <p:sldId xmlns:r="http://schemas.openxmlformats.org/officeDocument/2006/relationships" id="260" r:id="R6051a0fe5c784277"/>
    <p:sldId xmlns:r="http://schemas.openxmlformats.org/officeDocument/2006/relationships" id="261" r:id="R1b77c52e06e8400d"/>
    <p:sldId xmlns:r="http://schemas.openxmlformats.org/officeDocument/2006/relationships" id="262" r:id="R540681e95fe443f3"/>
    <p:sldId xmlns:r="http://schemas.openxmlformats.org/officeDocument/2006/relationships" id="263" r:id="Recdc4d9bf16c4870"/>
    <p:sldId xmlns:r="http://schemas.openxmlformats.org/officeDocument/2006/relationships" id="264" r:id="R91a681a6647249d2"/>
    <p:sldId xmlns:r="http://schemas.openxmlformats.org/officeDocument/2006/relationships" id="265" r:id="Rfb9be642379b4a6d"/>
    <p:sldId xmlns:r="http://schemas.openxmlformats.org/officeDocument/2006/relationships" id="266" r:id="R5da91e71add5433e"/>
    <p:sldId xmlns:r="http://schemas.openxmlformats.org/officeDocument/2006/relationships" id="267" r:id="R6da38bb2043e48e9"/>
    <p:sldId xmlns:r="http://schemas.openxmlformats.org/officeDocument/2006/relationships" id="268" r:id="R9fea5010248644b9"/>
    <p:sldId xmlns:r="http://schemas.openxmlformats.org/officeDocument/2006/relationships" id="269" r:id="R88fea31754c24446"/>
    <p:sldId xmlns:r="http://schemas.openxmlformats.org/officeDocument/2006/relationships" id="270" r:id="R07bd90b2e06848d1"/>
    <p:sldId xmlns:r="http://schemas.openxmlformats.org/officeDocument/2006/relationships" id="271" r:id="R3ef233260cc840be"/>
    <p:sldId xmlns:r="http://schemas.openxmlformats.org/officeDocument/2006/relationships" id="272" r:id="Re4f87da605eb456a"/>
    <p:sldId xmlns:r="http://schemas.openxmlformats.org/officeDocument/2006/relationships" id="273" r:id="R6fb9c8fe5d93412e"/>
    <p:sldId xmlns:r="http://schemas.openxmlformats.org/officeDocument/2006/relationships" id="274" r:id="R44185beb948c40a9"/>
    <p:sldId xmlns:r="http://schemas.openxmlformats.org/officeDocument/2006/relationships" id="275" r:id="R99a2b84bd37f4e7c"/>
    <p:sldId xmlns:r="http://schemas.openxmlformats.org/officeDocument/2006/relationships" id="276" r:id="R2495a40ba4dd4d2b"/>
    <p:sldId xmlns:r="http://schemas.openxmlformats.org/officeDocument/2006/relationships" id="277" r:id="R7f4e2b5eecd74de1"/>
    <p:sldId xmlns:r="http://schemas.openxmlformats.org/officeDocument/2006/relationships" id="278" r:id="R317accd3725b4755"/>
    <p:sldId xmlns:r="http://schemas.openxmlformats.org/officeDocument/2006/relationships" id="279" r:id="R962f639b66764ed6"/>
    <p:sldId xmlns:r="http://schemas.openxmlformats.org/officeDocument/2006/relationships" id="280" r:id="R10713b582da34716"/>
    <p:sldId xmlns:r="http://schemas.openxmlformats.org/officeDocument/2006/relationships" id="281" r:id="R04935fdabeb940cb"/>
    <p:sldId xmlns:r="http://schemas.openxmlformats.org/officeDocument/2006/relationships" id="282" r:id="Re189d0d5d9574502"/>
    <p:sldId xmlns:r="http://schemas.openxmlformats.org/officeDocument/2006/relationships" id="283" r:id="Rab3f101d68504ec5"/>
    <p:sldId xmlns:r="http://schemas.openxmlformats.org/officeDocument/2006/relationships" id="284" r:id="Rb43216080170430a"/>
    <p:sldId xmlns:r="http://schemas.openxmlformats.org/officeDocument/2006/relationships" id="285" r:id="Rc337c843dd404cc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9012ECD-51FC-41F1-AA8D-1B2483CD663E}" styleName="浅色样式 2 - 强调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6E25E649-3F16-4E02-A733-19D2CDBF48F0}" styleName="中度样式 3 - 强调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C89EF96-8CEA-46FF-86C4-4CE0E7609802}" styleName="浅色样式 3 - 强调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中度样式 2 - 强调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p="http://schemas.openxmlformats.org/presentationml/2006/main">
  <p:slideViewPr>
    <p:cSldViewPr snapToGrid="0" showGuides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4935fdabeb940cb" Type="http://schemas.openxmlformats.org/officeDocument/2006/relationships/slide" Target="slides/slide26.xml"/><Relationship Id="R068830980fe240f1" Type="http://schemas.openxmlformats.org/officeDocument/2006/relationships/slideMaster" Target="slideMasters/slideMaster1.xml"/><Relationship Id="R07bd90b2e06848d1" Type="http://schemas.openxmlformats.org/officeDocument/2006/relationships/slide" Target="slides/slide15.xml"/><Relationship Id="R10713b582da34716" Type="http://schemas.openxmlformats.org/officeDocument/2006/relationships/slide" Target="slides/slide25.xml"/><Relationship Id="R114112d106654455" Type="http://schemas.openxmlformats.org/officeDocument/2006/relationships/presProps" Target="presProps.xml"/><Relationship Id="R1b77c52e06e8400d" Type="http://schemas.openxmlformats.org/officeDocument/2006/relationships/slide" Target="slides/slide6.xml"/><Relationship Id="R2495a40ba4dd4d2b" Type="http://schemas.openxmlformats.org/officeDocument/2006/relationships/slide" Target="slides/slide21.xml"/><Relationship Id="R317accd3725b4755" Type="http://schemas.openxmlformats.org/officeDocument/2006/relationships/slide" Target="slides/slide23.xml"/><Relationship Id="R3ef233260cc840be" Type="http://schemas.openxmlformats.org/officeDocument/2006/relationships/slide" Target="slides/slide16.xml"/><Relationship Id="R44185beb948c40a9" Type="http://schemas.openxmlformats.org/officeDocument/2006/relationships/slide" Target="slides/slide19.xml"/><Relationship Id="R51eb5871f411426a" Type="http://schemas.openxmlformats.org/officeDocument/2006/relationships/slide" Target="slides/slide2.xml"/><Relationship Id="R540681e95fe443f3" Type="http://schemas.openxmlformats.org/officeDocument/2006/relationships/slide" Target="slides/slide7.xml"/><Relationship Id="R596df88806334596" Type="http://schemas.openxmlformats.org/officeDocument/2006/relationships/theme" Target="theme/theme1.xml"/><Relationship Id="R5da91e71add5433e" Type="http://schemas.openxmlformats.org/officeDocument/2006/relationships/slide" Target="slides/slide11.xml"/><Relationship Id="R6051a0fe5c784277" Type="http://schemas.openxmlformats.org/officeDocument/2006/relationships/slide" Target="slides/slide5.xml"/><Relationship Id="R6da38bb2043e48e9" Type="http://schemas.openxmlformats.org/officeDocument/2006/relationships/slide" Target="slides/slide12.xml"/><Relationship Id="R6ef488c0d87a4cbc" Type="http://schemas.openxmlformats.org/officeDocument/2006/relationships/slide" Target="slides/slide3.xml"/><Relationship Id="R6f3e53c359ef44ad" Type="http://schemas.openxmlformats.org/officeDocument/2006/relationships/slide" Target="slides/slide4.xml"/><Relationship Id="R6fb9c8fe5d93412e" Type="http://schemas.openxmlformats.org/officeDocument/2006/relationships/slide" Target="slides/slide18.xml"/><Relationship Id="R7f4e2b5eecd74de1" Type="http://schemas.openxmlformats.org/officeDocument/2006/relationships/slide" Target="slides/slide22.xml"/><Relationship Id="R86881edb8d934f8c" Type="http://schemas.openxmlformats.org/officeDocument/2006/relationships/tableStyles" Target="tableStyles.xml"/><Relationship Id="R88fea31754c24446" Type="http://schemas.openxmlformats.org/officeDocument/2006/relationships/slide" Target="slides/slide14.xml"/><Relationship Id="R91a681a6647249d2" Type="http://schemas.openxmlformats.org/officeDocument/2006/relationships/slide" Target="slides/slide9.xml"/><Relationship Id="R962f639b66764ed6" Type="http://schemas.openxmlformats.org/officeDocument/2006/relationships/slide" Target="slides/slide24.xml"/><Relationship Id="R99a2b84bd37f4e7c" Type="http://schemas.openxmlformats.org/officeDocument/2006/relationships/slide" Target="slides/slide20.xml"/><Relationship Id="R9fea5010248644b9" Type="http://schemas.openxmlformats.org/officeDocument/2006/relationships/slide" Target="slides/slide13.xml"/><Relationship Id="Rab3f101d68504ec5" Type="http://schemas.openxmlformats.org/officeDocument/2006/relationships/slide" Target="slides/slide28.xml"/><Relationship Id="Rb43216080170430a" Type="http://schemas.openxmlformats.org/officeDocument/2006/relationships/slide" Target="slides/slide29.xml"/><Relationship Id="Rc185e9695e74470c" Type="http://schemas.openxmlformats.org/officeDocument/2006/relationships/viewProps" Target="viewProps.xml"/><Relationship Id="Rc337c843dd404cc9" Type="http://schemas.openxmlformats.org/officeDocument/2006/relationships/slide" Target="slides/slide30.xml"/><Relationship Id="Re189d0d5d9574502" Type="http://schemas.openxmlformats.org/officeDocument/2006/relationships/slide" Target="slides/slide27.xml"/><Relationship Id="Re4f87da605eb456a" Type="http://schemas.openxmlformats.org/officeDocument/2006/relationships/slide" Target="slides/slide17.xml"/><Relationship Id="Recdc4d9bf16c4870" Type="http://schemas.openxmlformats.org/officeDocument/2006/relationships/slide" Target="slides/slide8.xml"/><Relationship Id="Rf2b3b8839dfb49eb" Type="http://schemas.openxmlformats.org/officeDocument/2006/relationships/slide" Target="slides/slide1.xml"/><Relationship Id="Rf3cdda48fc28424f" Type="http://schemas.openxmlformats.org/officeDocument/2006/relationships/notesMaster" Target="notesMasters/notesMaster1.xml"/><Relationship Id="Rfb9be642379b4a6d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5343e6ac56954a95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5aaf68b0a3484bc7" Type="http://schemas.openxmlformats.org/officeDocument/2006/relationships/notesMaster" Target="../notesMasters/notesMaster1.xml"/><Relationship Id="R79ce6ada3f1f45af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339691cabb874b9c" Type="http://schemas.openxmlformats.org/officeDocument/2006/relationships/slide" Target="../slides/slide2.xml"/><Relationship Id="R7fab4ec77fba4f8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1086e1c376af4b8e" Type="http://schemas.openxmlformats.org/officeDocument/2006/relationships/slide" Target="../slides/slide3.xml"/><Relationship Id="Rdc79e066dc214079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4fde5dfdc13841ba" Type="http://schemas.openxmlformats.org/officeDocument/2006/relationships/slide" Target="../slides/slide4.xml"/><Relationship Id="R66f53ec27e9a40db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87a6f76e544c46d9" Type="http://schemas.openxmlformats.org/officeDocument/2006/relationships/slide" Target="../slides/slide5.xml"/><Relationship Id="R8c762a00319e4ff5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086436360f594a01" Type="http://schemas.openxmlformats.org/officeDocument/2006/relationships/slide" Target="../slides/slide6.xml"/><Relationship Id="Rfd6925d6a1c744fc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008705b5f00b4b93" Type="http://schemas.openxmlformats.org/officeDocument/2006/relationships/slide" Target="../slides/slide7.xml"/><Relationship Id="Ra7927a7873c745a9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386be32f92ed4d2a" Type="http://schemas.openxmlformats.org/officeDocument/2006/relationships/slide" Target="../slides/slide8.xml"/><Relationship Id="R723f3e32cc4c4040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10ac51ad305340a3" Type="http://schemas.openxmlformats.org/officeDocument/2006/relationships/slide" Target="../slides/slide9.xml"/><Relationship Id="Rce7060fe366048e9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28411ae9fb394283" Type="http://schemas.openxmlformats.org/officeDocument/2006/relationships/slide" Target="../slides/slide10.xml"/><Relationship Id="R515ca5a4f9a24114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578eb11a11d14567" Type="http://schemas.openxmlformats.org/officeDocument/2006/relationships/notesMaster" Target="../notesMasters/notesMaster1.xml"/><Relationship Id="Rf78850e1f832443c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741855d4c0d141dc" Type="http://schemas.openxmlformats.org/officeDocument/2006/relationships/slide" Target="../slides/slide12.xml"/><Relationship Id="Rec788b016de44d3f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0f5a2cdf6bca48a9" Type="http://schemas.openxmlformats.org/officeDocument/2006/relationships/slide" Target="../slides/slide13.xml"/><Relationship Id="Rc35e14a7c7dc4644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2349c6b34a254929" Type="http://schemas.openxmlformats.org/officeDocument/2006/relationships/slide" Target="../slides/slide14.xml"/><Relationship Id="R2f371d1b6d22418e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4cb32888bf034513" Type="http://schemas.openxmlformats.org/officeDocument/2006/relationships/notesMaster" Target="../notesMasters/notesMaster1.xml"/><Relationship Id="R62310e038b9241ae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66b6d5c9fe204986" Type="http://schemas.openxmlformats.org/officeDocument/2006/relationships/slide" Target="../slides/slide16.xml"/><Relationship Id="Rae533753f4b14eea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44d9005fdd4b47cf" Type="http://schemas.openxmlformats.org/officeDocument/2006/relationships/slide" Target="../slides/slide17.xml"/><Relationship Id="R4c47a57f780a4902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d0c8aa281c354139" Type="http://schemas.openxmlformats.org/officeDocument/2006/relationships/slide" Target="../slides/slide18.xml"/><Relationship Id="Rf177226d72e242b5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29bf9099956649f7" Type="http://schemas.openxmlformats.org/officeDocument/2006/relationships/notesMaster" Target="../notesMasters/notesMaster1.xml"/><Relationship Id="Rd53b10c615384437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570ac20dd93442e7" Type="http://schemas.openxmlformats.org/officeDocument/2006/relationships/notesMaster" Target="../notesMasters/notesMaster1.xml"/><Relationship Id="R9a41f8d2a5cf44ab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5858b131fef3400a" Type="http://schemas.openxmlformats.org/officeDocument/2006/relationships/slide" Target="../slides/slide21.xml"/><Relationship Id="Rd4e6320ba748435e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3ecabfb2d94b428e" Type="http://schemas.openxmlformats.org/officeDocument/2006/relationships/notesMaster" Target="../notesMasters/notesMaster1.xml"/><Relationship Id="Rda04001c4bea440a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634b550c74f945e6" Type="http://schemas.openxmlformats.org/officeDocument/2006/relationships/notesMaster" Target="../notesMasters/notesMaster1.xml"/><Relationship Id="R770bb3d2a19b41b9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5f74cbae07f545d3" Type="http://schemas.openxmlformats.org/officeDocument/2006/relationships/slide" Target="../slides/slide24.xml"/><Relationship Id="Rcb27698ac07049ce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ce1c520818244e19" Type="http://schemas.openxmlformats.org/officeDocument/2006/relationships/notesMaster" Target="../notesMasters/notesMaster1.xml"/><Relationship Id="Rf834e362314840c6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7b181968e1624fb5" Type="http://schemas.openxmlformats.org/officeDocument/2006/relationships/notesMaster" Target="../notesMasters/notesMaster1.xml"/><Relationship Id="Re1e687e42c5e4c4c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1d7c305d54f04f0e" Type="http://schemas.openxmlformats.org/officeDocument/2006/relationships/slide" Target="../slides/slide27.xml"/><Relationship Id="R73c7393457134b18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511d32bbf6b24b64" Type="http://schemas.openxmlformats.org/officeDocument/2006/relationships/slide" Target="../slides/slide28.xml"/><Relationship Id="Rd89483ff992a4aee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caaa426fb6cb40bb" Type="http://schemas.openxmlformats.org/officeDocument/2006/relationships/notesMaster" Target="../notesMasters/notesMaster1.xml"/><Relationship Id="Rd7005ed632864880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3ac6350ab4744cfb" Type="http://schemas.openxmlformats.org/officeDocument/2006/relationships/slide" Target="../slides/slide30.xml"/><Relationship Id="Rb9d258eaf629424a" Type="http://schemas.openxmlformats.org/officeDocument/2006/relationships/notesMaster" Target="../notesMasters/notesMaster1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本讲聚焦“科研伦理、Agent 权限、研究工件与追踪”。封面只保留正式课名，课堂问题从下一页展开。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/Users/bright/Projects/courses/graduate/course/syllabus.md</a:t>
            </a:r>
          </a:p>
          <a:p xmlns:a="http://schemas.openxmlformats.org/drawingml/2006/main">
            <a:r>
              <a:t>- /Users/bright/Projects/courses/graduate/lessons/lesson-02/slides.md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请学生选出自己最不确定的一项；本课为四个问题建立可执行结构。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lessons/lesson-01/slides.md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先投票，不先给标准答案；追问材料身份、授权、平台条款和替代方案。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Fictional classroom case; not formal peer review.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请学生指出 P03 最直接涉及哪两项价值。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https://doi.org/10.17226/21896 — NASEM, Fostering Integrity in Research, Chapter 2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用三项要求重新判断 P03；授课前复核学校规范是否修订。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https://www.cas.cn/sygz/202409/t20240910_5031186.shtml</a:t>
            </a:r>
          </a:p>
          <a:p xmlns:a="http://schemas.openxmlformats.org/drawingml/2006/main">
            <a:r>
              <a:t>- https://soo.sjtu.edu.cn/upload/file/20250217/20250217162021.pdf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让学生把‘用 AI 分析数据’改写成一个可判断的具体动作。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lessons/lesson-02/handout.md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用 P03 口头填写五个字段；控制必须改变实际边界。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lessons/lesson-02/handout.md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把‘注意隐私后可以’改成两个可检查条件。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lessons/lesson-02/handout.md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当前信息不足以授权全文上传；个人账户设置不等于项目处理授权。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https://www.cas.cn/sygz/202409/t20240910_5031186.shtml</a:t>
            </a:r>
          </a:p>
          <a:p xmlns:a="http://schemas.openxmlformats.org/drawingml/2006/main">
            <a:r>
              <a:t>- https://www.nature.com/nature-portfolio/editorial-policies/ai</a:t>
            </a:r>
          </a:p>
          <a:p xmlns:a="http://schemas.openxmlformats.org/drawingml/2006/main">
            <a:r>
              <a:t>- https://www.icmje.org/recommendations/browse/artificial-intelligence/ai-use-by-reviewers.html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区分测试工程行为与支撑经验结论；追问可用于区分的文件名或元数据。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https://www.cas.cn/sygz/202409/t20240910_5031186.shtml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结果出现后修改指标并非一律错误，但必须保留旧协议、说明原因并处理选择性报告风险。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lessons/lesson-02/handout.md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控制必须在动作发生前进入工作流；披露不是万能补救。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lessons/lesson-02/handout.md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先按动作定义边界，再沿四个维度逐项检查；平台菜单只是执行载体。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lessons/lesson-02/handout.md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让学生删去一个当前任务不需要的权限；敏感材料不得默认外发。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https://web.mit.edu/Saltzer/www/publications/protection/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自动检索或长循环在 Context、工具、域名、数据或外部动作变化时应重新检查。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https://web.mit.edu/Saltzer/www/publications/protection/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多项条件防止一个错误判断直接产生不可逆后果。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https://web.mit.edu/Saltzer/www/publications/protection/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矩阵定义长期边界；人工在环只在改变研究判断、证据状态或外部世界的地方暂停。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course/starter-template.md</a:t>
            </a:r>
          </a:p>
          <a:p xmlns:a="http://schemas.openxmlformats.org/drawingml/2006/main">
            <a:r>
              <a:t>- https://www.anthropic.com/engineering/building-effective-agents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Agent 不应把上一任务的权限自动继承到下一任务。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lessons/lesson-02/handout.md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目标不是选正确答案，而是逐项检查输出、确认点、禁止事项和核验方法。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Fictional configurations authored for classroom comparison.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文件存在不等于主张成熟；状态描述当前可用性，不是完成百分比。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course/starter-template.md</a:t>
            </a:r>
          </a:p>
          <a:p xmlns:a="http://schemas.openxmlformats.org/drawingml/2006/main">
            <a:r>
              <a:t>- AGENTS.md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让学生为 AI 使用记录从 draft 到 review 给出一条充分依据。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lessons/lesson-02/handout.md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没有来源、依据和后续用途，状态容易变成装饰标签。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course/starter-template.md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Agent 的完成报告也是待检查信息；实际文件、命令结果和外部状态优先。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course/starter-template.md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现场确认没有真实材料、私人路径和密钥；演示不访问网络。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Fictional demonstration task authored for this lesson.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运行后明确采用与拒绝，不要快速跳到写入；保留原始输出。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lessons/lesson-02/teaching-plan.md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逐项检查是否只改三个目标文件、是否出现未经批准的状态迁移、日志能否复原判断。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Fictional demonstration writeback and Git inspection command.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本页停留覆盖个人实践全程（两段：第一段约 10 分钟，教师中点点评约 5 分钟，第二段约 10 分钟）。课堂最低产出包含权限矩阵、确认与禁止、风险卡、AI 使用记录和至少一个早期工件追踪；四项追踪在第 3 课前补齐。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lessons/lesson-02/classroom-pack.md</a:t>
            </a:r>
          </a:p>
          <a:p xmlns:a="http://schemas.openxmlformats.org/drawingml/2006/main">
            <a:r>
              <a:t>- course/starter-template.md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不交换真实敏感内容，不共同修改项目；高风险外发应停止并按机构流程处理。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Formative peer feedback; not separately graded and not a group submission.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回收本讲核心概念及其关系。本页不新增任务；请学生用边界句检查自己的项目工件。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/Users/bright/Projects/courses/graduate/course/syllabus.md</a:t>
            </a:r>
          </a:p>
          <a:p xmlns:a="http://schemas.openxmlformats.org/drawingml/2006/main">
            <a:r>
              <a:t>- /Users/bright/Projects/courses/graduate/lessons/lesson-02/handout.md</a:t>
            </a:r>
          </a:p>
          <a:p xmlns:a="http://schemas.openxmlformats.org/drawingml/2006/main">
            <a:r>
              <a:t>- /Users/bright/Projects/courses/graduate/lessons/lesson-02/slides.md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明确形成性任务与正式提交的区别；第 3 课联网检索会带来新来源、新条款和新记录。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course/reading-list.md</a:t>
            </a:r>
          </a:p>
          <a:p xmlns:a="http://schemas.openxmlformats.org/drawingml/2006/main">
            <a:r>
              <a:t>- course/assignments.md</a:t>
            </a:r>
          </a:p>
          <a:p xmlns:a="http://schemas.openxmlformats.org/drawingml/2006/main">
            <a:r>
              <a:t>- course/syllabus.md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2019aea01fd94a22" Type="http://schemas.openxmlformats.org/officeDocument/2006/relationships/image" Target="../media/image2.png"/><Relationship Id="R3ee8d40cca9d4c8c" Type="http://schemas.openxmlformats.org/officeDocument/2006/relationships/slideMaster" Target="../slideMasters/slideMaster1.xml"/><Relationship Id="R481bf945937d445b" Type="http://schemas.openxmlformats.org/officeDocument/2006/relationships/image" Target="../media/image.png"/><Relationship Id="R583006c0760c40e6" Type="http://schemas.openxmlformats.org/officeDocument/2006/relationships/image" Target="../media/image4.png"/><Relationship Id="Rc6fb71d5348444e4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d7fc279717324174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3497b6c19a5b4fe4" Type="http://schemas.openxmlformats.org/officeDocument/2006/relationships/image" Target="../media/image2.png"/><Relationship Id="R4ab30724bf104746" Type="http://schemas.openxmlformats.org/officeDocument/2006/relationships/slideMaster" Target="../slideMasters/slideMaster1.xml"/><Relationship Id="R8cec242a94fa43d4" Type="http://schemas.openxmlformats.org/officeDocument/2006/relationships/image" Target="../media/image5.png"/></Relationships>
</file>

<file path=ppt/slideLayouts/_rels/slideLayout4.xml.rels><?xml version='1.0' encoding='UTF-8' standalone='yes'?>
<Relationships xmlns="http://schemas.openxmlformats.org/package/2006/relationships"><Relationship Id="R167f5a931e094484" Type="http://schemas.openxmlformats.org/officeDocument/2006/relationships/image" Target="../media/image3.png"/><Relationship Id="Rb57dd853fe314e50" Type="http://schemas.openxmlformats.org/officeDocument/2006/relationships/image" Target="../media/image.png"/><Relationship Id="Rfd8e23613f6e4dcb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preserve="1" userDrawn="1">
  <p:cSld name="封面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6" name="图片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1bf945937d445b">
            <a:duotone>
              <a:prstClr val="black"/>
              <a:schemeClr val="accent1">
                <a:tint val="45000"/>
                <a:satMod val="400000"/>
              </a:schemeClr>
            </a:duotone>
            <a:alphaModFix amt="5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50417" y="2900149"/>
            <a:ext cx="12292835" cy="3957851"/>
          </a:xfrm>
          <a:prstGeom xmlns:a="http://schemas.openxmlformats.org/drawingml/2006/main" prst="rect">
            <a:avLst/>
          </a:prstGeom>
        </p:spPr>
      </p:pic>
      <p:sp>
        <p:nvSpPr>
          <p:cNvPr id="22" name="标题 1">
            <a:extLst xmlns:a="http://schemas.openxmlformats.org/drawingml/2006/main">
              <a:ext uri="{FF2B5EF4-FFF2-40B4-BE49-F238E27FC236}">
                <a16:creationId xmlns:a16="http://schemas.microsoft.com/office/drawing/2014/main" id="{9AF74CDA-19DD-45C1-88FF-2379736830CB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1069561" y="2016174"/>
            <a:ext cx="10052879" cy="106085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lvl1pPr algn="ctr">
              <a:buNone/>
              <a:defRPr sz="5400" b="1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r>
              <a:t>单击此处编辑标题样式</a:t>
            </a:r>
          </a:p>
        </p:txBody>
      </p:sp>
      <p:sp>
        <p:nvSpPr>
          <p:cNvPr id="26" name="内容占位符 25">
            <a:extLst xmlns:a="http://schemas.openxmlformats.org/drawingml/2006/main">
              <a:ext uri="{FF2B5EF4-FFF2-40B4-BE49-F238E27FC236}">
                <a16:creationId xmlns:a16="http://schemas.microsoft.com/office/drawing/2014/main" id="{981273AB-3D30-4A7E-951D-B80D3185213B}"/>
              </a:ext>
            </a:extLst>
          </p:cNvPr>
          <p:cNvSpPr>
            <a:spLocks xmlns:a="http://schemas.openxmlformats.org/drawingml/2006/main" noGrp="1"/>
          </p:cNvSpPr>
          <p:nvPr>
            <p:ph idx="10" hasCustomPrompt="1"/>
          </p:nvPr>
        </p:nvSpPr>
        <p:spPr>
          <a:xfrm xmlns:a="http://schemas.openxmlformats.org/drawingml/2006/main">
            <a:off x="4644345" y="5196924"/>
            <a:ext cx="2903311" cy="454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240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fld id="{DE506FFD-8B27-444A-964F-E64D0BB3DAF0}" type="datetime2">
              <a:t>2019年1月28日</a:t>
            </a:fld>
            <a:endParaRPr/>
          </a:p>
        </p:txBody>
      </p:sp>
      <p:sp>
        <p:nvSpPr>
          <p:cNvPr id="32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F905EEBF-8ACE-4D30-A4F5-C5796F8343A2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4034910" y="4407403"/>
            <a:ext cx="4122181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32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pic>
        <p:nvPicPr>
          <p:cNvPr id="50" name="图片 3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019aea01fd94a22"/>
          <a:srcRect xmlns:a="http://schemas.openxmlformats.org/drawingml/2006/main" l="74359" t="0" r="1346" b="0"/>
          <a:stretch xmlns:a="http://schemas.openxmlformats.org/drawingml/2006/main"/>
        </p:blipFill>
        <p:spPr>
          <a:xfrm xmlns:a="http://schemas.openxmlformats.org/drawingml/2006/main">
            <a:off x="8870172" y="274183"/>
            <a:ext cx="3002280" cy="411617"/>
          </a:xfrm>
          <a:prstGeom xmlns:a="http://schemas.openxmlformats.org/drawingml/2006/main" prst="rect">
            <a:avLst/>
          </a:prstGeom>
        </p:spPr>
      </p:pic>
      <p:pic>
        <p:nvPicPr>
          <p:cNvPr id="51" name="图片 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6fb71d5348444e4">
            <a:alphaModFix amt="35000"/>
          </a:blip>
          <a:srcRect xmlns:a="http://schemas.openxmlformats.org/drawingml/2006/main" l="0" t="9831" r="0" b="36385"/>
          <a:stretch xmlns:a="http://schemas.openxmlformats.org/drawingml/2006/main"/>
        </p:blipFill>
        <p:spPr>
          <a:xfrm xmlns:a="http://schemas.openxmlformats.org/drawingml/2006/main" rot="0" flipH="0" flipV="0">
            <a:off x="3352562" y="6244170"/>
            <a:ext cx="5486876" cy="406590"/>
          </a:xfrm>
          <a:prstGeom xmlns:a="http://schemas.openxmlformats.org/drawingml/2006/main" prst="rect">
            <a:avLst/>
          </a:prstGeom>
        </p:spPr>
      </p:pic>
      <p:sp>
        <p:nvSpPr>
          <p:cNvPr id="37" name="椭圆 36">
            <a:extLst xmlns:a="http://schemas.openxmlformats.org/drawingml/2006/main">
              <a:ext uri="{FF2B5EF4-FFF2-40B4-BE49-F238E27FC236}">
                <a16:creationId xmlns:a16="http://schemas.microsoft.com/office/drawing/2014/main" id="{53D809C0-A4EF-44AF-AECA-4A85E4BA2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51000" y="6430138"/>
            <a:ext cx="90000" cy="90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6">
              <a:lumMod val="60000"/>
              <a:lumOff val="4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9" name="直接连接符 38">
            <a:extLst xmlns:a="http://schemas.openxmlformats.org/drawingml/2006/main">
              <a:ext uri="{FF2B5EF4-FFF2-40B4-BE49-F238E27FC236}">
                <a16:creationId xmlns:a16="http://schemas.microsoft.com/office/drawing/2014/main" id="{31F7CAE3-0209-4DA4-9A92-731CC272B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28587" y="6487838"/>
            <a:ext cx="900000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1" name="直接连接符 40">
            <a:extLst xmlns:a="http://schemas.openxmlformats.org/drawingml/2006/main">
              <a:ext uri="{FF2B5EF4-FFF2-40B4-BE49-F238E27FC236}">
                <a16:creationId xmlns:a16="http://schemas.microsoft.com/office/drawing/2014/main" id="{B3FF25BF-0A81-4E7C-A868-79A201F0D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983387" y="6487838"/>
            <a:ext cx="900000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2" name="直接连接符 11">
            <a:extLst xmlns:a="http://schemas.openxmlformats.org/drawingml/2006/main">
              <a:ext uri="{FF2B5EF4-FFF2-40B4-BE49-F238E27FC236}">
                <a16:creationId xmlns:a16="http://schemas.microsoft.com/office/drawing/2014/main" id="{84931B68-BEBE-4F6A-A7A3-EB2B855A6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6000" y="1712549"/>
            <a:ext cx="810000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26218CD3-8CA7-49E2-A133-F31724416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6000" y="3428810"/>
            <a:ext cx="810000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pic>
        <p:nvPicPr>
          <p:cNvPr id="57" name="图片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3006c0760c40e6"/>
          <a:srcRect xmlns:a="http://schemas.openxmlformats.org/drawingml/2006/main" l="0" t="0" r="54251" b="0"/>
          <a:stretch xmlns:a="http://schemas.openxmlformats.org/drawingml/2006/main"/>
        </p:blipFill>
        <p:spPr>
          <a:xfrm xmlns:a="http://schemas.openxmlformats.org/drawingml/2006/main">
            <a:off x="332010" y="251357"/>
            <a:ext cx="1934780" cy="482598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2.xml><?xml version="1.0" encoding="utf-8"?>
<p:sldLayout xmlns:p="http://schemas.openxmlformats.org/presentationml/2006/main" preserve="1" userDrawn="1">
  <p:cSld name="目录-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CD1F02EB-A5F5-4A25-8E13-33D76C399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1" y="2455636"/>
            <a:ext cx="2960913" cy="143872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DBDFDE5-938B-46BA-BF04-52626678C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6200000">
            <a:off x="1736542" y="2389144"/>
            <a:ext cx="97430" cy="2960914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DE1AFFB6-310A-466D-BAD1-F84A11C9C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3478991" y="0"/>
            <a:ext cx="90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6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preserve="1" userDrawn="1">
  <p:cSld name="1_仅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灯片编号占位符 2">
            <a:extLst xmlns:a="http://schemas.openxmlformats.org/drawingml/2006/main">
              <a:ext uri="{FF2B5EF4-FFF2-40B4-BE49-F238E27FC236}">
                <a16:creationId xmlns:a16="http://schemas.microsoft.com/office/drawing/2014/main" id="{C1D5E491-4859-47A4-8F29-DAACA1914DBE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C53781C-E1F6-4315-A39D-61273F2E0596}" type="slidenum">
              <a:t>‹#›</a:t>
            </a:fld>
            <a:endParaRPr/>
          </a:p>
        </p:txBody>
      </p:sp>
      <p:pic>
        <p:nvPicPr>
          <p:cNvPr id="25" name="图片 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497b6c19a5b4fe4"/>
          <a:srcRect xmlns:a="http://schemas.openxmlformats.org/drawingml/2006/main" l="0" t="0" r="1346" b="0"/>
          <a:stretch xmlns:a="http://schemas.openxmlformats.org/drawingml/2006/main"/>
        </p:blipFill>
        <p:spPr>
          <a:xfrm xmlns:a="http://schemas.openxmlformats.org/drawingml/2006/main">
            <a:off x="516" y="6041797"/>
            <a:ext cx="12166903" cy="411617"/>
          </a:xfrm>
          <a:prstGeom xmlns:a="http://schemas.openxmlformats.org/drawingml/2006/main" prst="rect">
            <a:avLst/>
          </a:prstGeom>
        </p:spPr>
      </p:pic>
      <p:sp>
        <p:nvSpPr>
          <p:cNvPr id="9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56FC8349-67FC-4E3B-B988-7A27FDAE9D24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319056" y="6438900"/>
            <a:ext cx="4151344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sp>
        <p:nvSpPr>
          <p:cNvPr id="10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85368C87-925C-44AC-B001-5C4EE6F00645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4788940" y="6438900"/>
            <a:ext cx="4151344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sp>
        <p:nvSpPr>
          <p:cNvPr id="19" name="平行四边形 18">
            <a:extLst xmlns:a="http://schemas.openxmlformats.org/drawingml/2006/main">
              <a:ext uri="{FF2B5EF4-FFF2-40B4-BE49-F238E27FC236}">
                <a16:creationId xmlns:a16="http://schemas.microsoft.com/office/drawing/2014/main" id="{9AE407FD-1006-4AC4-B10B-CB7686E66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"/>
            <a:ext cx="12191483" cy="685800"/>
          </a:xfrm>
          <a:prstGeom xmlns:a="http://schemas.openxmlformats.org/drawingml/2006/main" prst="parallelogram">
            <a:avLst>
              <a:gd name="adj" fmla="val 4305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pic>
        <p:nvPicPr>
          <p:cNvPr id="29" name="图片 1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ec242a94fa43d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19056" y="73482"/>
            <a:ext cx="538838" cy="538838"/>
          </a:xfrm>
          <a:prstGeom xmlns:a="http://schemas.openxmlformats.org/drawingml/2006/main" prst="rect">
            <a:avLst/>
          </a:prstGeom>
        </p:spPr>
      </p:pic>
      <p:sp>
        <p:nvSpPr>
          <p:cNvPr id="21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C2D49473-9331-4572-8AFC-3A905D765CF9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75351" y="43657"/>
            <a:ext cx="7081677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3200" b="1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preserve="1" userDrawn="1">
  <p:cSld name="封底">
    <p:bg>
      <p:bgPr>
        <a:solidFill xmlns:a="http://schemas.openxmlformats.org/drawingml/2006/main">
          <a:schemeClr val="accen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图片 1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7dd853fe314e50">
            <a:duotone>
              <a:prstClr val="black"/>
              <a:schemeClr val="accent1">
                <a:tint val="45000"/>
                <a:satMod val="400000"/>
              </a:schemeClr>
            </a:duotone>
            <a:alphaModFix amt="20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50417" y="2900149"/>
            <a:ext cx="12292835" cy="3957851"/>
          </a:xfrm>
          <a:prstGeom xmlns:a="http://schemas.openxmlformats.org/drawingml/2006/main" prst="rect">
            <a:avLst/>
          </a:prstGeom>
        </p:spPr>
      </p:pic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0F60F5A8-3022-49D5-A1B7-18CDA62C7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3429000"/>
            <a:ext cx="219751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4" name="直接连接符 13">
            <a:extLst xmlns:a="http://schemas.openxmlformats.org/drawingml/2006/main">
              <a:ext uri="{FF2B5EF4-FFF2-40B4-BE49-F238E27FC236}">
                <a16:creationId xmlns:a16="http://schemas.microsoft.com/office/drawing/2014/main" id="{2989B7D2-D2DE-4D77-870B-585E51853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9690" y="3429000"/>
            <a:ext cx="219751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0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4EB0A957-E3E4-47EE-9713-82509E17FD51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2555162" y="3129756"/>
            <a:ext cx="7081677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6000" b="1" spc="60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pic>
        <p:nvPicPr>
          <p:cNvPr id="27" name="图片 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67f5a931e094484">
            <a:alphaModFix amt="20000"/>
            <a:duotone>
              <a:schemeClr val="accent4">
                <a:shade val="45000"/>
                <a:satMod val="135000"/>
              </a:schemeClr>
              <a:prstClr val="white"/>
            </a:duotone>
          </a:blip>
          <a:srcRect xmlns:a="http://schemas.openxmlformats.org/drawingml/2006/main" l="0" t="9831" r="0" b="36385"/>
          <a:stretch xmlns:a="http://schemas.openxmlformats.org/drawingml/2006/main"/>
        </p:blipFill>
        <p:spPr>
          <a:xfrm xmlns:a="http://schemas.openxmlformats.org/drawingml/2006/main">
            <a:off x="3352562" y="6146610"/>
            <a:ext cx="5486876" cy="406590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<?xml version='1.0' encoding='UTF-8' standalone='yes'?>
<Relationships xmlns="http://schemas.openxmlformats.org/package/2006/relationships"><Relationship Id="R8140065edc274286" Type="http://schemas.openxmlformats.org/officeDocument/2006/relationships/slideLayout" Target="../slideLayouts/slideLayout4.xml"/><Relationship Id="R8529098853b546de" Type="http://schemas.openxmlformats.org/officeDocument/2006/relationships/slideLayout" Target="../slideLayouts/slideLayout3.xml"/><Relationship Id="Rc156b4cbe8fc4638" Type="http://schemas.openxmlformats.org/officeDocument/2006/relationships/slideLayout" Target="../slideLayouts/slideLayout1.xml"/><Relationship Id="Rdd9d5b3e9ecc4113" Type="http://schemas.openxmlformats.org/officeDocument/2006/relationships/slideLayout" Target="../slideLayouts/slideLayout2.xml"/><Relationship Id="Re35ce7a482274295" Type="http://schemas.openxmlformats.org/officeDocument/2006/relationships/theme" Target="theme/theme2.xml"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DF26411B-55E1-4CE5-B9CA-4734B17AE0EC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0849970" y="6515101"/>
            <a:ext cx="103723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48644C6-89F0-466C-949F-E70AD72679A8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156b4cbe8fc4638"/>
    <p:sldLayoutId xmlns:r="http://schemas.openxmlformats.org/officeDocument/2006/relationships" id="2147483650" r:id="Rdd9d5b3e9ecc4113"/>
    <p:sldLayoutId xmlns:r="http://schemas.openxmlformats.org/officeDocument/2006/relationships" id="2147483651" r:id="R8529098853b546de"/>
    <p:sldLayoutId xmlns:r="http://schemas.openxmlformats.org/officeDocument/2006/relationships" id="2147483652" r:id="R8140065edc274286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1" pos="192">
          <p15:clr>
            <a:srgbClr xmlns:a="http://schemas.openxmlformats.org/drawingml/2006/main" val="F26B43"/>
          </p15:clr>
        </p15:guide>
        <p15:guide id="2" pos="7488">
          <p15:clr>
            <a:srgbClr xmlns:a="http://schemas.openxmlformats.org/drawingml/2006/main" val="F26B43"/>
          </p15:clr>
        </p15:guide>
        <p15:guide id="3" orient="horz" pos="432">
          <p15:clr>
            <a:srgbClr xmlns:a="http://schemas.openxmlformats.org/drawingml/2006/main" val="F26B43"/>
          </p15:clr>
        </p15:guide>
        <p15:guide id="4" orient="horz" pos="472">
          <p15:clr>
            <a:srgbClr xmlns:a="http://schemas.openxmlformats.org/drawingml/2006/main" val="F26B43"/>
          </p15:clr>
        </p15:guide>
        <p15:guide id="5" orient="horz" pos="4104">
          <p15:clr>
            <a:srgbClr xmlns:a="http://schemas.openxmlformats.org/drawingml/2006/main" val="F26B43"/>
          </p15:clr>
        </p15:guide>
        <p15:guide id="6" orient="horz" pos="4056">
          <p15:clr>
            <a:srgbClr xmlns:a="http://schemas.openxmlformats.org/drawingml/2006/main" val="F26B43"/>
          </p15:clr>
        </p15:guide>
      </p15:sldGuideLst>
    </p:ext>
  </p:extLst>
</p:sldMaster>
</file>

<file path=ppt/slideMasters/theme/theme2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27a47e1b5e6f40a4" Type="http://schemas.openxmlformats.org/officeDocument/2006/relationships/notesSlide" Target="../notesSlides/notesSlide1.xml"/><Relationship Id="Refd05b2a54a14e9f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3365d1cf96734c57" Type="http://schemas.openxmlformats.org/officeDocument/2006/relationships/slideLayout" Target="../slideLayouts/slideLayout3.xml"/><Relationship Id="Ra7116bc3821c407e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808936fcf2c64a85" Type="http://schemas.openxmlformats.org/officeDocument/2006/relationships/slideLayout" Target="../slideLayouts/slideLayout3.xml"/><Relationship Id="Rb7f973d6ee164b79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add7838de2fc41e4" Type="http://schemas.openxmlformats.org/officeDocument/2006/relationships/slideLayout" Target="../slideLayouts/slideLayout3.xml"/><Relationship Id="Redb45793354448c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37ead58975614ae4" Type="http://schemas.openxmlformats.org/officeDocument/2006/relationships/slideLayout" Target="../slideLayouts/slideLayout3.xml"/><Relationship Id="Re2a8f0d28c7b4f41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08b006cf947a4268" Type="http://schemas.openxmlformats.org/officeDocument/2006/relationships/notesSlide" Target="../notesSlides/notesSlide6.xml"/><Relationship Id="R7810f79554d04be7" Type="http://schemas.openxmlformats.org/officeDocument/2006/relationships/slideLayout" Target="../slideLayouts/slideLayout3.xml"/></Relationships>
</file>

<file path=ppt/slides/_rels/slide7.xml.rels><?xml version='1.0' encoding='UTF-8' standalone='yes'?>
<Relationships xmlns="http://schemas.openxmlformats.org/package/2006/relationships"><Relationship Id="R5913f1c0469e49e0" Type="http://schemas.openxmlformats.org/officeDocument/2006/relationships/notesSlide" Target="../notesSlides/notesSlide7.xml"/><Relationship Id="R88266afea4b5429d" Type="http://schemas.openxmlformats.org/officeDocument/2006/relationships/slideLayout" Target="../slideLayouts/slideLayout3.xml"/></Relationships>
</file>

<file path=ppt/slides/_rels/slide8.xml.rels><?xml version='1.0' encoding='UTF-8' standalone='yes'?>
<Relationships xmlns="http://schemas.openxmlformats.org/package/2006/relationships"><Relationship Id="R38333cdb55e14303" Type="http://schemas.openxmlformats.org/officeDocument/2006/relationships/notesSlide" Target="../notesSlides/notesSlide8.xml"/><Relationship Id="R5e22e4ba386a4e4a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49ac6e7b3ddc44a0" Type="http://schemas.openxmlformats.org/officeDocument/2006/relationships/slideLayout" Target="../slideLayouts/slideLayout3.xml"/><Relationship Id="R8ddb8e3c033544fb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0372abc290d94776" Type="http://schemas.openxmlformats.org/officeDocument/2006/relationships/notesSlide" Target="../notesSlides/notesSlide10.xml"/><Relationship Id="R19bdea34d1c749c4" Type="http://schemas.openxmlformats.org/officeDocument/2006/relationships/slideLayout" Target="../slideLayouts/slideLayout3.xml"/></Relationships>
</file>

<file path=ppt/slides/_rels/slide11.xml.rels><?xml version='1.0' encoding='UTF-8' standalone='yes'?>
<Relationships xmlns="http://schemas.openxmlformats.org/package/2006/relationships"><Relationship Id="R6432589dc7044363" Type="http://schemas.openxmlformats.org/officeDocument/2006/relationships/notesSlide" Target="../notesSlides/notesSlide11.xml"/><Relationship Id="Ree864dcf3dfe4429" Type="http://schemas.openxmlformats.org/officeDocument/2006/relationships/slideLayout" Target="../slideLayouts/slideLayout3.xml"/></Relationships>
</file>

<file path=ppt/slides/_rels/slide12.xml.rels><?xml version='1.0' encoding='UTF-8' standalone='yes'?>
<Relationships xmlns="http://schemas.openxmlformats.org/package/2006/relationships"><Relationship Id="R24c9d937180f49ec" Type="http://schemas.openxmlformats.org/officeDocument/2006/relationships/slideLayout" Target="../slideLayouts/slideLayout3.xml"/><Relationship Id="R905e82daa6ee4d7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4984508e63ac43f8" Type="http://schemas.openxmlformats.org/officeDocument/2006/relationships/notesSlide" Target="../notesSlides/notesSlide13.xml"/><Relationship Id="R5c1641c872d44f8c" Type="http://schemas.openxmlformats.org/officeDocument/2006/relationships/slideLayout" Target="../slideLayouts/slideLayout3.xml"/></Relationships>
</file>

<file path=ppt/slides/_rels/slide14.xml.rels><?xml version='1.0' encoding='UTF-8' standalone='yes'?>
<Relationships xmlns="http://schemas.openxmlformats.org/package/2006/relationships"><Relationship Id="R6e6ab4bb718541f3" Type="http://schemas.openxmlformats.org/officeDocument/2006/relationships/notesSlide" Target="../notesSlides/notesSlide14.xml"/><Relationship Id="Rebcb46e82d90453e" Type="http://schemas.openxmlformats.org/officeDocument/2006/relationships/slideLayout" Target="../slideLayouts/slideLayout3.xml"/></Relationships>
</file>

<file path=ppt/slides/_rels/slide15.xml.rels><?xml version='1.0' encoding='UTF-8' standalone='yes'?>
<Relationships xmlns="http://schemas.openxmlformats.org/package/2006/relationships"><Relationship Id="R1165eda2d0a1484e" Type="http://schemas.openxmlformats.org/officeDocument/2006/relationships/slideLayout" Target="../slideLayouts/slideLayout3.xml"/><Relationship Id="R32cb46aa2ba34b6c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d10af3bae2054abb" Type="http://schemas.openxmlformats.org/officeDocument/2006/relationships/slideLayout" Target="../slideLayouts/slideLayout3.xml"/><Relationship Id="Rd25f385b1f364180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ad987bc14d7b44cc" Type="http://schemas.openxmlformats.org/officeDocument/2006/relationships/notesSlide" Target="../notesSlides/notesSlide17.xml"/><Relationship Id="Rb007fb5aaffb44de" Type="http://schemas.openxmlformats.org/officeDocument/2006/relationships/slideLayout" Target="../slideLayouts/slideLayout3.xml"/></Relationships>
</file>

<file path=ppt/slides/_rels/slide18.xml.rels><?xml version='1.0' encoding='UTF-8' standalone='yes'?>
<Relationships xmlns="http://schemas.openxmlformats.org/package/2006/relationships"><Relationship Id="R4821d174296944d7" Type="http://schemas.openxmlformats.org/officeDocument/2006/relationships/notesSlide" Target="../notesSlides/notesSlide18.xml"/><Relationship Id="R7cab7091129d4ee1" Type="http://schemas.openxmlformats.org/officeDocument/2006/relationships/slideLayout" Target="../slideLayouts/slideLayout3.xml"/></Relationships>
</file>

<file path=ppt/slides/_rels/slide19.xml.rels><?xml version='1.0' encoding='UTF-8' standalone='yes'?>
<Relationships xmlns="http://schemas.openxmlformats.org/package/2006/relationships"><Relationship Id="R514d72e7751d4d70" Type="http://schemas.openxmlformats.org/officeDocument/2006/relationships/slideLayout" Target="../slideLayouts/slideLayout3.xml"/><Relationship Id="R7032d2a0753c430e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66f50c3cb1a3422d" Type="http://schemas.openxmlformats.org/officeDocument/2006/relationships/notesSlide" Target="../notesSlides/notesSlide20.xml"/><Relationship Id="Ra3c4e019942d47c7" Type="http://schemas.openxmlformats.org/officeDocument/2006/relationships/slideLayout" Target="../slideLayouts/slideLayout3.xml"/></Relationships>
</file>

<file path=ppt/slides/_rels/slide21.xml.rels><?xml version='1.0' encoding='UTF-8' standalone='yes'?>
<Relationships xmlns="http://schemas.openxmlformats.org/package/2006/relationships"><Relationship Id="R42de6173f3dc4ff7" Type="http://schemas.openxmlformats.org/officeDocument/2006/relationships/slideLayout" Target="../slideLayouts/slideLayout3.xml"/><Relationship Id="R571cef13cf91428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83d86f80aa8c4da9" Type="http://schemas.openxmlformats.org/officeDocument/2006/relationships/slideLayout" Target="../slideLayouts/slideLayout3.xml"/><Relationship Id="Rcf9da530fa41404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763a57d22c7446e6" Type="http://schemas.openxmlformats.org/officeDocument/2006/relationships/slideLayout" Target="../slideLayouts/slideLayout3.xml"/><Relationship Id="Rd893fadf8ac74a9d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148774743e3f4253" Type="http://schemas.openxmlformats.org/officeDocument/2006/relationships/slideLayout" Target="../slideLayouts/slideLayout3.xml"/><Relationship Id="Refb2f4feac6d436c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8a59c1ea7293411c" Type="http://schemas.openxmlformats.org/officeDocument/2006/relationships/slideLayout" Target="../slideLayouts/slideLayout3.xml"/><Relationship Id="Rf5b1fe1ebfd3423e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c58b06e92db04924" Type="http://schemas.openxmlformats.org/officeDocument/2006/relationships/notesSlide" Target="../notesSlides/notesSlide26.xml"/><Relationship Id="Rdb75bfeb9a2f41c2" Type="http://schemas.openxmlformats.org/officeDocument/2006/relationships/slideLayout" Target="../slideLayouts/slideLayout3.xml"/></Relationships>
</file>

<file path=ppt/slides/_rels/slide27.xml.rels><?xml version='1.0' encoding='UTF-8' standalone='yes'?>
<Relationships xmlns="http://schemas.openxmlformats.org/package/2006/relationships"><Relationship Id="R40b9effea8fa4f81" Type="http://schemas.openxmlformats.org/officeDocument/2006/relationships/slideLayout" Target="../slideLayouts/slideLayout3.xml"/><Relationship Id="R6ec80a796b0d49f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7dac5c3e7cce4807" Type="http://schemas.openxmlformats.org/officeDocument/2006/relationships/notesSlide" Target="../notesSlides/notesSlide28.xml"/><Relationship Id="Rff79956e79924eea" Type="http://schemas.openxmlformats.org/officeDocument/2006/relationships/slideLayout" Target="../slideLayouts/slideLayout3.xml"/></Relationships>
</file>

<file path=ppt/slides/_rels/slide29.xml.rels><?xml version='1.0' encoding='UTF-8' standalone='yes'?>
<Relationships xmlns="http://schemas.openxmlformats.org/package/2006/relationships"><Relationship Id="R7af0ca3879034db9" Type="http://schemas.openxmlformats.org/officeDocument/2006/relationships/notesSlide" Target="../notesSlides/notesSlide29.xml"/><Relationship Id="Ra026d09e6c564e41" Type="http://schemas.openxmlformats.org/officeDocument/2006/relationships/slideLayout" Target="../slideLayouts/slideLayout3.xml"/></Relationships>
</file>

<file path=ppt/slides/_rels/slide30.xml.rels><?xml version='1.0' encoding='UTF-8' standalone='yes'?>
<Relationships xmlns="http://schemas.openxmlformats.org/package/2006/relationships"><Relationship Id="R32c37e7de3054587" Type="http://schemas.openxmlformats.org/officeDocument/2006/relationships/slideLayout" Target="../slideLayouts/slideLayout3.xml"/><Relationship Id="Rba5b646895494b82" Type="http://schemas.openxmlformats.org/officeDocument/2006/relationships/notesSlide" Target="../notesSlides/notesSlide30.xm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1">
            <a:extLst xmlns:a="http://schemas.openxmlformats.org/drawingml/2006/main">
              <a:ext uri="{FF2B5EF4-FFF2-40B4-BE49-F238E27FC236}">
                <a16:creationId xmlns:a16="http://schemas.microsoft.com/office/drawing/2014/main" id="{27DE90CC-93E2-C662-C202-C5C6993D7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90700"/>
            <a:ext cx="9906000" cy="152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</a:pPr>
            <a:r>
              <a:rPr sz="31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第2讲 科研伦理、Agent 权限、研究工件与追踪</a:t>
            </a:r>
            <a:endParaRPr sz="4000" b="1" kern="0" spc="20">
              <a:solidFill>
                <a:srgbClr val="C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45004539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第一课的受限交互仍留下四个问题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  <a:endParaRPr/>
          </a:p>
        </p:txBody>
      </p:sp>
      <p:sp>
        <p:nvSpPr>
          <p:cNvPr id="6" name="p02-center">
            <a:extLst xmlns:a="http://schemas.openxmlformats.org/drawingml/2006/main">
              <a:ext uri="{FF2B5EF4-FFF2-40B4-BE49-F238E27FC236}">
                <a16:creationId xmlns:a16="http://schemas.microsoft.com/office/drawing/2014/main" id="{D7E829C3-87E8-46ED-A415-7558808D8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609850"/>
            <a:ext cx="46863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175" b="1">
                <a:solidFill>
                  <a:srgbClr val="FFFFFF"/>
                </a:solidFill>
              </a:defRPr>
            </a:pPr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只读 → 审核 → 写回 → 记录</a:t>
            </a:r>
          </a:p>
        </p:txBody>
      </p:sp>
      <p:sp>
        <p:nvSpPr>
          <p:cNvPr id="7" name="p02-q-0">
            <a:extLst xmlns:a="http://schemas.openxmlformats.org/drawingml/2006/main">
              <a:ext uri="{FF2B5EF4-FFF2-40B4-BE49-F238E27FC236}">
                <a16:creationId xmlns:a16="http://schemas.microsoft.com/office/drawing/2014/main" id="{C94EDA83-C5B0-4F83-8D9A-F9E1F42A8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57300"/>
            <a:ext cx="36957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263746"/>
                </a:solidFill>
              </a:defRPr>
            </a:pPr>
            <a:r>
              <a:rPr sz="18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什么材料可以进入 Context？</a:t>
            </a:r>
          </a:p>
        </p:txBody>
      </p:sp>
      <p:sp>
        <p:nvSpPr>
          <p:cNvPr id="8" name="p02-q-1">
            <a:extLst xmlns:a="http://schemas.openxmlformats.org/drawingml/2006/main">
              <a:ext uri="{FF2B5EF4-FFF2-40B4-BE49-F238E27FC236}">
                <a16:creationId xmlns:a16="http://schemas.microsoft.com/office/drawing/2014/main" id="{394B48BB-B499-4BA2-A42E-80D72B2D0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1257300"/>
            <a:ext cx="36957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263746"/>
                </a:solidFill>
              </a:defRPr>
            </a:pPr>
            <a:r>
              <a:rPr sz="18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哪些动作需要人工确认？</a:t>
            </a:r>
          </a:p>
        </p:txBody>
      </p:sp>
      <p:sp>
        <p:nvSpPr>
          <p:cNvPr id="9" name="p02-q-2">
            <a:extLst xmlns:a="http://schemas.openxmlformats.org/drawingml/2006/main">
              <a:ext uri="{FF2B5EF4-FFF2-40B4-BE49-F238E27FC236}">
                <a16:creationId xmlns:a16="http://schemas.microsoft.com/office/drawing/2014/main" id="{1A6FC9D2-192D-4B95-8A03-645A65675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29100"/>
            <a:ext cx="36957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263746"/>
                </a:solidFill>
              </a:defRPr>
            </a:pPr>
            <a:r>
              <a:rPr sz="18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谁能改变工件状态？</a:t>
            </a:r>
          </a:p>
        </p:txBody>
      </p:sp>
      <p:sp>
        <p:nvSpPr>
          <p:cNvPr id="10" name="p02-q-3">
            <a:extLst xmlns:a="http://schemas.openxmlformats.org/drawingml/2006/main">
              <a:ext uri="{FF2B5EF4-FFF2-40B4-BE49-F238E27FC236}">
                <a16:creationId xmlns:a16="http://schemas.microsoft.com/office/drawing/2014/main" id="{008916BF-EFF1-4B0E-AB2F-ABB8DC194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229100"/>
            <a:ext cx="36957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怎样证明实际发生了什么？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案例：可以把未公开合作稿交给外部模型吗？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  <a:endParaRPr/>
          </a:p>
        </p:txBody>
      </p:sp>
      <p:sp>
        <p:nvSpPr>
          <p:cNvPr id="6" name="p03-fiction">
            <a:extLst xmlns:a="http://schemas.openxmlformats.org/drawingml/2006/main">
              <a:ext uri="{FF2B5EF4-FFF2-40B4-BE49-F238E27FC236}">
                <a16:creationId xmlns:a16="http://schemas.microsoft.com/office/drawing/2014/main" id="{E1A3973A-4D11-493F-B7BF-4A61B1F5A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99060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684"/>
                </a:solidFill>
              </a:defRPr>
            </a:pPr>
            <a:r>
              <a:rPr sz="1200" b="1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虚构案例</a:t>
            </a:r>
          </a:p>
        </p:txBody>
      </p:sp>
      <p:sp>
        <p:nvSpPr>
          <p:cNvPr id="7" name="p03-case">
            <a:extLst xmlns:a="http://schemas.openxmlformats.org/drawingml/2006/main">
              <a:ext uri="{FF2B5EF4-FFF2-40B4-BE49-F238E27FC236}">
                <a16:creationId xmlns:a16="http://schemas.microsoft.com/office/drawing/2014/main" id="{782E38E6-BE28-40A2-B6F4-D4067A595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66850"/>
            <a:ext cx="6153150" cy="289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2100" b="1">
                <a:solidFill>
                  <a:srgbClr val="263746"/>
                </a:solidFill>
              </a:defRPr>
            </a:pPr>
            <a:r>
              <a:rPr sz="21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你是共同作者。能否把尚未投稿的合作论文上传到个人订阅的外部模型，生成内部模拟审稿意见？</a:t>
            </a:r>
          </a:p>
        </p:txBody>
      </p:sp>
      <p:sp>
        <p:nvSpPr>
          <p:cNvPr id="8" name="p03-choice-0">
            <a:extLst xmlns:a="http://schemas.openxmlformats.org/drawingml/2006/main">
              <a:ext uri="{FF2B5EF4-FFF2-40B4-BE49-F238E27FC236}">
                <a16:creationId xmlns:a16="http://schemas.microsoft.com/office/drawing/2014/main" id="{50B70191-AF28-48A8-B25F-7C421DC4B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1409700"/>
            <a:ext cx="33718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28745A"/>
                </a:solidFill>
              </a:defRPr>
            </a:pPr>
            <a:r>
              <a:rPr sz="210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允许</a:t>
            </a:r>
          </a:p>
        </p:txBody>
      </p:sp>
      <p:sp>
        <p:nvSpPr>
          <p:cNvPr id="9" name="p03-choice-1">
            <a:extLst xmlns:a="http://schemas.openxmlformats.org/drawingml/2006/main">
              <a:ext uri="{FF2B5EF4-FFF2-40B4-BE49-F238E27FC236}">
                <a16:creationId xmlns:a16="http://schemas.microsoft.com/office/drawing/2014/main" id="{8E7CC496-B3D5-4B8D-AF68-7DEB733C2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609850"/>
            <a:ext cx="33718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0D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A86C12"/>
                </a:solidFill>
              </a:defRPr>
            </a:pPr>
            <a:r>
              <a:rPr sz="2100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有条件允许</a:t>
            </a:r>
          </a:p>
        </p:txBody>
      </p:sp>
      <p:sp>
        <p:nvSpPr>
          <p:cNvPr id="10" name="p03-choice-2">
            <a:extLst xmlns:a="http://schemas.openxmlformats.org/drawingml/2006/main">
              <a:ext uri="{FF2B5EF4-FFF2-40B4-BE49-F238E27FC236}">
                <a16:creationId xmlns:a16="http://schemas.microsoft.com/office/drawing/2014/main" id="{D1A194D5-B20A-4C2D-AFBA-A81DA984B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810000"/>
            <a:ext cx="33718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C8161E"/>
                </a:solidFill>
              </a:defRPr>
            </a:pPr>
            <a:r>
              <a:rPr sz="21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禁止</a:t>
            </a:r>
          </a:p>
        </p:txBody>
      </p:sp>
      <p:sp>
        <p:nvSpPr>
          <p:cNvPr id="11" name="p03-action">
            <a:extLst xmlns:a="http://schemas.openxmlformats.org/drawingml/2006/main">
              <a:ext uri="{FF2B5EF4-FFF2-40B4-BE49-F238E27FC236}">
                <a16:creationId xmlns:a16="http://schemas.microsoft.com/office/drawing/2014/main" id="{EFBE04C2-0CFC-4B04-97B3-79350E196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914900"/>
            <a:ext cx="9258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个人投票后，两人交换一个决定性理由。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科研诚信要求的不只是“不造假”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  <a:endParaRPr/>
          </a:p>
        </p:txBody>
      </p:sp>
      <p:sp>
        <p:nvSpPr>
          <p:cNvPr id="6" name="p04-en-0">
            <a:extLst xmlns:a="http://schemas.openxmlformats.org/drawingml/2006/main">
              <a:ext uri="{FF2B5EF4-FFF2-40B4-BE49-F238E27FC236}">
                <a16:creationId xmlns:a16="http://schemas.microsoft.com/office/drawing/2014/main" id="{DD9FE4A1-CB45-44C1-A22A-70C9F5D99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352550"/>
            <a:ext cx="3238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18354E"/>
                </a:solidFill>
              </a:defRPr>
            </a:pPr>
            <a:r>
              <a:rPr sz="1950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Objectivity</a:t>
            </a:r>
          </a:p>
        </p:txBody>
      </p:sp>
      <p:sp>
        <p:nvSpPr>
          <p:cNvPr id="7" name="p04-zh-0">
            <a:extLst xmlns:a="http://schemas.openxmlformats.org/drawingml/2006/main">
              <a:ext uri="{FF2B5EF4-FFF2-40B4-BE49-F238E27FC236}">
                <a16:creationId xmlns:a16="http://schemas.microsoft.com/office/drawing/2014/main" id="{7B836E36-7D17-4654-B037-4B5806C78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38350"/>
            <a:ext cx="3238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0">
                <a:solidFill>
                  <a:srgbClr val="667684"/>
                </a:solidFill>
              </a:defRPr>
            </a:pPr>
            <a:r>
              <a:rPr sz="1650" b="0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客观</a:t>
            </a:r>
          </a:p>
        </p:txBody>
      </p:sp>
      <p:sp>
        <p:nvSpPr>
          <p:cNvPr id="8" name="p04-en-1">
            <a:extLst xmlns:a="http://schemas.openxmlformats.org/drawingml/2006/main">
              <a:ext uri="{FF2B5EF4-FFF2-40B4-BE49-F238E27FC236}">
                <a16:creationId xmlns:a16="http://schemas.microsoft.com/office/drawing/2014/main" id="{821EBD08-E853-4A6E-A0F3-1353FB692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352550"/>
            <a:ext cx="3238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18354E"/>
                </a:solidFill>
              </a:defRPr>
            </a:pPr>
            <a:r>
              <a:rPr sz="1950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Honesty</a:t>
            </a:r>
          </a:p>
        </p:txBody>
      </p:sp>
      <p:sp>
        <p:nvSpPr>
          <p:cNvPr id="9" name="p04-zh-1">
            <a:extLst xmlns:a="http://schemas.openxmlformats.org/drawingml/2006/main">
              <a:ext uri="{FF2B5EF4-FFF2-40B4-BE49-F238E27FC236}">
                <a16:creationId xmlns:a16="http://schemas.microsoft.com/office/drawing/2014/main" id="{682E88CB-9C8C-4EB8-82D7-A22542DCC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038350"/>
            <a:ext cx="3238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0">
                <a:solidFill>
                  <a:srgbClr val="667684"/>
                </a:solidFill>
              </a:defRPr>
            </a:pPr>
            <a:r>
              <a:rPr sz="1650" b="0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诚实</a:t>
            </a:r>
          </a:p>
        </p:txBody>
      </p:sp>
      <p:sp>
        <p:nvSpPr>
          <p:cNvPr id="10" name="p04-en-2">
            <a:extLst xmlns:a="http://schemas.openxmlformats.org/drawingml/2006/main">
              <a:ext uri="{FF2B5EF4-FFF2-40B4-BE49-F238E27FC236}">
                <a16:creationId xmlns:a16="http://schemas.microsoft.com/office/drawing/2014/main" id="{A0B8A388-B89A-44C3-8941-3946388B5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352550"/>
            <a:ext cx="3238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18354E"/>
                </a:solidFill>
              </a:defRPr>
            </a:pPr>
            <a:r>
              <a:rPr sz="1950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Openness</a:t>
            </a:r>
          </a:p>
        </p:txBody>
      </p:sp>
      <p:sp>
        <p:nvSpPr>
          <p:cNvPr id="11" name="p04-zh-2">
            <a:extLst xmlns:a="http://schemas.openxmlformats.org/drawingml/2006/main">
              <a:ext uri="{FF2B5EF4-FFF2-40B4-BE49-F238E27FC236}">
                <a16:creationId xmlns:a16="http://schemas.microsoft.com/office/drawing/2014/main" id="{B34480CB-9EB6-48FB-9D43-0CA08540A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038350"/>
            <a:ext cx="3238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0">
                <a:solidFill>
                  <a:srgbClr val="667684"/>
                </a:solidFill>
              </a:defRPr>
            </a:pPr>
            <a:r>
              <a:rPr sz="1650" b="0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开放</a:t>
            </a:r>
          </a:p>
        </p:txBody>
      </p:sp>
      <p:sp>
        <p:nvSpPr>
          <p:cNvPr id="12" name="p04-en-3">
            <a:extLst xmlns:a="http://schemas.openxmlformats.org/drawingml/2006/main">
              <a:ext uri="{FF2B5EF4-FFF2-40B4-BE49-F238E27FC236}">
                <a16:creationId xmlns:a16="http://schemas.microsoft.com/office/drawing/2014/main" id="{1B7A5F2B-FD5B-41BB-B71A-B085AB25C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67050"/>
            <a:ext cx="3238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18354E"/>
                </a:solidFill>
              </a:defRPr>
            </a:pPr>
            <a:r>
              <a:rPr sz="1950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Fairness</a:t>
            </a:r>
          </a:p>
        </p:txBody>
      </p:sp>
      <p:sp>
        <p:nvSpPr>
          <p:cNvPr id="13" name="p04-zh-3">
            <a:extLst xmlns:a="http://schemas.openxmlformats.org/drawingml/2006/main">
              <a:ext uri="{FF2B5EF4-FFF2-40B4-BE49-F238E27FC236}">
                <a16:creationId xmlns:a16="http://schemas.microsoft.com/office/drawing/2014/main" id="{77379DD1-78F1-4305-9831-B6FDAC0E8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52850"/>
            <a:ext cx="3238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0">
                <a:solidFill>
                  <a:srgbClr val="667684"/>
                </a:solidFill>
              </a:defRPr>
            </a:pPr>
            <a:r>
              <a:rPr sz="1650" b="0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公平</a:t>
            </a:r>
          </a:p>
        </p:txBody>
      </p:sp>
      <p:sp>
        <p:nvSpPr>
          <p:cNvPr id="14" name="p04-en-4">
            <a:extLst xmlns:a="http://schemas.openxmlformats.org/drawingml/2006/main">
              <a:ext uri="{FF2B5EF4-FFF2-40B4-BE49-F238E27FC236}">
                <a16:creationId xmlns:a16="http://schemas.microsoft.com/office/drawing/2014/main" id="{D2BD8792-380C-4D91-9463-85A1DDC83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067050"/>
            <a:ext cx="3238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C8161E"/>
                </a:solidFill>
              </a:defRPr>
            </a:pPr>
            <a:r>
              <a:rPr sz="19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Accountability</a:t>
            </a:r>
          </a:p>
        </p:txBody>
      </p:sp>
      <p:sp>
        <p:nvSpPr>
          <p:cNvPr id="15" name="p04-zh-4">
            <a:extLst xmlns:a="http://schemas.openxmlformats.org/drawingml/2006/main">
              <a:ext uri="{FF2B5EF4-FFF2-40B4-BE49-F238E27FC236}">
                <a16:creationId xmlns:a16="http://schemas.microsoft.com/office/drawing/2014/main" id="{10637977-A6C8-4D6F-9F28-337430894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752850"/>
            <a:ext cx="3238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0">
                <a:solidFill>
                  <a:srgbClr val="667684"/>
                </a:solidFill>
              </a:defRPr>
            </a:pPr>
            <a:r>
              <a:rPr sz="1650" b="0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问责</a:t>
            </a:r>
          </a:p>
        </p:txBody>
      </p:sp>
      <p:sp>
        <p:nvSpPr>
          <p:cNvPr id="16" name="p04-en-5">
            <a:extLst xmlns:a="http://schemas.openxmlformats.org/drawingml/2006/main">
              <a:ext uri="{FF2B5EF4-FFF2-40B4-BE49-F238E27FC236}">
                <a16:creationId xmlns:a16="http://schemas.microsoft.com/office/drawing/2014/main" id="{CF23D1CB-57C8-461E-8959-52DADB421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067050"/>
            <a:ext cx="3238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18354E"/>
                </a:solidFill>
              </a:defRPr>
            </a:pPr>
            <a:r>
              <a:rPr sz="1950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Stewardship</a:t>
            </a:r>
          </a:p>
        </p:txBody>
      </p:sp>
      <p:sp>
        <p:nvSpPr>
          <p:cNvPr id="17" name="p04-zh-5">
            <a:extLst xmlns:a="http://schemas.openxmlformats.org/drawingml/2006/main">
              <a:ext uri="{FF2B5EF4-FFF2-40B4-BE49-F238E27FC236}">
                <a16:creationId xmlns:a16="http://schemas.microsoft.com/office/drawing/2014/main" id="{C9B970EE-6031-4371-A29B-DD046ADF9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752850"/>
            <a:ext cx="3238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0">
                <a:solidFill>
                  <a:srgbClr val="667684"/>
                </a:solidFill>
              </a:defRPr>
            </a:pPr>
            <a:r>
              <a:rPr sz="1650" b="0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守护责任</a:t>
            </a:r>
          </a:p>
        </p:txBody>
      </p:sp>
      <p:sp>
        <p:nvSpPr>
          <p:cNvPr id="18" name="p04-bottom">
            <a:extLst xmlns:a="http://schemas.openxmlformats.org/drawingml/2006/main">
              <a:ext uri="{FF2B5EF4-FFF2-40B4-BE49-F238E27FC236}">
                <a16:creationId xmlns:a16="http://schemas.microsoft.com/office/drawing/2014/main" id="{1119807A-9BD7-4A23-8CB1-76F884019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857750"/>
            <a:ext cx="7810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C8161E"/>
                </a:solidFill>
              </a:defRPr>
            </a:pPr>
            <a:r>
              <a:rPr sz="21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研究诚信贯穿每一步，而不是结果出来后的声明。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规范可以归结为核验、披露和保护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E5B3003-2C54-13C6-9832-7637201064DE}" type="slidenum">
              <a:t>5</a:t>
            </a:fld>
            <a:endParaRPr/>
          </a:p>
        </p:txBody>
      </p:sp>
      <p:sp>
        <p:nvSpPr>
          <p:cNvPr id="6" name="p05-a-title">
            <a:extLst xmlns:a="http://schemas.openxmlformats.org/drawingml/2006/main">
              <a:ext uri="{FF2B5EF4-FFF2-40B4-BE49-F238E27FC236}">
                <a16:creationId xmlns:a16="http://schemas.microsoft.com/office/drawing/2014/main" id="{3027DB17-6EB7-4B82-83DF-5C2D86C9D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428750"/>
            <a:ext cx="3276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2F638A"/>
                </a:solidFill>
              </a:defRPr>
            </a:pPr>
            <a:r>
              <a:rPr sz="1800" b="1">
                <a:solidFill>
                  <a:srgbClr val="2F638A"/>
                </a:solidFill>
                <a:latin typeface="Microsoft YaHei"/>
                <a:ea typeface="Microsoft YaHei"/>
                <a:cs typeface="Microsoft YaHei"/>
              </a:rPr>
              <a:t>核验</a:t>
            </a:r>
          </a:p>
        </p:txBody>
      </p:sp>
      <p:sp>
        <p:nvSpPr>
          <p:cNvPr id="7" name="p05-a-body">
            <a:extLst xmlns:a="http://schemas.openxmlformats.org/drawingml/2006/main">
              <a:ext uri="{FF2B5EF4-FFF2-40B4-BE49-F238E27FC236}">
                <a16:creationId xmlns:a16="http://schemas.microsoft.com/office/drawing/2014/main" id="{3A36F529-C1A9-4B9C-8290-FF8DA5408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43100"/>
            <a:ext cx="3276600" cy="2057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1575" b="0">
                <a:solidFill>
                  <a:srgbClr val="263746"/>
                </a:solidFill>
              </a:defRPr>
            </a:pPr>
            <a:r>
              <a:rPr sz="15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生成内容不能未经核实直接使用</a:t>
            </a:r>
          </a:p>
        </p:txBody>
      </p:sp>
      <p:sp>
        <p:nvSpPr>
          <p:cNvPr id="8" name="p05-b-title">
            <a:extLst xmlns:a="http://schemas.openxmlformats.org/drawingml/2006/main">
              <a:ext uri="{FF2B5EF4-FFF2-40B4-BE49-F238E27FC236}">
                <a16:creationId xmlns:a16="http://schemas.microsoft.com/office/drawing/2014/main" id="{529A6BA4-6DE5-4973-AE69-3837D212C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1428750"/>
            <a:ext cx="3276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A86C12"/>
                </a:solidFill>
              </a:defRPr>
            </a:pPr>
            <a:r>
              <a:rPr sz="1800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披露</a:t>
            </a:r>
          </a:p>
        </p:txBody>
      </p:sp>
      <p:sp>
        <p:nvSpPr>
          <p:cNvPr id="9" name="p05-b-body">
            <a:extLst xmlns:a="http://schemas.openxmlformats.org/drawingml/2006/main">
              <a:ext uri="{FF2B5EF4-FFF2-40B4-BE49-F238E27FC236}">
                <a16:creationId xmlns:a16="http://schemas.microsoft.com/office/drawing/2014/main" id="{57EF0C8B-05BE-4A84-8D0D-6BBD5F7F9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1943100"/>
            <a:ext cx="3276600" cy="2057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0D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1575" b="0">
                <a:solidFill>
                  <a:srgbClr val="263746"/>
                </a:solidFill>
              </a:defRPr>
            </a:pPr>
            <a:r>
              <a:rPr sz="15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工具、版本、日期和过程如实记录</a:t>
            </a:r>
          </a:p>
        </p:txBody>
      </p:sp>
      <p:sp>
        <p:nvSpPr>
          <p:cNvPr id="10" name="p05-c-title">
            <a:extLst xmlns:a="http://schemas.openxmlformats.org/drawingml/2006/main">
              <a:ext uri="{FF2B5EF4-FFF2-40B4-BE49-F238E27FC236}">
                <a16:creationId xmlns:a16="http://schemas.microsoft.com/office/drawing/2014/main" id="{2B92B883-7F08-431B-8994-FE7657B96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428750"/>
            <a:ext cx="3276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保护</a:t>
            </a:r>
          </a:p>
        </p:txBody>
      </p:sp>
      <p:sp>
        <p:nvSpPr>
          <p:cNvPr id="11" name="p05-c-body">
            <a:extLst xmlns:a="http://schemas.openxmlformats.org/drawingml/2006/main">
              <a:ext uri="{FF2B5EF4-FFF2-40B4-BE49-F238E27FC236}">
                <a16:creationId xmlns:a16="http://schemas.microsoft.com/office/drawing/2014/main" id="{ECBAA8C4-233F-4DA7-AB40-E31D44DB2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943100"/>
            <a:ext cx="3276600" cy="2057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1575" b="0">
                <a:solidFill>
                  <a:srgbClr val="263746"/>
                </a:solidFill>
              </a:defRPr>
            </a:pPr>
            <a:r>
              <a:rPr sz="15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评审、隐私、数据和知识产权不因便利而泄露</a:t>
            </a:r>
          </a:p>
        </p:txBody>
      </p:sp>
      <p:sp>
        <p:nvSpPr>
          <p:cNvPr id="12" name="p05-map">
            <a:extLst xmlns:a="http://schemas.openxmlformats.org/drawingml/2006/main">
              <a:ext uri="{FF2B5EF4-FFF2-40B4-BE49-F238E27FC236}">
                <a16:creationId xmlns:a16="http://schemas.microsoft.com/office/drawing/2014/main" id="{D1EFDFAB-5A95-4ECC-9960-0BE3DFD17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476750"/>
            <a:ext cx="99822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校级四分类 → 任务级三档：限制 = 有条件允许；鼓励 / 开放仍服从授权、课程要求与披露责任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风险来自“对象 × 动作 × 情境”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  <a:endParaRPr/>
          </a:p>
        </p:txBody>
      </p:sp>
      <p:sp>
        <p:nvSpPr>
          <p:cNvPr id="6" name="p06-old">
            <a:extLst xmlns:a="http://schemas.openxmlformats.org/drawingml/2006/main">
              <a:ext uri="{FF2B5EF4-FFF2-40B4-BE49-F238E27FC236}">
                <a16:creationId xmlns:a16="http://schemas.microsoft.com/office/drawing/2014/main" id="{FD8CAE97-6367-4AED-807A-3FF16D923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1428750"/>
            <a:ext cx="78867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667684"/>
                </a:solidFill>
              </a:defRPr>
            </a:pPr>
            <a:r>
              <a:rPr sz="2550" b="1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“使用 AI 是否合规？”</a:t>
            </a:r>
          </a:p>
        </p:txBody>
      </p:sp>
      <p:sp>
        <p:nvSpPr>
          <p:cNvPr id="7" name="p06-strike">
            <a:extLst xmlns:a="http://schemas.openxmlformats.org/drawingml/2006/main">
              <a:ext uri="{FF2B5EF4-FFF2-40B4-BE49-F238E27FC236}">
                <a16:creationId xmlns:a16="http://schemas.microsoft.com/office/drawing/2014/main" id="{863BAD0C-5392-4643-850A-3DDAFF34D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857500" y="1824038"/>
            <a:ext cx="6477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p06-vs">
            <a:extLst xmlns:a="http://schemas.openxmlformats.org/drawingml/2006/main">
              <a:ext uri="{FF2B5EF4-FFF2-40B4-BE49-F238E27FC236}">
                <a16:creationId xmlns:a16="http://schemas.microsoft.com/office/drawing/2014/main" id="{2D754590-DB9F-4296-A711-8983BAF4E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57175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而要问</a:t>
            </a:r>
          </a:p>
        </p:txBody>
      </p:sp>
      <p:sp>
        <p:nvSpPr>
          <p:cNvPr id="9" name="p06-new">
            <a:extLst xmlns:a="http://schemas.openxmlformats.org/drawingml/2006/main">
              <a:ext uri="{FF2B5EF4-FFF2-40B4-BE49-F238E27FC236}">
                <a16:creationId xmlns:a16="http://schemas.microsoft.com/office/drawing/2014/main" id="{1D8F899F-6D2E-472D-A1F3-BD90AE1CF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257550"/>
            <a:ext cx="87630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2700" b="1">
                <a:solidFill>
                  <a:srgbClr val="18354E"/>
                </a:solidFill>
              </a:defRPr>
            </a:pPr>
            <a:r>
              <a:rPr sz="27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谁，对什么对象，执行什么动作，</a:t>
            </a:r>
          </a:p>
          <a:p xmlns:a="http://schemas.openxmlformats.org/drawingml/2006/main">
            <a:pPr algn="ctr">
              <a:lnSpc>
                <a:spcPct val="130000"/>
              </a:lnSpc>
              <a:buNone/>
              <a:defRPr sz="2700" b="1">
                <a:solidFill>
                  <a:srgbClr val="18354E"/>
                </a:solidFill>
              </a:defRPr>
            </a:pPr>
            <a:r>
              <a:rPr sz="27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可能造成什么后果？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五字段把伦理担忧变成可执行判断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  <a:endParaRPr/>
          </a:p>
        </p:txBody>
      </p:sp>
      <p:sp>
        <p:nvSpPr>
          <p:cNvPr id="6" name="p07-a-0">
            <a:extLst xmlns:a="http://schemas.openxmlformats.org/drawingml/2006/main">
              <a:ext uri="{FF2B5EF4-FFF2-40B4-BE49-F238E27FC236}">
                <a16:creationId xmlns:a16="http://schemas.microsoft.com/office/drawing/2014/main" id="{16CD707F-3643-42FC-B3A6-E44DF916D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2457450"/>
            <a:ext cx="438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667684"/>
                </a:solidFill>
              </a:defRPr>
            </a:pPr>
            <a:r>
              <a:rPr sz="210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7" name="p07-en-0">
            <a:extLst xmlns:a="http://schemas.openxmlformats.org/drawingml/2006/main">
              <a:ext uri="{FF2B5EF4-FFF2-40B4-BE49-F238E27FC236}">
                <a16:creationId xmlns:a16="http://schemas.microsoft.com/office/drawing/2014/main" id="{7B858846-F0DC-4345-8370-33B438653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28800"/>
            <a:ext cx="1809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18354E"/>
                </a:solidFill>
              </a:defRPr>
            </a:pPr>
            <a:r>
              <a:rPr sz="1725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Asset</a:t>
            </a:r>
          </a:p>
        </p:txBody>
      </p:sp>
      <p:sp>
        <p:nvSpPr>
          <p:cNvPr id="8" name="p07-zh-0">
            <a:extLst xmlns:a="http://schemas.openxmlformats.org/drawingml/2006/main">
              <a:ext uri="{FF2B5EF4-FFF2-40B4-BE49-F238E27FC236}">
                <a16:creationId xmlns:a16="http://schemas.microsoft.com/office/drawing/2014/main" id="{01980BEB-F7F3-419A-BDC1-940DD0C53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419350"/>
            <a:ext cx="18097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263746"/>
                </a:solidFill>
              </a:defRPr>
            </a:pPr>
            <a:r>
              <a:rPr sz="21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对象</a:t>
            </a:r>
          </a:p>
        </p:txBody>
      </p:sp>
      <p:sp>
        <p:nvSpPr>
          <p:cNvPr id="9" name="p07-a-1">
            <a:extLst xmlns:a="http://schemas.openxmlformats.org/drawingml/2006/main">
              <a:ext uri="{FF2B5EF4-FFF2-40B4-BE49-F238E27FC236}">
                <a16:creationId xmlns:a16="http://schemas.microsoft.com/office/drawing/2014/main" id="{5E81E814-6A37-486E-8F0A-D846B38FE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457450"/>
            <a:ext cx="438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667684"/>
                </a:solidFill>
              </a:defRPr>
            </a:pPr>
            <a:r>
              <a:rPr sz="210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0" name="p07-en-1">
            <a:extLst xmlns:a="http://schemas.openxmlformats.org/drawingml/2006/main">
              <a:ext uri="{FF2B5EF4-FFF2-40B4-BE49-F238E27FC236}">
                <a16:creationId xmlns:a16="http://schemas.microsoft.com/office/drawing/2014/main" id="{4128296B-409E-4D96-BE33-34F7C465C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828800"/>
            <a:ext cx="1809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18354E"/>
                </a:solidFill>
              </a:defRPr>
            </a:pPr>
            <a:r>
              <a:rPr sz="1725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Action</a:t>
            </a:r>
          </a:p>
        </p:txBody>
      </p:sp>
      <p:sp>
        <p:nvSpPr>
          <p:cNvPr id="11" name="p07-zh-1">
            <a:extLst xmlns:a="http://schemas.openxmlformats.org/drawingml/2006/main">
              <a:ext uri="{FF2B5EF4-FFF2-40B4-BE49-F238E27FC236}">
                <a16:creationId xmlns:a16="http://schemas.microsoft.com/office/drawing/2014/main" id="{2B66CD50-84F4-40C0-8687-9B03FF799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419350"/>
            <a:ext cx="18097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263746"/>
                </a:solidFill>
              </a:defRPr>
            </a:pPr>
            <a:r>
              <a:rPr sz="21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动作</a:t>
            </a:r>
          </a:p>
        </p:txBody>
      </p:sp>
      <p:sp>
        <p:nvSpPr>
          <p:cNvPr id="12" name="p07-a-2">
            <a:extLst xmlns:a="http://schemas.openxmlformats.org/drawingml/2006/main">
              <a:ext uri="{FF2B5EF4-FFF2-40B4-BE49-F238E27FC236}">
                <a16:creationId xmlns:a16="http://schemas.microsoft.com/office/drawing/2014/main" id="{6C1DC462-22C1-4A86-B631-A170C3983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457450"/>
            <a:ext cx="438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667684"/>
                </a:solidFill>
              </a:defRPr>
            </a:pPr>
            <a:r>
              <a:rPr sz="210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3" name="p07-en-2">
            <a:extLst xmlns:a="http://schemas.openxmlformats.org/drawingml/2006/main">
              <a:ext uri="{FF2B5EF4-FFF2-40B4-BE49-F238E27FC236}">
                <a16:creationId xmlns:a16="http://schemas.microsoft.com/office/drawing/2014/main" id="{C3AE6A02-7F82-4741-A9A8-1E7B5D674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1828800"/>
            <a:ext cx="1809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18354E"/>
                </a:solidFill>
              </a:defRPr>
            </a:pPr>
            <a:r>
              <a:rPr sz="1725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Risk</a:t>
            </a:r>
          </a:p>
        </p:txBody>
      </p:sp>
      <p:sp>
        <p:nvSpPr>
          <p:cNvPr id="14" name="p07-zh-2">
            <a:extLst xmlns:a="http://schemas.openxmlformats.org/drawingml/2006/main">
              <a:ext uri="{FF2B5EF4-FFF2-40B4-BE49-F238E27FC236}">
                <a16:creationId xmlns:a16="http://schemas.microsoft.com/office/drawing/2014/main" id="{A61560C2-2AB9-4A78-9D11-30C7376C6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419350"/>
            <a:ext cx="18097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263746"/>
                </a:solidFill>
              </a:defRPr>
            </a:pPr>
            <a:r>
              <a:rPr sz="21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风险</a:t>
            </a:r>
          </a:p>
        </p:txBody>
      </p:sp>
      <p:sp>
        <p:nvSpPr>
          <p:cNvPr id="15" name="p07-a-3">
            <a:extLst xmlns:a="http://schemas.openxmlformats.org/drawingml/2006/main">
              <a:ext uri="{FF2B5EF4-FFF2-40B4-BE49-F238E27FC236}">
                <a16:creationId xmlns:a16="http://schemas.microsoft.com/office/drawing/2014/main" id="{21AE2B92-4288-4FB8-8335-213955B75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457450"/>
            <a:ext cx="438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667684"/>
                </a:solidFill>
              </a:defRPr>
            </a:pPr>
            <a:r>
              <a:rPr sz="210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6" name="p07-en-3">
            <a:extLst xmlns:a="http://schemas.openxmlformats.org/drawingml/2006/main">
              <a:ext uri="{FF2B5EF4-FFF2-40B4-BE49-F238E27FC236}">
                <a16:creationId xmlns:a16="http://schemas.microsoft.com/office/drawing/2014/main" id="{ED4D7636-1461-43D5-8A2D-67432C756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1828800"/>
            <a:ext cx="1809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18354E"/>
                </a:solidFill>
              </a:defRPr>
            </a:pPr>
            <a:r>
              <a:rPr sz="1725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Control</a:t>
            </a:r>
          </a:p>
        </p:txBody>
      </p:sp>
      <p:sp>
        <p:nvSpPr>
          <p:cNvPr id="17" name="p07-zh-3">
            <a:extLst xmlns:a="http://schemas.openxmlformats.org/drawingml/2006/main">
              <a:ext uri="{FF2B5EF4-FFF2-40B4-BE49-F238E27FC236}">
                <a16:creationId xmlns:a16="http://schemas.microsoft.com/office/drawing/2014/main" id="{8E08E0C7-D65D-4AB2-B3DE-09E8F6763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419350"/>
            <a:ext cx="18097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263746"/>
                </a:solidFill>
              </a:defRPr>
            </a:pPr>
            <a:r>
              <a:rPr sz="21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控制</a:t>
            </a:r>
          </a:p>
        </p:txBody>
      </p:sp>
      <p:sp>
        <p:nvSpPr>
          <p:cNvPr id="18" name="p07-en-4">
            <a:extLst xmlns:a="http://schemas.openxmlformats.org/drawingml/2006/main">
              <a:ext uri="{FF2B5EF4-FFF2-40B4-BE49-F238E27FC236}">
                <a16:creationId xmlns:a16="http://schemas.microsoft.com/office/drawing/2014/main" id="{7EAF0F07-7329-4430-80C3-BDE3ADE0E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1828800"/>
            <a:ext cx="1809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Owner</a:t>
            </a:r>
          </a:p>
        </p:txBody>
      </p:sp>
      <p:sp>
        <p:nvSpPr>
          <p:cNvPr id="19" name="p07-zh-4">
            <a:extLst xmlns:a="http://schemas.openxmlformats.org/drawingml/2006/main">
              <a:ext uri="{FF2B5EF4-FFF2-40B4-BE49-F238E27FC236}">
                <a16:creationId xmlns:a16="http://schemas.microsoft.com/office/drawing/2014/main" id="{3D2FB52E-EF21-4ED2-BCE8-DD1B8A723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2419350"/>
            <a:ext cx="18097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C8161E"/>
                </a:solidFill>
              </a:defRPr>
            </a:pPr>
            <a:r>
              <a:rPr sz="21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责任人</a:t>
            </a:r>
          </a:p>
        </p:txBody>
      </p:sp>
      <p:sp>
        <p:nvSpPr>
          <p:cNvPr id="20" name="p07-return">
            <a:extLst xmlns:a="http://schemas.openxmlformats.org/drawingml/2006/main">
              <a:ext uri="{FF2B5EF4-FFF2-40B4-BE49-F238E27FC236}">
                <a16:creationId xmlns:a16="http://schemas.microsoft.com/office/drawing/2014/main" id="{9EA4A7A6-A2D8-4872-B3BC-D42BA963A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2857500" y="3733800"/>
            <a:ext cx="76771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p07-return-label">
            <a:extLst xmlns:a="http://schemas.openxmlformats.org/drawingml/2006/main">
              <a:ext uri="{FF2B5EF4-FFF2-40B4-BE49-F238E27FC236}">
                <a16:creationId xmlns:a16="http://schemas.microsoft.com/office/drawing/2014/main" id="{A4735084-1316-42C2-A554-9B4664853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905250"/>
            <a:ext cx="5143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Owner 对 Action 负责，并决定是否继续</a:t>
            </a:r>
          </a:p>
        </p:txBody>
      </p:sp>
      <p:sp>
        <p:nvSpPr>
          <p:cNvPr id="22" name="p07-bottom">
            <a:extLst xmlns:a="http://schemas.openxmlformats.org/drawingml/2006/main">
              <a:ext uri="{FF2B5EF4-FFF2-40B4-BE49-F238E27FC236}">
                <a16:creationId xmlns:a16="http://schemas.microsoft.com/office/drawing/2014/main" id="{AA880A2A-1F4D-4B74-B66A-BAD7506C0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933950"/>
            <a:ext cx="495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C8161E"/>
                </a:solidFill>
              </a:defRPr>
            </a:pPr>
            <a:r>
              <a:rPr sz="20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“注意安全”不是控制措施。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只有三种处置，但理由必须具体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  <a:endParaRPr/>
          </a:p>
        </p:txBody>
      </p:sp>
      <p:sp>
        <p:nvSpPr>
          <p:cNvPr id="6" name="p08-t-0">
            <a:extLst xmlns:a="http://schemas.openxmlformats.org/drawingml/2006/main">
              <a:ext uri="{FF2B5EF4-FFF2-40B4-BE49-F238E27FC236}">
                <a16:creationId xmlns:a16="http://schemas.microsoft.com/office/drawing/2014/main" id="{44EA46BF-85C7-41E1-8431-A6E0B583F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314450"/>
            <a:ext cx="2667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175" b="1">
                <a:solidFill>
                  <a:srgbClr val="28745A"/>
                </a:solidFill>
              </a:defRPr>
            </a:pPr>
            <a:r>
              <a:rPr sz="217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允许</a:t>
            </a:r>
          </a:p>
        </p:txBody>
      </p:sp>
      <p:sp>
        <p:nvSpPr>
          <p:cNvPr id="7" name="p08-d-0">
            <a:extLst xmlns:a="http://schemas.openxmlformats.org/drawingml/2006/main">
              <a:ext uri="{FF2B5EF4-FFF2-40B4-BE49-F238E27FC236}">
                <a16:creationId xmlns:a16="http://schemas.microsoft.com/office/drawing/2014/main" id="{4AA94C2B-E7FA-4DF8-891C-0EA90306C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1314450"/>
            <a:ext cx="7239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263746"/>
                </a:solidFill>
              </a:defRPr>
            </a:pPr>
            <a:r>
              <a:rPr sz="18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当前控制足够</a:t>
            </a:r>
          </a:p>
        </p:txBody>
      </p:sp>
      <p:sp>
        <p:nvSpPr>
          <p:cNvPr id="8" name="p08-t-1">
            <a:extLst xmlns:a="http://schemas.openxmlformats.org/drawingml/2006/main">
              <a:ext uri="{FF2B5EF4-FFF2-40B4-BE49-F238E27FC236}">
                <a16:creationId xmlns:a16="http://schemas.microsoft.com/office/drawing/2014/main" id="{3F353E3A-F01A-40AF-8290-96885E213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590800"/>
            <a:ext cx="2667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0D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175" b="1">
                <a:solidFill>
                  <a:srgbClr val="A86C12"/>
                </a:solidFill>
              </a:defRPr>
            </a:pPr>
            <a:r>
              <a:rPr sz="2175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有条件允许</a:t>
            </a:r>
          </a:p>
        </p:txBody>
      </p:sp>
      <p:sp>
        <p:nvSpPr>
          <p:cNvPr id="9" name="p08-d-1">
            <a:extLst xmlns:a="http://schemas.openxmlformats.org/drawingml/2006/main">
              <a:ext uri="{FF2B5EF4-FFF2-40B4-BE49-F238E27FC236}">
                <a16:creationId xmlns:a16="http://schemas.microsoft.com/office/drawing/2014/main" id="{D97B9872-5118-424B-82D8-03F9BB03B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590800"/>
            <a:ext cx="7239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263746"/>
                </a:solidFill>
              </a:defRPr>
            </a:pPr>
            <a:r>
              <a:rPr sz="18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先满足可检查条件</a:t>
            </a:r>
          </a:p>
        </p:txBody>
      </p:sp>
      <p:sp>
        <p:nvSpPr>
          <p:cNvPr id="10" name="p08-t-2">
            <a:extLst xmlns:a="http://schemas.openxmlformats.org/drawingml/2006/main">
              <a:ext uri="{FF2B5EF4-FFF2-40B4-BE49-F238E27FC236}">
                <a16:creationId xmlns:a16="http://schemas.microsoft.com/office/drawing/2014/main" id="{EE769901-281B-4EE7-8F7E-AF2657B2F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867150"/>
            <a:ext cx="2667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175" b="1">
                <a:solidFill>
                  <a:srgbClr val="C8161E"/>
                </a:solidFill>
              </a:defRPr>
            </a:pPr>
            <a:r>
              <a:rPr sz="21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禁止</a:t>
            </a:r>
          </a:p>
        </p:txBody>
      </p:sp>
      <p:sp>
        <p:nvSpPr>
          <p:cNvPr id="11" name="p08-d-2">
            <a:extLst xmlns:a="http://schemas.openxmlformats.org/drawingml/2006/main">
              <a:ext uri="{FF2B5EF4-FFF2-40B4-BE49-F238E27FC236}">
                <a16:creationId xmlns:a16="http://schemas.microsoft.com/office/drawing/2014/main" id="{3108B99E-9F72-4223-AC00-575B10324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867150"/>
            <a:ext cx="7239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263746"/>
                </a:solidFill>
              </a:defRPr>
            </a:pPr>
            <a:r>
              <a:rPr sz="18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风险无法合理控制，或动作破坏诚信</a:t>
            </a:r>
          </a:p>
        </p:txBody>
      </p:sp>
      <p:sp>
        <p:nvSpPr>
          <p:cNvPr id="12" name="p08-bottom">
            <a:extLst xmlns:a="http://schemas.openxmlformats.org/drawingml/2006/main">
              <a:ext uri="{FF2B5EF4-FFF2-40B4-BE49-F238E27FC236}">
                <a16:creationId xmlns:a16="http://schemas.microsoft.com/office/drawing/2014/main" id="{F9E5146B-B5C6-41C4-B9D0-C9684B48A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162550"/>
            <a:ext cx="8763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条件必须能检查：路径｜授权｜脱敏｜网络｜确认点｜责任人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未公开不等于一律禁止，授权也不是唯一条件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  <a:endParaRPr/>
          </a:p>
        </p:txBody>
      </p:sp>
      <p:sp>
        <p:nvSpPr>
          <p:cNvPr id="6" name="p09-work">
            <a:extLst xmlns:a="http://schemas.openxmlformats.org/drawingml/2006/main">
              <a:ext uri="{FF2B5EF4-FFF2-40B4-BE49-F238E27FC236}">
                <a16:creationId xmlns:a16="http://schemas.microsoft.com/office/drawing/2014/main" id="{A28FCB7C-8356-402E-ABCB-EC100EE85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123950"/>
            <a:ext cx="4667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18354E"/>
                </a:solidFill>
              </a:defRPr>
            </a:pPr>
            <a:r>
              <a:rPr sz="19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作者工作稿</a:t>
            </a:r>
          </a:p>
        </p:txBody>
      </p:sp>
      <p:sp>
        <p:nvSpPr>
          <p:cNvPr id="7" name="p09-review">
            <a:extLst xmlns:a="http://schemas.openxmlformats.org/drawingml/2006/main">
              <a:ext uri="{FF2B5EF4-FFF2-40B4-BE49-F238E27FC236}">
                <a16:creationId xmlns:a16="http://schemas.microsoft.com/office/drawing/2014/main" id="{CAE76F20-B49E-40AC-B4E4-EF667AF1F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123950"/>
            <a:ext cx="4667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C8161E"/>
                </a:solidFill>
              </a:defRPr>
            </a:pPr>
            <a:r>
              <a:rPr sz="19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正式评审稿</a:t>
            </a:r>
          </a:p>
        </p:txBody>
      </p:sp>
      <p:sp>
        <p:nvSpPr>
          <p:cNvPr id="8" name="p09-work-body">
            <a:extLst xmlns:a="http://schemas.openxmlformats.org/drawingml/2006/main">
              <a:ext uri="{FF2B5EF4-FFF2-40B4-BE49-F238E27FC236}">
                <a16:creationId xmlns:a16="http://schemas.microsoft.com/office/drawing/2014/main" id="{8C4CEA06-5FA2-422F-BBAD-2BC1D2F86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90700"/>
            <a:ext cx="4667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263746"/>
                </a:solidFill>
              </a:defRPr>
            </a:pPr>
            <a:r>
              <a:rPr sz="20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个人外部模型全文上传</a:t>
            </a:r>
          </a:p>
          <a:p xmlns:a="http://schemas.openxmlformats.org/drawingml/2006/main">
            <a:pPr algn="ctr">
              <a:buNone/>
              <a:defRPr sz="2025" b="1">
                <a:solidFill>
                  <a:srgbClr val="263746"/>
                </a:solidFill>
              </a:defRPr>
            </a:pPr>
            <a:r>
              <a:rPr sz="20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默认拒绝</a:t>
            </a:r>
          </a:p>
        </p:txBody>
      </p:sp>
      <p:sp>
        <p:nvSpPr>
          <p:cNvPr id="9" name="p09-review-body">
            <a:extLst xmlns:a="http://schemas.openxmlformats.org/drawingml/2006/main">
              <a:ext uri="{FF2B5EF4-FFF2-40B4-BE49-F238E27FC236}">
                <a16:creationId xmlns:a16="http://schemas.microsoft.com/office/drawing/2014/main" id="{FCA03FF8-31E0-46B4-8340-96F0816D2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790700"/>
            <a:ext cx="4667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C8161E"/>
                </a:solidFill>
              </a:defRPr>
            </a:pPr>
            <a:r>
              <a:rPr sz="20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遵守期刊 / 组织者</a:t>
            </a:r>
          </a:p>
          <a:p xmlns:a="http://schemas.openxmlformats.org/drawingml/2006/main">
            <a:pPr algn="ctr">
              <a:buNone/>
              <a:defRPr sz="2025" b="1">
                <a:solidFill>
                  <a:srgbClr val="C8161E"/>
                </a:solidFill>
              </a:defRPr>
            </a:pPr>
            <a:r>
              <a:rPr sz="20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保密与 AI 使用规则</a:t>
            </a:r>
          </a:p>
        </p:txBody>
      </p:sp>
      <p:sp>
        <p:nvSpPr>
          <p:cNvPr id="10" name="p09-conditions">
            <a:extLst xmlns:a="http://schemas.openxmlformats.org/drawingml/2006/main">
              <a:ext uri="{FF2B5EF4-FFF2-40B4-BE49-F238E27FC236}">
                <a16:creationId xmlns:a16="http://schemas.microsoft.com/office/drawing/2014/main" id="{8FBA4E91-B0DC-4198-9B41-8B311F74C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295650"/>
            <a:ext cx="101727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18354E"/>
                </a:solidFill>
              </a:defRPr>
            </a:pPr>
            <a:r>
              <a:rPr sz="17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工作稿转为有条件允许：共同授权  +  规则允许  +  受控环境  +  最小披露  +  人工核验</a:t>
            </a:r>
          </a:p>
        </p:txBody>
      </p:sp>
      <p:sp>
        <p:nvSpPr>
          <p:cNvPr id="11" name="p09-alt">
            <a:extLst xmlns:a="http://schemas.openxmlformats.org/drawingml/2006/main">
              <a:ext uri="{FF2B5EF4-FFF2-40B4-BE49-F238E27FC236}">
                <a16:creationId xmlns:a16="http://schemas.microsoft.com/office/drawing/2014/main" id="{C7AD418E-2277-4826-B798-8DB8F6A47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533900"/>
            <a:ext cx="96774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28745A"/>
                </a:solidFill>
              </a:defRPr>
            </a:pPr>
            <a:r>
              <a:rPr sz="165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替代：公开版本｜最小片段｜抽象问题｜本地 / 机构环境｜内部人工审阅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生成数据的使用边界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7BEEEC-A170-5376-2B6E-CB54687B0CB1}" type="slidenum">
              <a:t>10</a:t>
            </a:fld>
            <a:endParaRPr/>
          </a:p>
        </p:txBody>
      </p:sp>
      <p:sp>
        <p:nvSpPr>
          <p:cNvPr id="6" name="p10-decision">
            <a:extLst xmlns:a="http://schemas.openxmlformats.org/drawingml/2006/main">
              <a:ext uri="{FF2B5EF4-FFF2-40B4-BE49-F238E27FC236}">
                <a16:creationId xmlns:a16="http://schemas.microsoft.com/office/drawing/2014/main" id="{032F0071-6426-4CB2-8EB9-2C7C6FDDD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990600"/>
            <a:ext cx="2571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0D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A86C12"/>
                </a:solidFill>
              </a:defRPr>
            </a:pPr>
            <a:r>
              <a:rPr sz="1650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有条件允许</a:t>
            </a:r>
          </a:p>
        </p:txBody>
      </p:sp>
      <p:sp>
        <p:nvSpPr>
          <p:cNvPr id="7" name="p10-sim-line">
            <a:extLst xmlns:a="http://schemas.openxmlformats.org/drawingml/2006/main">
              <a:ext uri="{FF2B5EF4-FFF2-40B4-BE49-F238E27FC236}">
                <a16:creationId xmlns:a16="http://schemas.microsoft.com/office/drawing/2014/main" id="{8FFC5FF2-798D-41D7-9FB5-8CB676E2F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381250" y="2133600"/>
            <a:ext cx="6667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3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p10-real-line">
            <a:extLst xmlns:a="http://schemas.openxmlformats.org/drawingml/2006/main">
              <a:ext uri="{FF2B5EF4-FFF2-40B4-BE49-F238E27FC236}">
                <a16:creationId xmlns:a16="http://schemas.microsoft.com/office/drawing/2014/main" id="{D47E3049-D55C-4622-83D4-E7F45E26E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381250" y="3790950"/>
            <a:ext cx="6667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p10-sim">
            <a:extLst xmlns:a="http://schemas.openxmlformats.org/drawingml/2006/main">
              <a:ext uri="{FF2B5EF4-FFF2-40B4-BE49-F238E27FC236}">
                <a16:creationId xmlns:a16="http://schemas.microsoft.com/office/drawing/2014/main" id="{EC4BFFCB-4077-46AB-A9DD-DA02F96AD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52600"/>
            <a:ext cx="17907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2F638A"/>
                </a:solidFill>
              </a:defRPr>
            </a:pPr>
            <a:r>
              <a:rPr sz="1875" b="1">
                <a:solidFill>
                  <a:srgbClr val="2F638A"/>
                </a:solidFill>
                <a:latin typeface="Microsoft YaHei"/>
                <a:ea typeface="Microsoft YaHei"/>
                <a:cs typeface="Microsoft YaHei"/>
              </a:rPr>
              <a:t>模拟数据</a:t>
            </a:r>
          </a:p>
        </p:txBody>
      </p:sp>
      <p:sp>
        <p:nvSpPr>
          <p:cNvPr id="10" name="p10-real">
            <a:extLst xmlns:a="http://schemas.openxmlformats.org/drawingml/2006/main">
              <a:ext uri="{FF2B5EF4-FFF2-40B4-BE49-F238E27FC236}">
                <a16:creationId xmlns:a16="http://schemas.microsoft.com/office/drawing/2014/main" id="{FF6550A7-8E79-447A-AA43-B3B7EED81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09950"/>
            <a:ext cx="17907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C8161E"/>
                </a:solidFill>
              </a:defRPr>
            </a:pPr>
            <a:r>
              <a:rPr sz="18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真实数据</a:t>
            </a:r>
          </a:p>
        </p:txBody>
      </p:sp>
      <p:sp>
        <p:nvSpPr>
          <p:cNvPr id="11" name="p10-test">
            <a:extLst xmlns:a="http://schemas.openxmlformats.org/drawingml/2006/main">
              <a:ext uri="{FF2B5EF4-FFF2-40B4-BE49-F238E27FC236}">
                <a16:creationId xmlns:a16="http://schemas.microsoft.com/office/drawing/2014/main" id="{D9EB4DB2-BDB6-4D65-9553-5F3C2588F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695450"/>
            <a:ext cx="49530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263746"/>
                </a:solidFill>
              </a:defRPr>
            </a:pPr>
            <a:r>
              <a:rPr sz="18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测试脚本对缺失值 / 异常值的处理</a:t>
            </a:r>
          </a:p>
        </p:txBody>
      </p:sp>
      <p:sp>
        <p:nvSpPr>
          <p:cNvPr id="12" name="p10-evidence">
            <a:extLst xmlns:a="http://schemas.openxmlformats.org/drawingml/2006/main">
              <a:ext uri="{FF2B5EF4-FFF2-40B4-BE49-F238E27FC236}">
                <a16:creationId xmlns:a16="http://schemas.microsoft.com/office/drawing/2014/main" id="{34CE4CBD-A71F-43F0-B9E1-6A430C94F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352800"/>
            <a:ext cx="49530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263746"/>
                </a:solidFill>
              </a:defRPr>
            </a:pPr>
            <a:r>
              <a:rPr sz="18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真实观测与经验结论</a:t>
            </a:r>
          </a:p>
        </p:txBody>
      </p:sp>
      <p:sp>
        <p:nvSpPr>
          <p:cNvPr id="13" name="p10-no">
            <a:extLst xmlns:a="http://schemas.openxmlformats.org/drawingml/2006/main">
              <a:ext uri="{FF2B5EF4-FFF2-40B4-BE49-F238E27FC236}">
                <a16:creationId xmlns:a16="http://schemas.microsoft.com/office/drawing/2014/main" id="{FF05277D-EA74-402F-B890-3DFFCD629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762250"/>
            <a:ext cx="2190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不得合并标签</a:t>
            </a:r>
          </a:p>
        </p:txBody>
      </p:sp>
      <p:sp>
        <p:nvSpPr>
          <p:cNvPr id="14" name="p10-controls">
            <a:extLst xmlns:a="http://schemas.openxmlformats.org/drawingml/2006/main">
              <a:ext uri="{FF2B5EF4-FFF2-40B4-BE49-F238E27FC236}">
                <a16:creationId xmlns:a16="http://schemas.microsoft.com/office/drawing/2014/main" id="{92B1F7A2-2B7C-4846-AC4A-A84C87B3C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4895850"/>
            <a:ext cx="803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标记模拟｜分开保存｜记录生成逻辑｜不替代真实观测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评价指标变更的人工门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0394428-F1DC-E5F6-DB0C-7DE31F3D8A23}" type="slidenum">
              <a:t>11</a:t>
            </a:fld>
            <a:endParaRPr/>
          </a:p>
        </p:txBody>
      </p:sp>
      <p:sp>
        <p:nvSpPr>
          <p:cNvPr id="6" name="p11-chain">
            <a:extLst xmlns:a="http://schemas.openxmlformats.org/drawingml/2006/main">
              <a:ext uri="{FF2B5EF4-FFF2-40B4-BE49-F238E27FC236}">
                <a16:creationId xmlns:a16="http://schemas.microsoft.com/office/drawing/2014/main" id="{74F3C553-4C3E-40D6-8857-36305CFA3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04900" y="2514600"/>
            <a:ext cx="9620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p11-0">
            <a:extLst xmlns:a="http://schemas.openxmlformats.org/drawingml/2006/main">
              <a:ext uri="{FF2B5EF4-FFF2-40B4-BE49-F238E27FC236}">
                <a16:creationId xmlns:a16="http://schemas.microsoft.com/office/drawing/2014/main" id="{A908B719-32F1-4C7E-AC62-36A568171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57400"/>
            <a:ext cx="18669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2F638A"/>
                </a:solidFill>
              </a:defRPr>
            </a:pPr>
            <a:r>
              <a:rPr sz="1725" b="1">
                <a:solidFill>
                  <a:srgbClr val="2F638A"/>
                </a:solidFill>
                <a:latin typeface="Microsoft YaHei"/>
                <a:ea typeface="Microsoft YaHei"/>
                <a:cs typeface="Microsoft YaHei"/>
              </a:rPr>
              <a:t>Agent 建议</a:t>
            </a:r>
          </a:p>
        </p:txBody>
      </p:sp>
      <p:sp>
        <p:nvSpPr>
          <p:cNvPr id="8" name="p11-1">
            <a:extLst xmlns:a="http://schemas.openxmlformats.org/drawingml/2006/main">
              <a:ext uri="{FF2B5EF4-FFF2-40B4-BE49-F238E27FC236}">
                <a16:creationId xmlns:a16="http://schemas.microsoft.com/office/drawing/2014/main" id="{67632D41-54CF-4A06-854E-6AF5D1E1D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057400"/>
            <a:ext cx="18669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暂停</a:t>
            </a:r>
          </a:p>
        </p:txBody>
      </p:sp>
      <p:sp>
        <p:nvSpPr>
          <p:cNvPr id="9" name="p11-2">
            <a:extLst xmlns:a="http://schemas.openxmlformats.org/drawingml/2006/main">
              <a:ext uri="{FF2B5EF4-FFF2-40B4-BE49-F238E27FC236}">
                <a16:creationId xmlns:a16="http://schemas.microsoft.com/office/drawing/2014/main" id="{594C2952-7076-44E9-8756-E9FBB57C0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057400"/>
            <a:ext cx="18669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人工说明理由</a:t>
            </a:r>
          </a:p>
        </p:txBody>
      </p:sp>
      <p:sp>
        <p:nvSpPr>
          <p:cNvPr id="10" name="p11-3">
            <a:extLst xmlns:a="http://schemas.openxmlformats.org/drawingml/2006/main">
              <a:ext uri="{FF2B5EF4-FFF2-40B4-BE49-F238E27FC236}">
                <a16:creationId xmlns:a16="http://schemas.microsoft.com/office/drawing/2014/main" id="{C2C584F3-0CFE-4371-8A1F-9608E8F4F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057400"/>
            <a:ext cx="18669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A86C12"/>
                </a:solidFill>
              </a:defRPr>
            </a:pPr>
            <a:r>
              <a:rPr sz="1725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版本化协议</a:t>
            </a:r>
          </a:p>
        </p:txBody>
      </p:sp>
      <p:sp>
        <p:nvSpPr>
          <p:cNvPr id="11" name="p11-4">
            <a:extLst xmlns:a="http://schemas.openxmlformats.org/drawingml/2006/main">
              <a:ext uri="{FF2B5EF4-FFF2-40B4-BE49-F238E27FC236}">
                <a16:creationId xmlns:a16="http://schemas.microsoft.com/office/drawing/2014/main" id="{2C1025CD-5736-459A-9947-599882C4D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057400"/>
            <a:ext cx="18669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28745A"/>
                </a:solidFill>
              </a:defRPr>
            </a:pPr>
            <a:r>
              <a:rPr sz="172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再运行</a:t>
            </a:r>
          </a:p>
        </p:txBody>
      </p:sp>
      <p:sp>
        <p:nvSpPr>
          <p:cNvPr id="12" name="p11-bypass">
            <a:extLst xmlns:a="http://schemas.openxmlformats.org/drawingml/2006/main">
              <a:ext uri="{FF2B5EF4-FFF2-40B4-BE49-F238E27FC236}">
                <a16:creationId xmlns:a16="http://schemas.microsoft.com/office/drawing/2014/main" id="{F7966742-CF24-471F-BB4F-51E5BF031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809750" y="3924300"/>
            <a:ext cx="6191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p11-bypass-text">
            <a:extLst xmlns:a="http://schemas.openxmlformats.org/drawingml/2006/main">
              <a:ext uri="{FF2B5EF4-FFF2-40B4-BE49-F238E27FC236}">
                <a16:creationId xmlns:a16="http://schemas.microsoft.com/office/drawing/2014/main" id="{91118312-4F07-453C-9D85-B0FB09A7D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581400"/>
            <a:ext cx="5334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无记录地改指标并重跑到成功</a:t>
            </a:r>
          </a:p>
        </p:txBody>
      </p:sp>
      <p:sp>
        <p:nvSpPr>
          <p:cNvPr id="14" name="p11-stop">
            <a:extLst xmlns:a="http://schemas.openxmlformats.org/drawingml/2006/main">
              <a:ext uri="{FF2B5EF4-FFF2-40B4-BE49-F238E27FC236}">
                <a16:creationId xmlns:a16="http://schemas.microsoft.com/office/drawing/2014/main" id="{A90FDDC7-FE42-4C33-8675-B92A96D70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524250"/>
            <a:ext cx="857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4050" b="1">
                <a:solidFill>
                  <a:srgbClr val="C8161E"/>
                </a:solidFill>
              </a:defRPr>
            </a:pPr>
            <a:r>
              <a:rPr sz="40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×</a:t>
            </a:r>
          </a:p>
        </p:txBody>
      </p:sp>
      <p:sp>
        <p:nvSpPr>
          <p:cNvPr id="15" name="p11-bottom">
            <a:extLst xmlns:a="http://schemas.openxmlformats.org/drawingml/2006/main">
              <a:ext uri="{FF2B5EF4-FFF2-40B4-BE49-F238E27FC236}">
                <a16:creationId xmlns:a16="http://schemas.microsoft.com/office/drawing/2014/main" id="{CF98C1FC-E698-40A4-BED6-4A138475B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857750"/>
            <a:ext cx="8572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18354E"/>
                </a:solidFill>
              </a:defRPr>
            </a:pPr>
            <a:r>
              <a:rPr sz="18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评价指标决定什么算“改善”——这是研究判断，不是按钮确认。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伦理控制应出现在动作发生之前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DB16885-0D3F-A391-B669-3211DB3B26E8}" type="slidenum">
              <a:t>12</a:t>
            </a:fld>
            <a:endParaRPr/>
          </a:p>
        </p:txBody>
      </p:sp>
      <p:sp>
        <p:nvSpPr>
          <p:cNvPr id="6" name="p12-line">
            <a:extLst xmlns:a="http://schemas.openxmlformats.org/drawingml/2006/main">
              <a:ext uri="{FF2B5EF4-FFF2-40B4-BE49-F238E27FC236}">
                <a16:creationId xmlns:a16="http://schemas.microsoft.com/office/drawing/2014/main" id="{C966C5CF-CEB3-4487-BD9F-298113427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43000" y="3119438"/>
            <a:ext cx="9810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p12-dot-0">
            <a:extLst xmlns:a="http://schemas.openxmlformats.org/drawingml/2006/main">
              <a:ext uri="{FF2B5EF4-FFF2-40B4-BE49-F238E27FC236}">
                <a16:creationId xmlns:a16="http://schemas.microsoft.com/office/drawing/2014/main" id="{9F613275-946F-474D-B179-525C5336D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9146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p12-t-0">
            <a:extLst xmlns:a="http://schemas.openxmlformats.org/drawingml/2006/main">
              <a:ext uri="{FF2B5EF4-FFF2-40B4-BE49-F238E27FC236}">
                <a16:creationId xmlns:a16="http://schemas.microsoft.com/office/drawing/2014/main" id="{BF7CBE59-208C-4CE7-85A5-1C4938C37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2000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263746"/>
                </a:solidFill>
              </a:defRPr>
            </a:pPr>
            <a:r>
              <a:rPr sz="17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Context 进入前</a:t>
            </a:r>
          </a:p>
        </p:txBody>
      </p:sp>
      <p:sp>
        <p:nvSpPr>
          <p:cNvPr id="9" name="p12-before-0">
            <a:extLst xmlns:a="http://schemas.openxmlformats.org/drawingml/2006/main">
              <a:ext uri="{FF2B5EF4-FFF2-40B4-BE49-F238E27FC236}">
                <a16:creationId xmlns:a16="http://schemas.microsoft.com/office/drawing/2014/main" id="{8F1A1F03-78AE-43E3-A050-DFE4EDC4A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" y="3657600"/>
            <a:ext cx="1524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667684"/>
                </a:solidFill>
              </a:defRPr>
            </a:pPr>
            <a:r>
              <a:rPr sz="1500" b="1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先检查</a:t>
            </a:r>
          </a:p>
        </p:txBody>
      </p:sp>
      <p:sp>
        <p:nvSpPr>
          <p:cNvPr id="10" name="p12-dot-1">
            <a:extLst xmlns:a="http://schemas.openxmlformats.org/drawingml/2006/main">
              <a:ext uri="{FF2B5EF4-FFF2-40B4-BE49-F238E27FC236}">
                <a16:creationId xmlns:a16="http://schemas.microsoft.com/office/drawing/2014/main" id="{6895016F-D5BD-4C77-A56E-8381B7649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9146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p12-t-1">
            <a:extLst xmlns:a="http://schemas.openxmlformats.org/drawingml/2006/main">
              <a:ext uri="{FF2B5EF4-FFF2-40B4-BE49-F238E27FC236}">
                <a16:creationId xmlns:a16="http://schemas.microsoft.com/office/drawing/2014/main" id="{12C56C25-3003-4BCE-890A-BEDD1277D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1752600"/>
            <a:ext cx="2000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263746"/>
                </a:solidFill>
              </a:defRPr>
            </a:pPr>
            <a:r>
              <a:rPr sz="17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工具调用前</a:t>
            </a:r>
          </a:p>
        </p:txBody>
      </p:sp>
      <p:sp>
        <p:nvSpPr>
          <p:cNvPr id="12" name="p12-before-1">
            <a:extLst xmlns:a="http://schemas.openxmlformats.org/drawingml/2006/main">
              <a:ext uri="{FF2B5EF4-FFF2-40B4-BE49-F238E27FC236}">
                <a16:creationId xmlns:a16="http://schemas.microsoft.com/office/drawing/2014/main" id="{B90EAB68-9F43-405D-ACF0-0BFD8E0C4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3657600"/>
            <a:ext cx="1524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667684"/>
                </a:solidFill>
              </a:defRPr>
            </a:pPr>
            <a:r>
              <a:rPr sz="1500" b="1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先检查</a:t>
            </a:r>
          </a:p>
        </p:txBody>
      </p:sp>
      <p:sp>
        <p:nvSpPr>
          <p:cNvPr id="13" name="p12-dot-2">
            <a:extLst xmlns:a="http://schemas.openxmlformats.org/drawingml/2006/main">
              <a:ext uri="{FF2B5EF4-FFF2-40B4-BE49-F238E27FC236}">
                <a16:creationId xmlns:a16="http://schemas.microsoft.com/office/drawing/2014/main" id="{EAC05E13-A18B-456E-BDCF-3C292D346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29146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p12-t-2">
            <a:extLst xmlns:a="http://schemas.openxmlformats.org/drawingml/2006/main">
              <a:ext uri="{FF2B5EF4-FFF2-40B4-BE49-F238E27FC236}">
                <a16:creationId xmlns:a16="http://schemas.microsoft.com/office/drawing/2014/main" id="{08589374-16D9-45CD-B364-416A20E4C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1752600"/>
            <a:ext cx="2000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263746"/>
                </a:solidFill>
              </a:defRPr>
            </a:pPr>
            <a:r>
              <a:rPr sz="17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权限扩大前</a:t>
            </a:r>
          </a:p>
        </p:txBody>
      </p:sp>
      <p:sp>
        <p:nvSpPr>
          <p:cNvPr id="15" name="p12-before-2">
            <a:extLst xmlns:a="http://schemas.openxmlformats.org/drawingml/2006/main">
              <a:ext uri="{FF2B5EF4-FFF2-40B4-BE49-F238E27FC236}">
                <a16:creationId xmlns:a16="http://schemas.microsoft.com/office/drawing/2014/main" id="{4F763456-E6F1-4ED7-AD30-CCC5E638A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3657600"/>
            <a:ext cx="1524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667684"/>
                </a:solidFill>
              </a:defRPr>
            </a:pPr>
            <a:r>
              <a:rPr sz="1500" b="1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先检查</a:t>
            </a:r>
          </a:p>
        </p:txBody>
      </p:sp>
      <p:sp>
        <p:nvSpPr>
          <p:cNvPr id="16" name="p12-dot-3">
            <a:extLst xmlns:a="http://schemas.openxmlformats.org/drawingml/2006/main">
              <a:ext uri="{FF2B5EF4-FFF2-40B4-BE49-F238E27FC236}">
                <a16:creationId xmlns:a16="http://schemas.microsoft.com/office/drawing/2014/main" id="{83F5F467-3489-4089-A39E-94BA5D6C9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9146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p12-t-3">
            <a:extLst xmlns:a="http://schemas.openxmlformats.org/drawingml/2006/main">
              <a:ext uri="{FF2B5EF4-FFF2-40B4-BE49-F238E27FC236}">
                <a16:creationId xmlns:a16="http://schemas.microsoft.com/office/drawing/2014/main" id="{0AC811B8-BF4C-4773-899B-60AF3404A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1752600"/>
            <a:ext cx="2000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外部写入前</a:t>
            </a:r>
          </a:p>
        </p:txBody>
      </p:sp>
      <p:sp>
        <p:nvSpPr>
          <p:cNvPr id="18" name="p12-before-3">
            <a:extLst xmlns:a="http://schemas.openxmlformats.org/drawingml/2006/main">
              <a:ext uri="{FF2B5EF4-FFF2-40B4-BE49-F238E27FC236}">
                <a16:creationId xmlns:a16="http://schemas.microsoft.com/office/drawing/2014/main" id="{0379152A-11F3-4518-9572-408BB329A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1925" y="3657600"/>
            <a:ext cx="1524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先检查</a:t>
            </a:r>
          </a:p>
        </p:txBody>
      </p:sp>
      <p:sp>
        <p:nvSpPr>
          <p:cNvPr id="19" name="p12-dot-4">
            <a:extLst xmlns:a="http://schemas.openxmlformats.org/drawingml/2006/main">
              <a:ext uri="{FF2B5EF4-FFF2-40B4-BE49-F238E27FC236}">
                <a16:creationId xmlns:a16="http://schemas.microsoft.com/office/drawing/2014/main" id="{38385407-9A72-4229-B210-F3C7BE090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29146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p12-t-4">
            <a:extLst xmlns:a="http://schemas.openxmlformats.org/drawingml/2006/main">
              <a:ext uri="{FF2B5EF4-FFF2-40B4-BE49-F238E27FC236}">
                <a16:creationId xmlns:a16="http://schemas.microsoft.com/office/drawing/2014/main" id="{B94C4296-ED4A-4A0B-BAC2-5B717CB44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1752600"/>
            <a:ext cx="2000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263746"/>
                </a:solidFill>
              </a:defRPr>
            </a:pPr>
            <a:r>
              <a:rPr sz="17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状态迁移前</a:t>
            </a:r>
          </a:p>
        </p:txBody>
      </p:sp>
      <p:sp>
        <p:nvSpPr>
          <p:cNvPr id="21" name="p12-before-4">
            <a:extLst xmlns:a="http://schemas.openxmlformats.org/drawingml/2006/main">
              <a:ext uri="{FF2B5EF4-FFF2-40B4-BE49-F238E27FC236}">
                <a16:creationId xmlns:a16="http://schemas.microsoft.com/office/drawing/2014/main" id="{4CD966C7-BE7E-4EFF-8E66-5660C926B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7925" y="3657600"/>
            <a:ext cx="1524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667684"/>
                </a:solidFill>
              </a:defRPr>
            </a:pPr>
            <a:r>
              <a:rPr sz="1500" b="1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先检查</a:t>
            </a:r>
          </a:p>
        </p:txBody>
      </p:sp>
      <p:sp>
        <p:nvSpPr>
          <p:cNvPr id="22" name="p12-bottom">
            <a:extLst xmlns:a="http://schemas.openxmlformats.org/drawingml/2006/main">
              <a:ext uri="{FF2B5EF4-FFF2-40B4-BE49-F238E27FC236}">
                <a16:creationId xmlns:a16="http://schemas.microsoft.com/office/drawing/2014/main" id="{D3AE6250-4920-4250-BF62-5CA209839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857750"/>
            <a:ext cx="7810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C8161E"/>
                </a:solidFill>
              </a:defRPr>
            </a:pPr>
            <a:r>
              <a:rPr sz="20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事后披露不能恢复已经泄露、覆盖或删除的状态。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权限要按动作和维度拆开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DD23107-4986-8758-3A93-3D74F35908CC}" type="slidenum">
              <a:t>13</a:t>
            </a:fld>
            <a:endParaRPr/>
          </a:p>
        </p:txBody>
      </p:sp>
      <p:sp>
        <p:nvSpPr>
          <p:cNvPr id="6" name="p13-project">
            <a:extLst xmlns:a="http://schemas.openxmlformats.org/drawingml/2006/main">
              <a:ext uri="{FF2B5EF4-FFF2-40B4-BE49-F238E27FC236}">
                <a16:creationId xmlns:a16="http://schemas.microsoft.com/office/drawing/2014/main" id="{C9E537C2-D33D-4B25-A594-A87703993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943100"/>
            <a:ext cx="26670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FFFFFF"/>
                </a:solidFill>
              </a:defRPr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研究项目</a:t>
            </a:r>
          </a:p>
        </p:txBody>
      </p:sp>
      <p:sp>
        <p:nvSpPr>
          <p:cNvPr id="7" name="p13-action-0">
            <a:extLst xmlns:a="http://schemas.openxmlformats.org/drawingml/2006/main">
              <a:ext uri="{FF2B5EF4-FFF2-40B4-BE49-F238E27FC236}">
                <a16:creationId xmlns:a16="http://schemas.microsoft.com/office/drawing/2014/main" id="{B2E85FCF-A1E8-491A-BB0A-B412F5091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19200"/>
            <a:ext cx="16764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读取</a:t>
            </a:r>
          </a:p>
        </p:txBody>
      </p:sp>
      <p:sp>
        <p:nvSpPr>
          <p:cNvPr id="8" name="p13-action-1">
            <a:extLst xmlns:a="http://schemas.openxmlformats.org/drawingml/2006/main">
              <a:ext uri="{FF2B5EF4-FFF2-40B4-BE49-F238E27FC236}">
                <a16:creationId xmlns:a16="http://schemas.microsoft.com/office/drawing/2014/main" id="{A3C45FCA-9BED-4CDA-9BC7-562869BBB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1219200"/>
            <a:ext cx="16764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写入</a:t>
            </a:r>
          </a:p>
        </p:txBody>
      </p:sp>
      <p:sp>
        <p:nvSpPr>
          <p:cNvPr id="9" name="p13-action-2">
            <a:extLst xmlns:a="http://schemas.openxmlformats.org/drawingml/2006/main">
              <a:ext uri="{FF2B5EF4-FFF2-40B4-BE49-F238E27FC236}">
                <a16:creationId xmlns:a16="http://schemas.microsoft.com/office/drawing/2014/main" id="{EFBBCA94-8DE1-4000-8B72-42BD2FCEE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219200"/>
            <a:ext cx="16764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执行</a:t>
            </a:r>
          </a:p>
        </p:txBody>
      </p:sp>
      <p:sp>
        <p:nvSpPr>
          <p:cNvPr id="10" name="p13-action-3">
            <a:extLst xmlns:a="http://schemas.openxmlformats.org/drawingml/2006/main">
              <a:ext uri="{FF2B5EF4-FFF2-40B4-BE49-F238E27FC236}">
                <a16:creationId xmlns:a16="http://schemas.microsoft.com/office/drawing/2014/main" id="{933F1931-BB73-45F9-84F3-34DC5C434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1219200"/>
            <a:ext cx="16764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联网</a:t>
            </a:r>
          </a:p>
        </p:txBody>
      </p:sp>
      <p:sp>
        <p:nvSpPr>
          <p:cNvPr id="11" name="p13-action-4">
            <a:extLst xmlns:a="http://schemas.openxmlformats.org/drawingml/2006/main">
              <a:ext uri="{FF2B5EF4-FFF2-40B4-BE49-F238E27FC236}">
                <a16:creationId xmlns:a16="http://schemas.microsoft.com/office/drawing/2014/main" id="{3EDE2E22-D40E-421D-80F2-046C96950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71850"/>
            <a:ext cx="16764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外部系统</a:t>
            </a:r>
          </a:p>
        </p:txBody>
      </p:sp>
      <p:sp>
        <p:nvSpPr>
          <p:cNvPr id="12" name="p13-action-5">
            <a:extLst xmlns:a="http://schemas.openxmlformats.org/drawingml/2006/main">
              <a:ext uri="{FF2B5EF4-FFF2-40B4-BE49-F238E27FC236}">
                <a16:creationId xmlns:a16="http://schemas.microsoft.com/office/drawing/2014/main" id="{AF90C666-E849-4A25-BBDB-75D24FB58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3371850"/>
            <a:ext cx="16764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不可逆动作</a:t>
            </a:r>
          </a:p>
        </p:txBody>
      </p:sp>
      <p:sp>
        <p:nvSpPr>
          <p:cNvPr id="13" name="p13-d-0">
            <a:extLst xmlns:a="http://schemas.openxmlformats.org/drawingml/2006/main">
              <a:ext uri="{FF2B5EF4-FFF2-40B4-BE49-F238E27FC236}">
                <a16:creationId xmlns:a16="http://schemas.microsoft.com/office/drawing/2014/main" id="{06B59B3A-724D-4D65-83A3-CD5B7F90E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43400"/>
            <a:ext cx="25146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8354E"/>
                </a:solidFill>
              </a:defRPr>
            </a:pPr>
            <a:r>
              <a:rPr sz="15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Path</a:t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18354E"/>
                </a:solidFill>
              </a:defRPr>
            </a:pPr>
            <a:r>
              <a:rPr sz="15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哪些文件和目录</a:t>
            </a:r>
          </a:p>
        </p:txBody>
      </p:sp>
      <p:sp>
        <p:nvSpPr>
          <p:cNvPr id="14" name="p13-d-1">
            <a:extLst xmlns:a="http://schemas.openxmlformats.org/drawingml/2006/main">
              <a:ext uri="{FF2B5EF4-FFF2-40B4-BE49-F238E27FC236}">
                <a16:creationId xmlns:a16="http://schemas.microsoft.com/office/drawing/2014/main" id="{645EDEA4-58BB-4B07-B137-485DF8179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4343400"/>
            <a:ext cx="25146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8354E"/>
                </a:solidFill>
              </a:defRPr>
            </a:pPr>
            <a:r>
              <a:rPr sz="15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Command</a:t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18354E"/>
                </a:solidFill>
              </a:defRPr>
            </a:pPr>
            <a:r>
              <a:rPr sz="15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哪些命令和预算</a:t>
            </a:r>
          </a:p>
        </p:txBody>
      </p:sp>
      <p:sp>
        <p:nvSpPr>
          <p:cNvPr id="15" name="p13-d-2">
            <a:extLst xmlns:a="http://schemas.openxmlformats.org/drawingml/2006/main">
              <a:ext uri="{FF2B5EF4-FFF2-40B4-BE49-F238E27FC236}">
                <a16:creationId xmlns:a16="http://schemas.microsoft.com/office/drawing/2014/main" id="{2F8BE302-030D-40FC-B51E-C07A0E1DA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343400"/>
            <a:ext cx="25146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8354E"/>
                </a:solidFill>
              </a:defRPr>
            </a:pPr>
            <a:r>
              <a:rPr sz="15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Network</a:t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18354E"/>
                </a:solidFill>
              </a:defRPr>
            </a:pPr>
            <a:r>
              <a:rPr sz="15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是否联网、到哪些来源</a:t>
            </a:r>
          </a:p>
        </p:txBody>
      </p:sp>
      <p:sp>
        <p:nvSpPr>
          <p:cNvPr id="16" name="p13-d-3">
            <a:extLst xmlns:a="http://schemas.openxmlformats.org/drawingml/2006/main">
              <a:ext uri="{FF2B5EF4-FFF2-40B4-BE49-F238E27FC236}">
                <a16:creationId xmlns:a16="http://schemas.microsoft.com/office/drawing/2014/main" id="{BB6E6E01-9C97-4E56-8600-F617DDB98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4343400"/>
            <a:ext cx="25146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External write</a:t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是否发送、发布、导入或改账户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默认拒绝与最小权限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27921A4-25C4-3DB4-06B1-32693CEE2241}" type="slidenum">
              <a:t>14</a:t>
            </a:fld>
            <a:endParaRPr/>
          </a:p>
        </p:txBody>
      </p:sp>
      <p:sp>
        <p:nvSpPr>
          <p:cNvPr id="6" name="p14-no">
            <a:extLst xmlns:a="http://schemas.openxmlformats.org/drawingml/2006/main">
              <a:ext uri="{FF2B5EF4-FFF2-40B4-BE49-F238E27FC236}">
                <a16:creationId xmlns:a16="http://schemas.microsoft.com/office/drawing/2014/main" id="{5DFCD258-EEA4-4171-A31C-9188576FF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257300"/>
            <a:ext cx="4286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667684"/>
                </a:solidFill>
              </a:defRPr>
            </a:pPr>
            <a:r>
              <a:rPr sz="2100" b="1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没写禁止，所以可以</a:t>
            </a:r>
          </a:p>
        </p:txBody>
      </p:sp>
      <p:sp>
        <p:nvSpPr>
          <p:cNvPr id="7" name="p14-yes">
            <a:extLst xmlns:a="http://schemas.openxmlformats.org/drawingml/2006/main">
              <a:ext uri="{FF2B5EF4-FFF2-40B4-BE49-F238E27FC236}">
                <a16:creationId xmlns:a16="http://schemas.microsoft.com/office/drawing/2014/main" id="{D33B8AB7-46F9-4637-B7AE-32A16983C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257300"/>
            <a:ext cx="4286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175" b="1">
                <a:solidFill>
                  <a:srgbClr val="C8161E"/>
                </a:solidFill>
              </a:defRPr>
            </a:pPr>
            <a:r>
              <a:rPr sz="21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没有明确允许，所以暂停</a:t>
            </a:r>
          </a:p>
        </p:txBody>
      </p:sp>
      <p:sp>
        <p:nvSpPr>
          <p:cNvPr id="8" name="p14-cross">
            <a:extLst xmlns:a="http://schemas.openxmlformats.org/drawingml/2006/main">
              <a:ext uri="{FF2B5EF4-FFF2-40B4-BE49-F238E27FC236}">
                <a16:creationId xmlns:a16="http://schemas.microsoft.com/office/drawing/2014/main" id="{1C3126B3-FD63-4ACB-A8FC-AFB89FEC4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1314450"/>
            <a:ext cx="9906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3900" b="1">
                <a:solidFill>
                  <a:srgbClr val="C8161E"/>
                </a:solidFill>
              </a:defRPr>
            </a:pPr>
            <a:r>
              <a:rPr sz="390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×</a:t>
            </a:r>
          </a:p>
        </p:txBody>
      </p:sp>
      <p:sp>
        <p:nvSpPr>
          <p:cNvPr id="9" name="p14-task">
            <a:extLst xmlns:a="http://schemas.openxmlformats.org/drawingml/2006/main">
              <a:ext uri="{FF2B5EF4-FFF2-40B4-BE49-F238E27FC236}">
                <a16:creationId xmlns:a16="http://schemas.microsoft.com/office/drawing/2014/main" id="{11B37DD5-B2C4-4B03-B904-E0D5D222E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647950"/>
            <a:ext cx="8953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18354E"/>
                </a:solidFill>
              </a:defRPr>
            </a:pPr>
            <a:r>
              <a:rPr sz="19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任务：只更新 problem-definition.md 的指定段落</a:t>
            </a:r>
          </a:p>
        </p:txBody>
      </p:sp>
      <p:sp>
        <p:nvSpPr>
          <p:cNvPr id="10" name="p14-need">
            <a:extLst xmlns:a="http://schemas.openxmlformats.org/drawingml/2006/main">
              <a:ext uri="{FF2B5EF4-FFF2-40B4-BE49-F238E27FC236}">
                <a16:creationId xmlns:a16="http://schemas.microsoft.com/office/drawing/2014/main" id="{25A2C4E6-D4ED-4F1F-8D00-1BF750AE2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600450"/>
            <a:ext cx="33337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28745A"/>
                </a:solidFill>
              </a:defRPr>
            </a:pPr>
            <a:r>
              <a:rPr sz="187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需要</a:t>
            </a:r>
          </a:p>
          <a:p xmlns:a="http://schemas.openxmlformats.org/drawingml/2006/main">
            <a:pPr algn="ctr">
              <a:buNone/>
              <a:defRPr sz="1875" b="1">
                <a:solidFill>
                  <a:srgbClr val="28745A"/>
                </a:solidFill>
              </a:defRPr>
            </a:pPr>
            <a:r>
              <a:rPr sz="187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指定段落可写</a:t>
            </a:r>
          </a:p>
        </p:txBody>
      </p:sp>
      <p:sp>
        <p:nvSpPr>
          <p:cNvPr id="11" name="p14-unneed">
            <a:extLst xmlns:a="http://schemas.openxmlformats.org/drawingml/2006/main">
              <a:ext uri="{FF2B5EF4-FFF2-40B4-BE49-F238E27FC236}">
                <a16:creationId xmlns:a16="http://schemas.microsoft.com/office/drawing/2014/main" id="{6C9B00E9-5E0A-4D81-9A2F-749A2D675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3600450"/>
            <a:ext cx="52006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不需要</a:t>
            </a:r>
          </a:p>
          <a:p xmlns:a="http://schemas.openxmlformats.org/drawingml/2006/main">
            <a:pPr algn="ctr">
              <a:lnSpc>
                <a:spcPct val="130000"/>
              </a:lnSpc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整个项目可写｜个人目录可读｜任意命令｜自由联网</a:t>
            </a:r>
          </a:p>
        </p:txBody>
      </p:sp>
      <p:sp>
        <p:nvSpPr>
          <p:cNvPr id="12" name="p14-bottom">
            <a:extLst xmlns:a="http://schemas.openxmlformats.org/drawingml/2006/main">
              <a:ext uri="{FF2B5EF4-FFF2-40B4-BE49-F238E27FC236}">
                <a16:creationId xmlns:a16="http://schemas.microsoft.com/office/drawing/2014/main" id="{5C6C2D7C-1B70-44C4-924F-A1F823A74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143500"/>
            <a:ext cx="723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任务变化可以重新评估，但不能由 Agent 自行扩大。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长循环中的重要访问必须逐次检查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A83FA91-883A-0168-8075-96CEB9DCA3C2}" type="slidenum">
              <a:t>15</a:t>
            </a:fld>
            <a:endParaRPr/>
          </a:p>
        </p:txBody>
      </p:sp>
      <p:sp>
        <p:nvSpPr>
          <p:cNvPr id="6" name="p15-loop">
            <a:extLst xmlns:a="http://schemas.openxmlformats.org/drawingml/2006/main">
              <a:ext uri="{FF2B5EF4-FFF2-40B4-BE49-F238E27FC236}">
                <a16:creationId xmlns:a16="http://schemas.microsoft.com/office/drawing/2014/main" id="{7A15AC34-C9DD-4634-9A5D-A6D8538F1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1676400"/>
            <a:ext cx="4876800" cy="2857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18354E"/>
            </a:solidFill>
            <a:prstDash val="solid"/>
          </a:ln>
        </p:spPr>
      </p:sp>
      <p:sp>
        <p:nvSpPr>
          <p:cNvPr id="7" name="p15-center">
            <a:extLst xmlns:a="http://schemas.openxmlformats.org/drawingml/2006/main">
              <a:ext uri="{FF2B5EF4-FFF2-40B4-BE49-F238E27FC236}">
                <a16:creationId xmlns:a16="http://schemas.microsoft.com/office/drawing/2014/main" id="{32D30E60-7A5B-43BE-B828-FAC7641D5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266950"/>
            <a:ext cx="323850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2250" b="1">
                <a:solidFill>
                  <a:srgbClr val="C8161E"/>
                </a:solidFill>
              </a:defRPr>
            </a:pPr>
            <a:r>
              <a:rPr sz="22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第一次允许</a:t>
            </a:r>
          </a:p>
          <a:p xmlns:a="http://schemas.openxmlformats.org/drawingml/2006/main">
            <a:pPr algn="ctr">
              <a:lnSpc>
                <a:spcPct val="130000"/>
              </a:lnSpc>
              <a:buNone/>
              <a:defRPr sz="2250" b="1">
                <a:solidFill>
                  <a:srgbClr val="C8161E"/>
                </a:solidFill>
              </a:defRPr>
            </a:pPr>
            <a:r>
              <a:rPr sz="22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≠</a:t>
            </a:r>
          </a:p>
          <a:p xmlns:a="http://schemas.openxmlformats.org/drawingml/2006/main">
            <a:pPr algn="ctr">
              <a:lnSpc>
                <a:spcPct val="130000"/>
              </a:lnSpc>
              <a:buNone/>
              <a:defRPr sz="2250" b="1">
                <a:solidFill>
                  <a:srgbClr val="C8161E"/>
                </a:solidFill>
              </a:defRPr>
            </a:pPr>
            <a:r>
              <a:rPr sz="22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后续全部允许</a:t>
            </a:r>
          </a:p>
        </p:txBody>
      </p:sp>
      <p:sp>
        <p:nvSpPr>
          <p:cNvPr id="8" name="p15-0">
            <a:extLst xmlns:a="http://schemas.openxmlformats.org/drawingml/2006/main">
              <a:ext uri="{FF2B5EF4-FFF2-40B4-BE49-F238E27FC236}">
                <a16:creationId xmlns:a16="http://schemas.microsoft.com/office/drawing/2014/main" id="{ED70AAF2-7179-4E31-A836-B55789F2B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600200"/>
            <a:ext cx="1809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文件变化</a:t>
            </a:r>
          </a:p>
        </p:txBody>
      </p:sp>
      <p:sp>
        <p:nvSpPr>
          <p:cNvPr id="9" name="p15-1">
            <a:extLst xmlns:a="http://schemas.openxmlformats.org/drawingml/2006/main">
              <a:ext uri="{FF2B5EF4-FFF2-40B4-BE49-F238E27FC236}">
                <a16:creationId xmlns:a16="http://schemas.microsoft.com/office/drawing/2014/main" id="{908D1096-3349-4CBA-AFBD-90796E57A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1600200"/>
            <a:ext cx="1809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新工具</a:t>
            </a:r>
          </a:p>
        </p:txBody>
      </p:sp>
      <p:sp>
        <p:nvSpPr>
          <p:cNvPr id="10" name="p15-2">
            <a:extLst xmlns:a="http://schemas.openxmlformats.org/drawingml/2006/main">
              <a:ext uri="{FF2B5EF4-FFF2-40B4-BE49-F238E27FC236}">
                <a16:creationId xmlns:a16="http://schemas.microsoft.com/office/drawing/2014/main" id="{8FF48F3E-331C-4C9D-95E2-A8039A605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14800"/>
            <a:ext cx="1809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新域名</a:t>
            </a:r>
          </a:p>
        </p:txBody>
      </p:sp>
      <p:sp>
        <p:nvSpPr>
          <p:cNvPr id="11" name="p15-3">
            <a:extLst xmlns:a="http://schemas.openxmlformats.org/drawingml/2006/main">
              <a:ext uri="{FF2B5EF4-FFF2-40B4-BE49-F238E27FC236}">
                <a16:creationId xmlns:a16="http://schemas.microsoft.com/office/drawing/2014/main" id="{094B9A93-6F5D-45A2-8754-262F8B826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4114800"/>
            <a:ext cx="1809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新数据</a:t>
            </a:r>
          </a:p>
        </p:txBody>
      </p:sp>
      <p:sp>
        <p:nvSpPr>
          <p:cNvPr id="12" name="p15-4">
            <a:extLst xmlns:a="http://schemas.openxmlformats.org/drawingml/2006/main">
              <a:ext uri="{FF2B5EF4-FFF2-40B4-BE49-F238E27FC236}">
                <a16:creationId xmlns:a16="http://schemas.microsoft.com/office/drawing/2014/main" id="{1B608299-390C-4B85-B975-CCC57263A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857750"/>
            <a:ext cx="1809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新外部动作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高风险动作必须同时满足多项条件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C9C7607-4BA3-B4DC-A00F-2E67A9FCFF7E}" type="slidenum">
              <a:t>16</a:t>
            </a:fld>
            <a:endParaRPr/>
          </a:p>
        </p:txBody>
      </p:sp>
      <p:sp>
        <p:nvSpPr>
          <p:cNvPr id="6" name="p16-k-0">
            <a:extLst xmlns:a="http://schemas.openxmlformats.org/drawingml/2006/main">
              <a:ext uri="{FF2B5EF4-FFF2-40B4-BE49-F238E27FC236}">
                <a16:creationId xmlns:a16="http://schemas.microsoft.com/office/drawing/2014/main" id="{2E89F1F3-066B-4170-B9B0-C725518A1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85900"/>
            <a:ext cx="762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18354E"/>
                </a:solidFill>
              </a:defRPr>
            </a:pPr>
            <a:r>
              <a:rPr sz="2100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7" name="p16-t-0">
            <a:extLst xmlns:a="http://schemas.openxmlformats.org/drawingml/2006/main">
              <a:ext uri="{FF2B5EF4-FFF2-40B4-BE49-F238E27FC236}">
                <a16:creationId xmlns:a16="http://schemas.microsoft.com/office/drawing/2014/main" id="{F551E83B-CC68-4453-B4B1-D0B6A14F2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52650"/>
            <a:ext cx="24003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263746"/>
                </a:solidFill>
              </a:defRPr>
            </a:pPr>
            <a:r>
              <a:rPr sz="18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指定文件</a:t>
            </a:r>
          </a:p>
        </p:txBody>
      </p:sp>
      <p:sp>
        <p:nvSpPr>
          <p:cNvPr id="8" name="p16-k-1">
            <a:extLst xmlns:a="http://schemas.openxmlformats.org/drawingml/2006/main">
              <a:ext uri="{FF2B5EF4-FFF2-40B4-BE49-F238E27FC236}">
                <a16:creationId xmlns:a16="http://schemas.microsoft.com/office/drawing/2014/main" id="{AA0ED429-7C41-4F08-8427-CA5338D15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1485900"/>
            <a:ext cx="762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28745A"/>
                </a:solidFill>
              </a:defRPr>
            </a:pPr>
            <a:r>
              <a:rPr sz="2100" b="1">
                <a:solidFill>
                  <a:srgbClr val="28745A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9" name="p16-t-1">
            <a:extLst xmlns:a="http://schemas.openxmlformats.org/drawingml/2006/main">
              <a:ext uri="{FF2B5EF4-FFF2-40B4-BE49-F238E27FC236}">
                <a16:creationId xmlns:a16="http://schemas.microsoft.com/office/drawing/2014/main" id="{9A5A0553-B893-4CEB-8707-5A129670B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152650"/>
            <a:ext cx="24003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263746"/>
                </a:solidFill>
              </a:defRPr>
            </a:pPr>
            <a:r>
              <a:rPr sz="18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人工复核通过</a:t>
            </a:r>
          </a:p>
        </p:txBody>
      </p:sp>
      <p:sp>
        <p:nvSpPr>
          <p:cNvPr id="10" name="p16-k-2">
            <a:extLst xmlns:a="http://schemas.openxmlformats.org/drawingml/2006/main">
              <a:ext uri="{FF2B5EF4-FFF2-40B4-BE49-F238E27FC236}">
                <a16:creationId xmlns:a16="http://schemas.microsoft.com/office/drawing/2014/main" id="{8B0DCE77-6425-4E29-B8AC-D68D14D1A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485900"/>
            <a:ext cx="762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A86C12"/>
                </a:solidFill>
              </a:defRPr>
            </a:pPr>
            <a:r>
              <a:rPr sz="2100" b="1">
                <a:solidFill>
                  <a:srgbClr val="A86C12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1" name="p16-t-2">
            <a:extLst xmlns:a="http://schemas.openxmlformats.org/drawingml/2006/main">
              <a:ext uri="{FF2B5EF4-FFF2-40B4-BE49-F238E27FC236}">
                <a16:creationId xmlns:a16="http://schemas.microsoft.com/office/drawing/2014/main" id="{473FA448-09A2-42AF-89C5-86A50A8B7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152650"/>
            <a:ext cx="24003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263746"/>
                </a:solidFill>
              </a:defRPr>
            </a:pPr>
            <a:r>
              <a:rPr sz="18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无敏感信息</a:t>
            </a:r>
          </a:p>
        </p:txBody>
      </p:sp>
      <p:sp>
        <p:nvSpPr>
          <p:cNvPr id="12" name="p16-k-3">
            <a:extLst xmlns:a="http://schemas.openxmlformats.org/drawingml/2006/main">
              <a:ext uri="{FF2B5EF4-FFF2-40B4-BE49-F238E27FC236}">
                <a16:creationId xmlns:a16="http://schemas.microsoft.com/office/drawing/2014/main" id="{24FEA847-4575-4B1A-8701-37BB0FDBA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1485900"/>
            <a:ext cx="762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C8161E"/>
                </a:solidFill>
              </a:defRPr>
            </a:pPr>
            <a:r>
              <a:rPr sz="210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3" name="p16-t-3">
            <a:extLst xmlns:a="http://schemas.openxmlformats.org/drawingml/2006/main">
              <a:ext uri="{FF2B5EF4-FFF2-40B4-BE49-F238E27FC236}">
                <a16:creationId xmlns:a16="http://schemas.microsoft.com/office/drawing/2014/main" id="{1C03B3A5-320F-4CE9-BD64-4AE7AACE8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152650"/>
            <a:ext cx="24003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263746"/>
                </a:solidFill>
              </a:defRPr>
            </a:pPr>
            <a:r>
              <a:rPr sz="18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明确发布目标</a:t>
            </a:r>
          </a:p>
        </p:txBody>
      </p:sp>
      <p:sp>
        <p:nvSpPr>
          <p:cNvPr id="14" name="p16-line">
            <a:extLst xmlns:a="http://schemas.openxmlformats.org/drawingml/2006/main">
              <a:ext uri="{FF2B5EF4-FFF2-40B4-BE49-F238E27FC236}">
                <a16:creationId xmlns:a16="http://schemas.microsoft.com/office/drawing/2014/main" id="{9B664451-7307-444B-B6D2-930A88154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62100" y="3767138"/>
            <a:ext cx="8953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p16-gate">
            <a:extLst xmlns:a="http://schemas.openxmlformats.org/drawingml/2006/main">
              <a:ext uri="{FF2B5EF4-FFF2-40B4-BE49-F238E27FC236}">
                <a16:creationId xmlns:a16="http://schemas.microsoft.com/office/drawing/2014/main" id="{53646DEC-6B81-444D-B87A-F5E4EA33C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171950"/>
            <a:ext cx="34671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FFFFFF"/>
                </a:solidFill>
              </a:defRPr>
            </a:pPr>
            <a:r>
              <a:rPr sz="25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外部发布</a:t>
            </a:r>
          </a:p>
        </p:txBody>
      </p:sp>
      <p:sp>
        <p:nvSpPr>
          <p:cNvPr id="16" name="p16-bottom">
            <a:extLst xmlns:a="http://schemas.openxmlformats.org/drawingml/2006/main">
              <a:ext uri="{FF2B5EF4-FFF2-40B4-BE49-F238E27FC236}">
                <a16:creationId xmlns:a16="http://schemas.microsoft.com/office/drawing/2014/main" id="{F1D1D269-59BA-46E7-BF52-10AC31EDA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314950"/>
            <a:ext cx="590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一个信号不能直接触发高风险动作。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权限矩阵：字段与人工确认点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0F7333B-44AC-F7E9-D49D-FE92F45E0477}" type="slidenum">
              <a:t>17</a:t>
            </a:fld>
            <a:endParaRPr/>
          </a:p>
        </p:txBody>
      </p:sp>
      <p:sp>
        <p:nvSpPr>
          <p:cNvPr id="6" name="p17-h-0">
            <a:extLst xmlns:a="http://schemas.openxmlformats.org/drawingml/2006/main">
              <a:ext uri="{FF2B5EF4-FFF2-40B4-BE49-F238E27FC236}">
                <a16:creationId xmlns:a16="http://schemas.microsoft.com/office/drawing/2014/main" id="{E8371B01-374F-4B2A-BA8B-C0FDDDC19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162050"/>
            <a:ext cx="1238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对象</a:t>
            </a:r>
          </a:p>
        </p:txBody>
      </p:sp>
      <p:sp>
        <p:nvSpPr>
          <p:cNvPr id="7" name="p17-h-1">
            <a:extLst xmlns:a="http://schemas.openxmlformats.org/drawingml/2006/main">
              <a:ext uri="{FF2B5EF4-FFF2-40B4-BE49-F238E27FC236}">
                <a16:creationId xmlns:a16="http://schemas.microsoft.com/office/drawing/2014/main" id="{B7D261AA-FE6B-4382-BF83-68B162968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1162050"/>
            <a:ext cx="16764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只读</a:t>
            </a:r>
          </a:p>
        </p:txBody>
      </p:sp>
      <p:sp>
        <p:nvSpPr>
          <p:cNvPr id="8" name="p17-h-2">
            <a:extLst xmlns:a="http://schemas.openxmlformats.org/drawingml/2006/main">
              <a:ext uri="{FF2B5EF4-FFF2-40B4-BE49-F238E27FC236}">
                <a16:creationId xmlns:a16="http://schemas.microsoft.com/office/drawing/2014/main" id="{1D887519-2BE2-4B6F-8CCD-55DEEECD7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1162050"/>
            <a:ext cx="1600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可写</a:t>
            </a:r>
          </a:p>
        </p:txBody>
      </p:sp>
      <p:sp>
        <p:nvSpPr>
          <p:cNvPr id="9" name="p17-h-3">
            <a:extLst xmlns:a="http://schemas.openxmlformats.org/drawingml/2006/main">
              <a:ext uri="{FF2B5EF4-FFF2-40B4-BE49-F238E27FC236}">
                <a16:creationId xmlns:a16="http://schemas.microsoft.com/office/drawing/2014/main" id="{29D6A85B-1938-41AB-B8DC-688F1A3BC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162050"/>
            <a:ext cx="152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执行</a:t>
            </a:r>
          </a:p>
        </p:txBody>
      </p:sp>
      <p:sp>
        <p:nvSpPr>
          <p:cNvPr id="10" name="p17-h-4">
            <a:extLst xmlns:a="http://schemas.openxmlformats.org/drawingml/2006/main">
              <a:ext uri="{FF2B5EF4-FFF2-40B4-BE49-F238E27FC236}">
                <a16:creationId xmlns:a16="http://schemas.microsoft.com/office/drawing/2014/main" id="{F7E34986-D83A-4AA2-A0B2-636BB56B8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1162050"/>
            <a:ext cx="22479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确认点</a:t>
            </a:r>
          </a:p>
        </p:txBody>
      </p:sp>
      <p:sp>
        <p:nvSpPr>
          <p:cNvPr id="11" name="p17-h-5">
            <a:extLst xmlns:a="http://schemas.openxmlformats.org/drawingml/2006/main">
              <a:ext uri="{FF2B5EF4-FFF2-40B4-BE49-F238E27FC236}">
                <a16:creationId xmlns:a16="http://schemas.microsoft.com/office/drawing/2014/main" id="{78FD2BC1-3A44-46D3-AAA7-D10D241CD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1162050"/>
            <a:ext cx="2476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禁止</a:t>
            </a:r>
          </a:p>
        </p:txBody>
      </p:sp>
      <p:sp>
        <p:nvSpPr>
          <p:cNvPr id="12" name="p17-r0-0">
            <a:extLst xmlns:a="http://schemas.openxmlformats.org/drawingml/2006/main">
              <a:ext uri="{FF2B5EF4-FFF2-40B4-BE49-F238E27FC236}">
                <a16:creationId xmlns:a16="http://schemas.microsoft.com/office/drawing/2014/main" id="{DF7CFCBD-DD86-4995-9560-1F7D5828E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71650"/>
            <a:ext cx="12382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文献</a:t>
            </a:r>
          </a:p>
        </p:txBody>
      </p:sp>
      <p:sp>
        <p:nvSpPr>
          <p:cNvPr id="13" name="p17-r0-1">
            <a:extLst xmlns:a="http://schemas.openxmlformats.org/drawingml/2006/main">
              <a:ext uri="{FF2B5EF4-FFF2-40B4-BE49-F238E27FC236}">
                <a16:creationId xmlns:a16="http://schemas.microsoft.com/office/drawing/2014/main" id="{14D20C9F-DF41-4641-BFC3-EDAFC3D9C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1771650"/>
            <a:ext cx="16764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公开摘要</a:t>
            </a:r>
          </a:p>
        </p:txBody>
      </p:sp>
      <p:sp>
        <p:nvSpPr>
          <p:cNvPr id="14" name="p17-r0-2">
            <a:extLst xmlns:a="http://schemas.openxmlformats.org/drawingml/2006/main">
              <a:ext uri="{FF2B5EF4-FFF2-40B4-BE49-F238E27FC236}">
                <a16:creationId xmlns:a16="http://schemas.microsoft.com/office/drawing/2014/main" id="{E24926A0-E65B-4774-B082-DCFCA999F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1771650"/>
            <a:ext cx="16002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检索记录</a:t>
            </a:r>
          </a:p>
        </p:txBody>
      </p:sp>
      <p:sp>
        <p:nvSpPr>
          <p:cNvPr id="15" name="p17-r0-3">
            <a:extLst xmlns:a="http://schemas.openxmlformats.org/drawingml/2006/main">
              <a:ext uri="{FF2B5EF4-FFF2-40B4-BE49-F238E27FC236}">
                <a16:creationId xmlns:a16="http://schemas.microsoft.com/office/drawing/2014/main" id="{17EFC89E-37FD-4A27-B6B6-DE01C28C0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771650"/>
            <a:ext cx="1524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限定检索</a:t>
            </a:r>
          </a:p>
        </p:txBody>
      </p:sp>
      <p:sp>
        <p:nvSpPr>
          <p:cNvPr id="16" name="p17-r0-4">
            <a:extLst xmlns:a="http://schemas.openxmlformats.org/drawingml/2006/main">
              <a:ext uri="{FF2B5EF4-FFF2-40B4-BE49-F238E27FC236}">
                <a16:creationId xmlns:a16="http://schemas.microsoft.com/office/drawing/2014/main" id="{25C8FB09-091E-4F76-A4AF-CC9CA2065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1771650"/>
            <a:ext cx="22479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275" b="1">
                <a:solidFill>
                  <a:srgbClr val="C8161E"/>
                </a:solidFill>
              </a:defRPr>
            </a:pPr>
            <a:r>
              <a:rPr sz="12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下载 / 发送全文前</a:t>
            </a:r>
          </a:p>
        </p:txBody>
      </p:sp>
      <p:sp>
        <p:nvSpPr>
          <p:cNvPr id="17" name="p17-r0-5">
            <a:extLst xmlns:a="http://schemas.openxmlformats.org/drawingml/2006/main">
              <a:ext uri="{FF2B5EF4-FFF2-40B4-BE49-F238E27FC236}">
                <a16:creationId xmlns:a16="http://schemas.microsoft.com/office/drawing/2014/main" id="{C1001DAC-C163-4A01-A5B8-8AE122FB2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1771650"/>
            <a:ext cx="24765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275" b="1">
                <a:solidFill>
                  <a:srgbClr val="C8161E"/>
                </a:solidFill>
              </a:defRPr>
            </a:pPr>
            <a:r>
              <a:rPr sz="12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上传正式评审稿或未授权材料</a:t>
            </a:r>
          </a:p>
        </p:txBody>
      </p:sp>
      <p:sp>
        <p:nvSpPr>
          <p:cNvPr id="18" name="p17-r1-0">
            <a:extLst xmlns:a="http://schemas.openxmlformats.org/drawingml/2006/main">
              <a:ext uri="{FF2B5EF4-FFF2-40B4-BE49-F238E27FC236}">
                <a16:creationId xmlns:a16="http://schemas.microsoft.com/office/drawing/2014/main" id="{34EF6FD7-9CCE-476E-8275-2824B192F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47950"/>
            <a:ext cx="12382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项目文件</a:t>
            </a:r>
          </a:p>
        </p:txBody>
      </p:sp>
      <p:sp>
        <p:nvSpPr>
          <p:cNvPr id="19" name="p17-r1-1">
            <a:extLst xmlns:a="http://schemas.openxmlformats.org/drawingml/2006/main">
              <a:ext uri="{FF2B5EF4-FFF2-40B4-BE49-F238E27FC236}">
                <a16:creationId xmlns:a16="http://schemas.microsoft.com/office/drawing/2014/main" id="{3E681488-311E-420B-9208-B94AFC7E5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2647950"/>
            <a:ext cx="16764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指定工件</a:t>
            </a:r>
          </a:p>
        </p:txBody>
      </p:sp>
      <p:sp>
        <p:nvSpPr>
          <p:cNvPr id="20" name="p17-r1-2">
            <a:extLst xmlns:a="http://schemas.openxmlformats.org/drawingml/2006/main">
              <a:ext uri="{FF2B5EF4-FFF2-40B4-BE49-F238E27FC236}">
                <a16:creationId xmlns:a16="http://schemas.microsoft.com/office/drawing/2014/main" id="{404FC623-5F4A-4555-936D-0404FB539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647950"/>
            <a:ext cx="16002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指定文件</a:t>
            </a:r>
          </a:p>
        </p:txBody>
      </p:sp>
      <p:sp>
        <p:nvSpPr>
          <p:cNvPr id="21" name="p17-r1-3">
            <a:extLst xmlns:a="http://schemas.openxmlformats.org/drawingml/2006/main">
              <a:ext uri="{FF2B5EF4-FFF2-40B4-BE49-F238E27FC236}">
                <a16:creationId xmlns:a16="http://schemas.microsoft.com/office/drawing/2014/main" id="{C29A499B-482D-4937-B239-2804E6D54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647950"/>
            <a:ext cx="1524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白名单命令</a:t>
            </a:r>
          </a:p>
        </p:txBody>
      </p:sp>
      <p:sp>
        <p:nvSpPr>
          <p:cNvPr id="22" name="p17-r1-4">
            <a:extLst xmlns:a="http://schemas.openxmlformats.org/drawingml/2006/main">
              <a:ext uri="{FF2B5EF4-FFF2-40B4-BE49-F238E27FC236}">
                <a16:creationId xmlns:a16="http://schemas.microsoft.com/office/drawing/2014/main" id="{AFDA2A2B-08FD-43E1-BD84-1D38525F7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647950"/>
            <a:ext cx="22479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275" b="1">
                <a:solidFill>
                  <a:srgbClr val="C8161E"/>
                </a:solidFill>
              </a:defRPr>
            </a:pPr>
            <a:r>
              <a:rPr sz="12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扩大写入前</a:t>
            </a:r>
          </a:p>
        </p:txBody>
      </p:sp>
      <p:sp>
        <p:nvSpPr>
          <p:cNvPr id="23" name="p17-r1-5">
            <a:extLst xmlns:a="http://schemas.openxmlformats.org/drawingml/2006/main">
              <a:ext uri="{FF2B5EF4-FFF2-40B4-BE49-F238E27FC236}">
                <a16:creationId xmlns:a16="http://schemas.microsoft.com/office/drawing/2014/main" id="{0FBD62CD-E230-402E-A05B-29CA900D3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647950"/>
            <a:ext cx="24765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275" b="1">
                <a:solidFill>
                  <a:srgbClr val="C8161E"/>
                </a:solidFill>
              </a:defRPr>
            </a:pPr>
            <a:r>
              <a:rPr sz="12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删除失败</a:t>
            </a:r>
          </a:p>
        </p:txBody>
      </p:sp>
      <p:sp>
        <p:nvSpPr>
          <p:cNvPr id="24" name="p17-pauses">
            <a:extLst xmlns:a="http://schemas.openxmlformats.org/drawingml/2006/main">
              <a:ext uri="{FF2B5EF4-FFF2-40B4-BE49-F238E27FC236}">
                <a16:creationId xmlns:a16="http://schemas.microsoft.com/office/drawing/2014/main" id="{D5EE424D-F449-4CAC-8D58-A47FA6C80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943350"/>
            <a:ext cx="90487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首次写入｜扩大 Context｜安装依赖 / 长时运行｜修改问题、指标或停止条件｜发送、删除或公开｜迁移为 approved / stable</a:t>
            </a:r>
          </a:p>
        </p:txBody>
      </p:sp>
      <p:sp>
        <p:nvSpPr>
          <p:cNvPr id="25" name="p17-pause">
            <a:extLst xmlns:a="http://schemas.openxmlformats.org/drawingml/2006/main">
              <a:ext uri="{FF2B5EF4-FFF2-40B4-BE49-F238E27FC236}">
                <a16:creationId xmlns:a16="http://schemas.microsoft.com/office/drawing/2014/main" id="{08AE616D-4E5D-4DCA-B748-685748DC1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3943350"/>
            <a:ext cx="14287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PAUSE</a:t>
            </a:r>
          </a:p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FOR REVIEW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长期权限矩阵还需要本次任务契约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1C6C81E-38B9-7560-621D-5A151A79DF9B}" type="slidenum">
              <a:t>18</a:t>
            </a:fld>
            <a:endParaRPr/>
          </a:p>
        </p:txBody>
      </p:sp>
      <p:sp>
        <p:nvSpPr>
          <p:cNvPr id="6" name="p18-project">
            <a:extLst xmlns:a="http://schemas.openxmlformats.org/drawingml/2006/main">
              <a:ext uri="{FF2B5EF4-FFF2-40B4-BE49-F238E27FC236}">
                <a16:creationId xmlns:a16="http://schemas.microsoft.com/office/drawing/2014/main" id="{566286F9-9193-4C3E-9BD7-EDD873BF0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1371600"/>
            <a:ext cx="94107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18354E"/>
                </a:solidFill>
              </a:defRPr>
            </a:pPr>
            <a:r>
              <a:rPr sz="23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项目权限矩阵</a:t>
            </a:r>
          </a:p>
        </p:txBody>
      </p:sp>
      <p:sp>
        <p:nvSpPr>
          <p:cNvPr id="7" name="p18-down">
            <a:extLst xmlns:a="http://schemas.openxmlformats.org/drawingml/2006/main">
              <a:ext uri="{FF2B5EF4-FFF2-40B4-BE49-F238E27FC236}">
                <a16:creationId xmlns:a16="http://schemas.microsoft.com/office/drawing/2014/main" id="{92B6CCAE-A268-4735-A6CA-3C44B51E8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886450" y="2667000"/>
            <a:ext cx="457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667684"/>
                </a:solidFill>
              </a:defRPr>
            </a:pPr>
            <a:r>
              <a:rPr sz="210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8" name="p18-task">
            <a:extLst xmlns:a="http://schemas.openxmlformats.org/drawingml/2006/main">
              <a:ext uri="{FF2B5EF4-FFF2-40B4-BE49-F238E27FC236}">
                <a16:creationId xmlns:a16="http://schemas.microsoft.com/office/drawing/2014/main" id="{293742C5-3D9F-448D-BDE1-60366B24B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333750"/>
            <a:ext cx="94107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C8161E"/>
                </a:solidFill>
              </a:defRPr>
            </a:pPr>
            <a:r>
              <a:rPr sz="23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本次任务契约</a:t>
            </a:r>
          </a:p>
        </p:txBody>
      </p:sp>
      <p:sp>
        <p:nvSpPr>
          <p:cNvPr id="9" name="p18-fields">
            <a:extLst xmlns:a="http://schemas.openxmlformats.org/drawingml/2006/main">
              <a:ext uri="{FF2B5EF4-FFF2-40B4-BE49-F238E27FC236}">
                <a16:creationId xmlns:a16="http://schemas.microsoft.com/office/drawing/2014/main" id="{AC33B3D7-7C9F-4FCB-AE43-5DC7F9ED2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4591050"/>
            <a:ext cx="9029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Arial"/>
                <a:ea typeface="Arial"/>
                <a:cs typeface="Arial"/>
              </a:rPr>
              <a:t>Task｜Context｜Output｜Permission｜Non-goal｜Review</a:t>
            </a:r>
          </a:p>
        </p:txBody>
      </p:sp>
      <p:sp>
        <p:nvSpPr>
          <p:cNvPr id="10" name="p18-bottom">
            <a:extLst xmlns:a="http://schemas.openxmlformats.org/drawingml/2006/main">
              <a:ext uri="{FF2B5EF4-FFF2-40B4-BE49-F238E27FC236}">
                <a16:creationId xmlns:a16="http://schemas.microsoft.com/office/drawing/2014/main" id="{089B8132-10FD-4BAA-8627-FD6F79293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21970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冲突时执行更窄授权。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比较两个配置：哪个更接近研究需要？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F91274-D221-1BB4-3BF9-836E3AD31EBE}" type="slidenum">
              <a:t>19</a:t>
            </a:fld>
            <a:endParaRPr/>
          </a:p>
        </p:txBody>
      </p:sp>
      <p:sp>
        <p:nvSpPr>
          <p:cNvPr id="6" name="p19-a-title">
            <a:extLst xmlns:a="http://schemas.openxmlformats.org/drawingml/2006/main">
              <a:ext uri="{FF2B5EF4-FFF2-40B4-BE49-F238E27FC236}">
                <a16:creationId xmlns:a16="http://schemas.microsoft.com/office/drawing/2014/main" id="{3EE1A0DE-C485-41C5-8369-9220FA631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200150"/>
            <a:ext cx="476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C8161E"/>
                </a:solidFill>
              </a:defRPr>
            </a:pPr>
            <a:r>
              <a:rPr sz="21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配置 A</a:t>
            </a:r>
          </a:p>
        </p:txBody>
      </p:sp>
      <p:sp>
        <p:nvSpPr>
          <p:cNvPr id="7" name="p19-b-title">
            <a:extLst xmlns:a="http://schemas.openxmlformats.org/drawingml/2006/main">
              <a:ext uri="{FF2B5EF4-FFF2-40B4-BE49-F238E27FC236}">
                <a16:creationId xmlns:a16="http://schemas.microsoft.com/office/drawing/2014/main" id="{965B05BC-851B-4813-8A33-6EE04B536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1200150"/>
            <a:ext cx="476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28745A"/>
                </a:solidFill>
              </a:defRPr>
            </a:pPr>
            <a:r>
              <a:rPr sz="210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配置 B</a:t>
            </a:r>
          </a:p>
        </p:txBody>
      </p:sp>
      <p:sp>
        <p:nvSpPr>
          <p:cNvPr id="8" name="p19-a">
            <a:extLst xmlns:a="http://schemas.openxmlformats.org/drawingml/2006/main">
              <a:ext uri="{FF2B5EF4-FFF2-40B4-BE49-F238E27FC236}">
                <a16:creationId xmlns:a16="http://schemas.microsoft.com/office/drawing/2014/main" id="{9B93F2BD-E1D7-496F-A33E-0AB73BE89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85950"/>
            <a:ext cx="4762500" cy="2133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2025" b="1">
                <a:solidFill>
                  <a:srgbClr val="263746"/>
                </a:solidFill>
              </a:defRPr>
            </a:pPr>
            <a:r>
              <a:rPr sz="20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读取所有文件，自由联网，必要时修改任何内容，完成后汇报。</a:t>
            </a:r>
          </a:p>
        </p:txBody>
      </p:sp>
      <p:sp>
        <p:nvSpPr>
          <p:cNvPr id="9" name="p19-b">
            <a:extLst xmlns:a="http://schemas.openxmlformats.org/drawingml/2006/main">
              <a:ext uri="{FF2B5EF4-FFF2-40B4-BE49-F238E27FC236}">
                <a16:creationId xmlns:a16="http://schemas.microsoft.com/office/drawing/2014/main" id="{00FDB434-B5F2-4934-AACC-18D92962F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1885950"/>
            <a:ext cx="4762500" cy="2133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1950" b="1">
                <a:solidFill>
                  <a:srgbClr val="263746"/>
                </a:solidFill>
              </a:defRPr>
            </a:pPr>
            <a:r>
              <a:rPr sz="19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只读三个指定文件；不联网；先提交风险卡和修改建议；人工批准后只写两个目标文件。</a:t>
            </a:r>
          </a:p>
        </p:txBody>
      </p:sp>
      <p:sp>
        <p:nvSpPr>
          <p:cNvPr id="10" name="p19-question">
            <a:extLst xmlns:a="http://schemas.openxmlformats.org/drawingml/2006/main">
              <a:ext uri="{FF2B5EF4-FFF2-40B4-BE49-F238E27FC236}">
                <a16:creationId xmlns:a16="http://schemas.microsoft.com/office/drawing/2014/main" id="{9CBA4F75-29D9-4ECF-A736-6AE94D426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4629150"/>
            <a:ext cx="8191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C8161E"/>
                </a:solidFill>
              </a:defRPr>
            </a:pPr>
            <a:r>
              <a:rPr sz="20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配置 B 还缺什么？补一项限制和一项核验。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文件与工件成熟度的区别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44E025A-983C-6D44-79C6-4612AACD43FC}" type="slidenum">
              <a:t>20</a:t>
            </a:fld>
            <a:endParaRPr/>
          </a:p>
        </p:txBody>
      </p:sp>
      <p:sp>
        <p:nvSpPr>
          <p:cNvPr id="6" name="p20-file">
            <a:extLst xmlns:a="http://schemas.openxmlformats.org/drawingml/2006/main">
              <a:ext uri="{FF2B5EF4-FFF2-40B4-BE49-F238E27FC236}">
                <a16:creationId xmlns:a16="http://schemas.microsoft.com/office/drawing/2014/main" id="{85469722-CF50-4EEC-AFC9-34FBC41CF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371600"/>
            <a:ext cx="23812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700" b="1">
                <a:solidFill>
                  <a:srgbClr val="18354E"/>
                </a:solidFill>
              </a:defRPr>
            </a:pPr>
            <a:r>
              <a:rPr sz="27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文件</a:t>
            </a:r>
          </a:p>
        </p:txBody>
      </p:sp>
      <p:sp>
        <p:nvSpPr>
          <p:cNvPr id="7" name="p20-file-q">
            <a:extLst xmlns:a="http://schemas.openxmlformats.org/drawingml/2006/main">
              <a:ext uri="{FF2B5EF4-FFF2-40B4-BE49-F238E27FC236}">
                <a16:creationId xmlns:a16="http://schemas.microsoft.com/office/drawing/2014/main" id="{89DA8B08-0172-4ACE-BA2D-6B618DEC3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81250"/>
            <a:ext cx="2571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0">
                <a:solidFill>
                  <a:srgbClr val="667684"/>
                </a:solidFill>
              </a:defRPr>
            </a:pPr>
            <a:r>
              <a:rPr sz="1650" b="0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内容存在哪里？</a:t>
            </a:r>
          </a:p>
        </p:txBody>
      </p:sp>
      <p:sp>
        <p:nvSpPr>
          <p:cNvPr id="8" name="p20-divider">
            <a:extLst xmlns:a="http://schemas.openxmlformats.org/drawingml/2006/main">
              <a:ext uri="{FF2B5EF4-FFF2-40B4-BE49-F238E27FC236}">
                <a16:creationId xmlns:a16="http://schemas.microsoft.com/office/drawing/2014/main" id="{CC70AE4D-4F34-46FD-982E-2E157D5CA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1657350" y="3114675"/>
            <a:ext cx="4038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p20-a-0">
            <a:extLst xmlns:a="http://schemas.openxmlformats.org/drawingml/2006/main">
              <a:ext uri="{FF2B5EF4-FFF2-40B4-BE49-F238E27FC236}">
                <a16:creationId xmlns:a16="http://schemas.microsoft.com/office/drawing/2014/main" id="{0F403EC8-321B-4C62-9F2D-67254710F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2686050"/>
            <a:ext cx="361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667684"/>
                </a:solidFill>
              </a:defRPr>
            </a:pPr>
            <a:r>
              <a:rPr sz="210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0" name="p20-s-0">
            <a:extLst xmlns:a="http://schemas.openxmlformats.org/drawingml/2006/main">
              <a:ext uri="{FF2B5EF4-FFF2-40B4-BE49-F238E27FC236}">
                <a16:creationId xmlns:a16="http://schemas.microsoft.com/office/drawing/2014/main" id="{7F059620-77B9-4928-9151-706919667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1981200"/>
            <a:ext cx="1466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667684"/>
                </a:solidFill>
              </a:defRPr>
            </a:pPr>
            <a:r>
              <a:rPr sz="1575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draft</a:t>
            </a:r>
          </a:p>
        </p:txBody>
      </p:sp>
      <p:sp>
        <p:nvSpPr>
          <p:cNvPr id="11" name="p20-b-0">
            <a:extLst xmlns:a="http://schemas.openxmlformats.org/drawingml/2006/main">
              <a:ext uri="{FF2B5EF4-FFF2-40B4-BE49-F238E27FC236}">
                <a16:creationId xmlns:a16="http://schemas.microsoft.com/office/drawing/2014/main" id="{EF88878B-539E-4B64-B336-52853D020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628900"/>
            <a:ext cx="14668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初步内容</a:t>
            </a:r>
          </a:p>
        </p:txBody>
      </p:sp>
      <p:sp>
        <p:nvSpPr>
          <p:cNvPr id="12" name="p20-a-1">
            <a:extLst xmlns:a="http://schemas.openxmlformats.org/drawingml/2006/main">
              <a:ext uri="{FF2B5EF4-FFF2-40B4-BE49-F238E27FC236}">
                <a16:creationId xmlns:a16="http://schemas.microsoft.com/office/drawing/2014/main" id="{1207B5F8-E728-4CA5-B40B-CB77A4E85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686050"/>
            <a:ext cx="361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667684"/>
                </a:solidFill>
              </a:defRPr>
            </a:pPr>
            <a:r>
              <a:rPr sz="210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3" name="p20-s-1">
            <a:extLst xmlns:a="http://schemas.openxmlformats.org/drawingml/2006/main">
              <a:ext uri="{FF2B5EF4-FFF2-40B4-BE49-F238E27FC236}">
                <a16:creationId xmlns:a16="http://schemas.microsoft.com/office/drawing/2014/main" id="{FD8F2EE7-C713-4DF3-8B7B-F305E5C29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1981200"/>
            <a:ext cx="1466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F638A"/>
                </a:solidFill>
              </a:defRPr>
            </a:pPr>
            <a:r>
              <a:rPr sz="1575" b="1">
                <a:solidFill>
                  <a:srgbClr val="2F638A"/>
                </a:solidFill>
                <a:latin typeface="Arial"/>
                <a:ea typeface="Arial"/>
                <a:cs typeface="Arial"/>
              </a:rPr>
              <a:t>review</a:t>
            </a:r>
          </a:p>
        </p:txBody>
      </p:sp>
      <p:sp>
        <p:nvSpPr>
          <p:cNvPr id="14" name="p20-b-1">
            <a:extLst xmlns:a="http://schemas.openxmlformats.org/drawingml/2006/main">
              <a:ext uri="{FF2B5EF4-FFF2-40B4-BE49-F238E27FC236}">
                <a16:creationId xmlns:a16="http://schemas.microsoft.com/office/drawing/2014/main" id="{BB2301B0-9D77-435E-AB8F-6312FCC5B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628900"/>
            <a:ext cx="14668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等待审查</a:t>
            </a:r>
          </a:p>
        </p:txBody>
      </p:sp>
      <p:sp>
        <p:nvSpPr>
          <p:cNvPr id="15" name="p20-a-2">
            <a:extLst xmlns:a="http://schemas.openxmlformats.org/drawingml/2006/main">
              <a:ext uri="{FF2B5EF4-FFF2-40B4-BE49-F238E27FC236}">
                <a16:creationId xmlns:a16="http://schemas.microsoft.com/office/drawing/2014/main" id="{243962B0-1F27-427B-BF6E-78A4E1903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686050"/>
            <a:ext cx="361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667684"/>
                </a:solidFill>
              </a:defRPr>
            </a:pPr>
            <a:r>
              <a:rPr sz="210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6" name="p20-s-2">
            <a:extLst xmlns:a="http://schemas.openxmlformats.org/drawingml/2006/main">
              <a:ext uri="{FF2B5EF4-FFF2-40B4-BE49-F238E27FC236}">
                <a16:creationId xmlns:a16="http://schemas.microsoft.com/office/drawing/2014/main" id="{528306A8-FC72-4AD1-9306-2E5577F01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1981200"/>
            <a:ext cx="1466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8745A"/>
                </a:solidFill>
              </a:defRPr>
            </a:pPr>
            <a:r>
              <a:rPr sz="1575" b="1">
                <a:solidFill>
                  <a:srgbClr val="28745A"/>
                </a:solidFill>
                <a:latin typeface="Arial"/>
                <a:ea typeface="Arial"/>
                <a:cs typeface="Arial"/>
              </a:rPr>
              <a:t>approved</a:t>
            </a:r>
          </a:p>
        </p:txBody>
      </p:sp>
      <p:sp>
        <p:nvSpPr>
          <p:cNvPr id="17" name="p20-b-2">
            <a:extLst xmlns:a="http://schemas.openxmlformats.org/drawingml/2006/main">
              <a:ext uri="{FF2B5EF4-FFF2-40B4-BE49-F238E27FC236}">
                <a16:creationId xmlns:a16="http://schemas.microsoft.com/office/drawing/2014/main" id="{F2A5F669-7622-4EE7-9F1F-F819D52CC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628900"/>
            <a:ext cx="14668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通过人工门</a:t>
            </a:r>
          </a:p>
        </p:txBody>
      </p:sp>
      <p:sp>
        <p:nvSpPr>
          <p:cNvPr id="18" name="p20-s-3">
            <a:extLst xmlns:a="http://schemas.openxmlformats.org/drawingml/2006/main">
              <a:ext uri="{FF2B5EF4-FFF2-40B4-BE49-F238E27FC236}">
                <a16:creationId xmlns:a16="http://schemas.microsoft.com/office/drawing/2014/main" id="{B2D05D1F-7935-4004-8750-E821E2E50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1981200"/>
            <a:ext cx="1466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stable</a:t>
            </a:r>
          </a:p>
        </p:txBody>
      </p:sp>
      <p:sp>
        <p:nvSpPr>
          <p:cNvPr id="19" name="p20-b-3">
            <a:extLst xmlns:a="http://schemas.openxmlformats.org/drawingml/2006/main">
              <a:ext uri="{FF2B5EF4-FFF2-40B4-BE49-F238E27FC236}">
                <a16:creationId xmlns:a16="http://schemas.microsoft.com/office/drawing/2014/main" id="{C3A26FFF-334E-43F0-A2AD-A2250799C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628900"/>
            <a:ext cx="14668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证据与边界足以引用</a:t>
            </a:r>
          </a:p>
        </p:txBody>
      </p:sp>
      <p:sp>
        <p:nvSpPr>
          <p:cNvPr id="20" name="p20-return">
            <a:extLst xmlns:a="http://schemas.openxmlformats.org/drawingml/2006/main">
              <a:ext uri="{FF2B5EF4-FFF2-40B4-BE49-F238E27FC236}">
                <a16:creationId xmlns:a16="http://schemas.microsoft.com/office/drawing/2014/main" id="{B7DDEEDC-0C58-407A-9653-16E1D4614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5238750" y="4229100"/>
            <a:ext cx="5334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p20-return-label">
            <a:extLst xmlns:a="http://schemas.openxmlformats.org/drawingml/2006/main">
              <a:ext uri="{FF2B5EF4-FFF2-40B4-BE49-F238E27FC236}">
                <a16:creationId xmlns:a16="http://schemas.microsoft.com/office/drawing/2014/main" id="{D8E4F04C-FDE5-4604-A6A9-5AAE67D8E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4362450"/>
            <a:ext cx="4095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新证据可以让 stable 回到 review</a:t>
            </a:r>
          </a:p>
        </p:txBody>
      </p:sp>
      <p:sp>
        <p:nvSpPr>
          <p:cNvPr id="22" name="p20-bottom">
            <a:extLst xmlns:a="http://schemas.openxmlformats.org/drawingml/2006/main">
              <a:ext uri="{FF2B5EF4-FFF2-40B4-BE49-F238E27FC236}">
                <a16:creationId xmlns:a16="http://schemas.microsoft.com/office/drawing/2014/main" id="{A7B68640-5D07-44A7-99F4-A8A0C6220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501015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stable 不是“写完了”；原则上需要两项相互独立的证据。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状态迁移的依据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F6DF2BE2-2DFA-1C03-677D-BDC2260D6D92}" type="slidenum">
              <a:t>21</a:t>
            </a:fld>
            <a:endParaRPr/>
          </a:p>
        </p:txBody>
      </p:sp>
      <p:sp>
        <p:nvSpPr>
          <p:cNvPr id="6" name="p21-transition">
            <a:extLst xmlns:a="http://schemas.openxmlformats.org/drawingml/2006/main">
              <a:ext uri="{FF2B5EF4-FFF2-40B4-BE49-F238E27FC236}">
                <a16:creationId xmlns:a16="http://schemas.microsoft.com/office/drawing/2014/main" id="{1E412E75-D78A-493D-A917-D60D42523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38650" y="3081338"/>
            <a:ext cx="3314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p21-from">
            <a:extLst xmlns:a="http://schemas.openxmlformats.org/drawingml/2006/main">
              <a:ext uri="{FF2B5EF4-FFF2-40B4-BE49-F238E27FC236}">
                <a16:creationId xmlns:a16="http://schemas.microsoft.com/office/drawing/2014/main" id="{C6EC6AC7-104C-4858-950F-550A94DA4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628900"/>
            <a:ext cx="209550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2F638A"/>
                </a:solidFill>
              </a:defRPr>
            </a:pPr>
            <a:r>
              <a:rPr sz="2325" b="1">
                <a:solidFill>
                  <a:srgbClr val="2F638A"/>
                </a:solidFill>
                <a:latin typeface="Arial"/>
                <a:ea typeface="Arial"/>
                <a:cs typeface="Arial"/>
              </a:rPr>
              <a:t>review</a:t>
            </a:r>
          </a:p>
        </p:txBody>
      </p:sp>
      <p:sp>
        <p:nvSpPr>
          <p:cNvPr id="8" name="p21-to">
            <a:extLst xmlns:a="http://schemas.openxmlformats.org/drawingml/2006/main">
              <a:ext uri="{FF2B5EF4-FFF2-40B4-BE49-F238E27FC236}">
                <a16:creationId xmlns:a16="http://schemas.microsoft.com/office/drawing/2014/main" id="{D7E74113-CAB3-43E1-9121-642C21147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628900"/>
            <a:ext cx="209550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28745A"/>
                </a:solidFill>
              </a:defRPr>
            </a:pPr>
            <a:r>
              <a:rPr sz="2325" b="1">
                <a:solidFill>
                  <a:srgbClr val="28745A"/>
                </a:solidFill>
                <a:latin typeface="Arial"/>
                <a:ea typeface="Arial"/>
                <a:cs typeface="Arial"/>
              </a:rPr>
              <a:t>approved</a:t>
            </a:r>
          </a:p>
        </p:txBody>
      </p:sp>
      <p:sp>
        <p:nvSpPr>
          <p:cNvPr id="9" name="p21-q-0">
            <a:extLst xmlns:a="http://schemas.openxmlformats.org/drawingml/2006/main">
              <a:ext uri="{FF2B5EF4-FFF2-40B4-BE49-F238E27FC236}">
                <a16:creationId xmlns:a16="http://schemas.microsoft.com/office/drawing/2014/main" id="{5C5EA0BC-1312-44D9-8651-B230673E8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200150"/>
            <a:ext cx="2000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谁发起？</a:t>
            </a:r>
          </a:p>
        </p:txBody>
      </p:sp>
      <p:sp>
        <p:nvSpPr>
          <p:cNvPr id="10" name="p21-q-1">
            <a:extLst xmlns:a="http://schemas.openxmlformats.org/drawingml/2006/main">
              <a:ext uri="{FF2B5EF4-FFF2-40B4-BE49-F238E27FC236}">
                <a16:creationId xmlns:a16="http://schemas.microsoft.com/office/drawing/2014/main" id="{40FDFADB-7824-4902-9509-9DEA6EA37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1200150"/>
            <a:ext cx="2000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谁复核？</a:t>
            </a:r>
          </a:p>
        </p:txBody>
      </p:sp>
      <p:sp>
        <p:nvSpPr>
          <p:cNvPr id="11" name="p21-q-2">
            <a:extLst xmlns:a="http://schemas.openxmlformats.org/drawingml/2006/main">
              <a:ext uri="{FF2B5EF4-FFF2-40B4-BE49-F238E27FC236}">
                <a16:creationId xmlns:a16="http://schemas.microsoft.com/office/drawing/2014/main" id="{9F700F78-C086-4BBF-A91A-ED1FE3ECA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05300"/>
            <a:ext cx="2000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新增了什么证据？</a:t>
            </a:r>
          </a:p>
        </p:txBody>
      </p:sp>
      <p:sp>
        <p:nvSpPr>
          <p:cNvPr id="12" name="p21-q-3">
            <a:extLst xmlns:a="http://schemas.openxmlformats.org/drawingml/2006/main">
              <a:ext uri="{FF2B5EF4-FFF2-40B4-BE49-F238E27FC236}">
                <a16:creationId xmlns:a16="http://schemas.microsoft.com/office/drawing/2014/main" id="{3996E1DC-AB0A-459B-9338-7957722BE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4743450"/>
            <a:ext cx="2000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解决了什么问题？</a:t>
            </a:r>
          </a:p>
        </p:txBody>
      </p:sp>
      <p:sp>
        <p:nvSpPr>
          <p:cNvPr id="13" name="p21-q-4">
            <a:extLst xmlns:a="http://schemas.openxmlformats.org/drawingml/2006/main">
              <a:ext uri="{FF2B5EF4-FFF2-40B4-BE49-F238E27FC236}">
                <a16:creationId xmlns:a16="http://schemas.microsoft.com/office/drawing/2014/main" id="{7F58385B-7F6C-47FC-AAF0-93460507A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743450"/>
            <a:ext cx="2000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仍有什么边界？</a:t>
            </a:r>
          </a:p>
        </p:txBody>
      </p:sp>
      <p:sp>
        <p:nvSpPr>
          <p:cNvPr id="14" name="p21-q-5">
            <a:extLst xmlns:a="http://schemas.openxmlformats.org/drawingml/2006/main">
              <a:ext uri="{FF2B5EF4-FFF2-40B4-BE49-F238E27FC236}">
                <a16:creationId xmlns:a16="http://schemas.microsoft.com/office/drawing/2014/main" id="{F5FC4EBA-C62E-4401-AFD7-6A0F725A9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4305300"/>
            <a:ext cx="2000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下一步用于什么？</a:t>
            </a:r>
          </a:p>
        </p:txBody>
      </p:sp>
      <p:sp>
        <p:nvSpPr>
          <p:cNvPr id="15" name="p21-bottom">
            <a:extLst xmlns:a="http://schemas.openxmlformats.org/drawingml/2006/main">
              <a:ext uri="{FF2B5EF4-FFF2-40B4-BE49-F238E27FC236}">
                <a16:creationId xmlns:a16="http://schemas.microsoft.com/office/drawing/2014/main" id="{8D8733D9-7F10-440F-9E38-7160666FC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5219700"/>
            <a:ext cx="8724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Agent 可以建议迁移，不能把“任务完成”直接等同于“工件获批”。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追踪表的三个关键字段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0BB18BA8-60F4-C50D-CD9B-1BB87D3E8506}" type="slidenum">
              <a:t>22</a:t>
            </a:fld>
            <a:endParaRPr/>
          </a:p>
        </p:txBody>
      </p:sp>
      <p:sp>
        <p:nvSpPr>
          <p:cNvPr id="6" name="p22-h-0">
            <a:extLst xmlns:a="http://schemas.openxmlformats.org/drawingml/2006/main">
              <a:ext uri="{FF2B5EF4-FFF2-40B4-BE49-F238E27FC236}">
                <a16:creationId xmlns:a16="http://schemas.microsoft.com/office/drawing/2014/main" id="{0E10D796-A011-48F9-9B59-2E9C2EF54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1333500"/>
            <a:ext cx="18097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工件</a:t>
            </a:r>
          </a:p>
        </p:txBody>
      </p:sp>
      <p:sp>
        <p:nvSpPr>
          <p:cNvPr id="7" name="p22-h-1">
            <a:extLst xmlns:a="http://schemas.openxmlformats.org/drawingml/2006/main">
              <a:ext uri="{FF2B5EF4-FFF2-40B4-BE49-F238E27FC236}">
                <a16:creationId xmlns:a16="http://schemas.microsoft.com/office/drawing/2014/main" id="{57727FDD-8A35-4552-BD6D-3FF71742F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1333500"/>
            <a:ext cx="1524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状态</a:t>
            </a:r>
          </a:p>
        </p:txBody>
      </p:sp>
      <p:sp>
        <p:nvSpPr>
          <p:cNvPr id="8" name="p22-h-2">
            <a:extLst xmlns:a="http://schemas.openxmlformats.org/drawingml/2006/main">
              <a:ext uri="{FF2B5EF4-FFF2-40B4-BE49-F238E27FC236}">
                <a16:creationId xmlns:a16="http://schemas.microsoft.com/office/drawing/2014/main" id="{79116B50-F6B8-4DD4-840C-F4F7F591D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1333500"/>
            <a:ext cx="21907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来源</a:t>
            </a:r>
          </a:p>
        </p:txBody>
      </p:sp>
      <p:sp>
        <p:nvSpPr>
          <p:cNvPr id="9" name="p22-h-3">
            <a:extLst xmlns:a="http://schemas.openxmlformats.org/drawingml/2006/main">
              <a:ext uri="{FF2B5EF4-FFF2-40B4-BE49-F238E27FC236}">
                <a16:creationId xmlns:a16="http://schemas.microsoft.com/office/drawing/2014/main" id="{24BB98CE-F1CC-4A40-BF77-F1A78E411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333500"/>
            <a:ext cx="3048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依据</a:t>
            </a:r>
          </a:p>
        </p:txBody>
      </p:sp>
      <p:sp>
        <p:nvSpPr>
          <p:cNvPr id="10" name="p22-h-4">
            <a:extLst xmlns:a="http://schemas.openxmlformats.org/drawingml/2006/main">
              <a:ext uri="{FF2B5EF4-FFF2-40B4-BE49-F238E27FC236}">
                <a16:creationId xmlns:a16="http://schemas.microsoft.com/office/drawing/2014/main" id="{8955C156-2251-408A-BED8-171E8E4B4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333500"/>
            <a:ext cx="3048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后续用途</a:t>
            </a:r>
          </a:p>
        </p:txBody>
      </p:sp>
      <p:sp>
        <p:nvSpPr>
          <p:cNvPr id="11" name="p22-r0-0">
            <a:extLst xmlns:a="http://schemas.openxmlformats.org/drawingml/2006/main">
              <a:ext uri="{FF2B5EF4-FFF2-40B4-BE49-F238E27FC236}">
                <a16:creationId xmlns:a16="http://schemas.microsoft.com/office/drawing/2014/main" id="{A4640055-882B-4DA9-82E5-CC4E338F1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2038350"/>
            <a:ext cx="18097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权限矩阵</a:t>
            </a:r>
          </a:p>
        </p:txBody>
      </p:sp>
      <p:sp>
        <p:nvSpPr>
          <p:cNvPr id="12" name="p22-r0-1">
            <a:extLst xmlns:a="http://schemas.openxmlformats.org/drawingml/2006/main">
              <a:ext uri="{FF2B5EF4-FFF2-40B4-BE49-F238E27FC236}">
                <a16:creationId xmlns:a16="http://schemas.microsoft.com/office/drawing/2014/main" id="{CB2BE2D0-6FAA-4C3A-AB57-899D4928A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2038350"/>
            <a:ext cx="15240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0">
                <a:solidFill>
                  <a:srgbClr val="263746"/>
                </a:solidFill>
              </a:defRPr>
            </a:pPr>
            <a:r>
              <a:rPr sz="157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review</a:t>
            </a:r>
          </a:p>
        </p:txBody>
      </p:sp>
      <p:sp>
        <p:nvSpPr>
          <p:cNvPr id="13" name="p22-r0-2">
            <a:extLst xmlns:a="http://schemas.openxmlformats.org/drawingml/2006/main">
              <a:ext uri="{FF2B5EF4-FFF2-40B4-BE49-F238E27FC236}">
                <a16:creationId xmlns:a16="http://schemas.microsoft.com/office/drawing/2014/main" id="{D57FA75D-3258-4613-827D-43E5B091C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038350"/>
            <a:ext cx="21907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0">
                <a:solidFill>
                  <a:srgbClr val="263746"/>
                </a:solidFill>
              </a:defRPr>
            </a:pPr>
            <a:r>
              <a:rPr sz="15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当前任务</a:t>
            </a:r>
          </a:p>
        </p:txBody>
      </p:sp>
      <p:sp>
        <p:nvSpPr>
          <p:cNvPr id="14" name="p22-r0-3">
            <a:extLst xmlns:a="http://schemas.openxmlformats.org/drawingml/2006/main">
              <a:ext uri="{FF2B5EF4-FFF2-40B4-BE49-F238E27FC236}">
                <a16:creationId xmlns:a16="http://schemas.microsoft.com/office/drawing/2014/main" id="{562B53B5-D1F8-42D5-B82C-6BB5F0EBF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038350"/>
            <a:ext cx="30480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风险卡与确认点</a:t>
            </a:r>
          </a:p>
        </p:txBody>
      </p:sp>
      <p:sp>
        <p:nvSpPr>
          <p:cNvPr id="15" name="p22-r0-4">
            <a:extLst xmlns:a="http://schemas.openxmlformats.org/drawingml/2006/main">
              <a:ext uri="{FF2B5EF4-FFF2-40B4-BE49-F238E27FC236}">
                <a16:creationId xmlns:a16="http://schemas.microsoft.com/office/drawing/2014/main" id="{C9542A44-D392-4EB8-9490-FFC5E2238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038350"/>
            <a:ext cx="30480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后续 Agent 任务</a:t>
            </a:r>
          </a:p>
        </p:txBody>
      </p:sp>
      <p:sp>
        <p:nvSpPr>
          <p:cNvPr id="16" name="p22-r1-0">
            <a:extLst xmlns:a="http://schemas.openxmlformats.org/drawingml/2006/main">
              <a:ext uri="{FF2B5EF4-FFF2-40B4-BE49-F238E27FC236}">
                <a16:creationId xmlns:a16="http://schemas.microsoft.com/office/drawing/2014/main" id="{51866DCE-5EA4-430F-B75E-71B898C6B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162300"/>
            <a:ext cx="18097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伦理清单</a:t>
            </a:r>
          </a:p>
        </p:txBody>
      </p:sp>
      <p:sp>
        <p:nvSpPr>
          <p:cNvPr id="17" name="p22-r1-1">
            <a:extLst xmlns:a="http://schemas.openxmlformats.org/drawingml/2006/main">
              <a:ext uri="{FF2B5EF4-FFF2-40B4-BE49-F238E27FC236}">
                <a16:creationId xmlns:a16="http://schemas.microsoft.com/office/drawing/2014/main" id="{02F63020-A276-4AAE-B6FE-F6A0B01FD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3162300"/>
            <a:ext cx="15240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0">
                <a:solidFill>
                  <a:srgbClr val="263746"/>
                </a:solidFill>
              </a:defRPr>
            </a:pPr>
            <a:r>
              <a:rPr sz="157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draft</a:t>
            </a:r>
          </a:p>
        </p:txBody>
      </p:sp>
      <p:sp>
        <p:nvSpPr>
          <p:cNvPr id="18" name="p22-r1-2">
            <a:extLst xmlns:a="http://schemas.openxmlformats.org/drawingml/2006/main">
              <a:ext uri="{FF2B5EF4-FFF2-40B4-BE49-F238E27FC236}">
                <a16:creationId xmlns:a16="http://schemas.microsoft.com/office/drawing/2014/main" id="{B021872C-4670-4085-A7CB-3F3149884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162300"/>
            <a:ext cx="21907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0">
                <a:solidFill>
                  <a:srgbClr val="263746"/>
                </a:solidFill>
              </a:defRPr>
            </a:pPr>
            <a:r>
              <a:rPr sz="15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数据与情境</a:t>
            </a:r>
          </a:p>
        </p:txBody>
      </p:sp>
      <p:sp>
        <p:nvSpPr>
          <p:cNvPr id="19" name="p22-r1-3">
            <a:extLst xmlns:a="http://schemas.openxmlformats.org/drawingml/2006/main">
              <a:ext uri="{FF2B5EF4-FFF2-40B4-BE49-F238E27FC236}">
                <a16:creationId xmlns:a16="http://schemas.microsoft.com/office/drawing/2014/main" id="{AF42D027-9BDF-4210-8D75-9DA997BA7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162300"/>
            <a:ext cx="30480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许可与风险判断</a:t>
            </a:r>
          </a:p>
        </p:txBody>
      </p:sp>
      <p:sp>
        <p:nvSpPr>
          <p:cNvPr id="20" name="p22-r1-4">
            <a:extLst xmlns:a="http://schemas.openxmlformats.org/drawingml/2006/main">
              <a:ext uri="{FF2B5EF4-FFF2-40B4-BE49-F238E27FC236}">
                <a16:creationId xmlns:a16="http://schemas.microsoft.com/office/drawing/2014/main" id="{7906E5C6-C416-4FCC-9765-39C5A6FE4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162300"/>
            <a:ext cx="30480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调整项目范围</a:t>
            </a:r>
          </a:p>
        </p:txBody>
      </p:sp>
      <p:sp>
        <p:nvSpPr>
          <p:cNvPr id="21" name="p22-bottom">
            <a:extLst xmlns:a="http://schemas.openxmlformats.org/drawingml/2006/main">
              <a:ext uri="{FF2B5EF4-FFF2-40B4-BE49-F238E27FC236}">
                <a16:creationId xmlns:a16="http://schemas.microsoft.com/office/drawing/2014/main" id="{ADAD0092-3DB4-4500-9C85-0EFEE54C6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724400"/>
            <a:ext cx="9410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18354E"/>
                </a:solidFill>
              </a:defRPr>
            </a:pPr>
            <a:r>
              <a:rPr sz="17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来源：从哪里来　　依据：为什么相信　　后续用途：为什么维护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日志的信息量标准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4E99CEF-AF55-BA3C-ADF8-4E52E186DD8F}" type="slidenum">
              <a:t>23</a:t>
            </a:fld>
            <a:endParaRPr/>
          </a:p>
        </p:txBody>
      </p:sp>
      <p:sp>
        <p:nvSpPr>
          <p:cNvPr id="6" name="p23-good-label">
            <a:extLst xmlns:a="http://schemas.openxmlformats.org/drawingml/2006/main">
              <a:ext uri="{FF2B5EF4-FFF2-40B4-BE49-F238E27FC236}">
                <a16:creationId xmlns:a16="http://schemas.microsoft.com/office/drawing/2014/main" id="{582D41BD-9C80-4C74-904B-2F6F97DCB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23950"/>
            <a:ext cx="1619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8745A"/>
                </a:solidFill>
              </a:defRPr>
            </a:pPr>
            <a:r>
              <a:rPr sz="180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有用</a:t>
            </a:r>
          </a:p>
        </p:txBody>
      </p:sp>
      <p:sp>
        <p:nvSpPr>
          <p:cNvPr id="7" name="p23-good">
            <a:extLst xmlns:a="http://schemas.openxmlformats.org/drawingml/2006/main">
              <a:ext uri="{FF2B5EF4-FFF2-40B4-BE49-F238E27FC236}">
                <a16:creationId xmlns:a16="http://schemas.microsoft.com/office/drawing/2014/main" id="{EA768B79-5C55-4122-A54E-FD8D26888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57350"/>
            <a:ext cx="108204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209550" tIns="152400" rIns="209550" bIns="152400" anchor="t"/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650" b="0">
                <a:solidFill>
                  <a:srgbClr val="263746"/>
                </a:solidFill>
              </a:defRPr>
            </a:pPr>
            <a:r>
              <a:rPr sz="165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Context：指定三份公开材料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1650" b="0">
                <a:solidFill>
                  <a:srgbClr val="263746"/>
                </a:solidFill>
              </a:defRPr>
            </a:pPr>
            <a:r>
              <a:rPr sz="165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实际输出：五字段风险卡 + 两项修改建议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1650" b="0">
                <a:solidFill>
                  <a:srgbClr val="263746"/>
                </a:solidFill>
              </a:defRPr>
            </a:pPr>
            <a:r>
              <a:rPr sz="165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采用 / 拒绝：采纳第 2 项，拒绝第 1 项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1650" b="0">
                <a:solidFill>
                  <a:srgbClr val="263746"/>
                </a:solidFill>
              </a:defRPr>
            </a:pPr>
            <a:r>
              <a:rPr sz="165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核验：对照原文件与 git diff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1650" b="0">
                <a:solidFill>
                  <a:srgbClr val="263746"/>
                </a:solidFill>
              </a:defRPr>
            </a:pPr>
            <a:r>
              <a:rPr sz="165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问题：授权范围仍待确认</a:t>
            </a:r>
          </a:p>
        </p:txBody>
      </p:sp>
      <p:sp>
        <p:nvSpPr>
          <p:cNvPr id="8" name="p23-bad-label">
            <a:extLst xmlns:a="http://schemas.openxmlformats.org/drawingml/2006/main">
              <a:ext uri="{FF2B5EF4-FFF2-40B4-BE49-F238E27FC236}">
                <a16:creationId xmlns:a16="http://schemas.microsoft.com/office/drawing/2014/main" id="{0A556418-13FF-45DD-A7F5-88B0B275C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48150"/>
            <a:ext cx="1619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无用</a:t>
            </a:r>
          </a:p>
        </p:txBody>
      </p:sp>
      <p:sp>
        <p:nvSpPr>
          <p:cNvPr id="9" name="p23-bad">
            <a:extLst xmlns:a="http://schemas.openxmlformats.org/drawingml/2006/main">
              <a:ext uri="{FF2B5EF4-FFF2-40B4-BE49-F238E27FC236}">
                <a16:creationId xmlns:a16="http://schemas.microsoft.com/office/drawing/2014/main" id="{EE1C1A27-1AE8-4104-9C64-34055AC60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4210050"/>
            <a:ext cx="7239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C8161E"/>
                </a:solidFill>
              </a:defRPr>
            </a:pPr>
            <a:r>
              <a:rPr sz="2025" b="1">
                <a:solidFill>
                  <a:srgbClr val="C8161E"/>
                </a:solidFill>
                <a:latin typeface="Consolas"/>
                <a:ea typeface="Consolas"/>
                <a:cs typeface="Consolas"/>
              </a:rPr>
              <a:t>“用 AI 修改，已人工核验。”</a:t>
            </a:r>
          </a:p>
        </p:txBody>
      </p:sp>
      <p:sp>
        <p:nvSpPr>
          <p:cNvPr id="10" name="p23-bottom">
            <a:extLst xmlns:a="http://schemas.openxmlformats.org/drawingml/2006/main">
              <a:ext uri="{FF2B5EF4-FFF2-40B4-BE49-F238E27FC236}">
                <a16:creationId xmlns:a16="http://schemas.microsoft.com/office/drawing/2014/main" id="{0C1BEC2B-D95B-4EF6-96D6-DD3AE3F42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143500"/>
            <a:ext cx="723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人工核验必须说明：核验什么，用什么方法。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演示目标：把风险判断写入三个工件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A59AF09-D197-0193-A7DE-FAAF0B691058}" type="slidenum">
              <a:t>24</a:t>
            </a:fld>
            <a:endParaRPr/>
          </a:p>
        </p:txBody>
      </p:sp>
      <p:sp>
        <p:nvSpPr>
          <p:cNvPr id="6" name="p24-fiction">
            <a:extLst xmlns:a="http://schemas.openxmlformats.org/drawingml/2006/main">
              <a:ext uri="{FF2B5EF4-FFF2-40B4-BE49-F238E27FC236}">
                <a16:creationId xmlns:a16="http://schemas.microsoft.com/office/drawing/2014/main" id="{8A1791D5-34CF-43D0-9F57-579B9361B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66800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公开虚构任务</a:t>
            </a:r>
          </a:p>
        </p:txBody>
      </p:sp>
      <p:sp>
        <p:nvSpPr>
          <p:cNvPr id="7" name="p24-task">
            <a:extLst xmlns:a="http://schemas.openxmlformats.org/drawingml/2006/main">
              <a:ext uri="{FF2B5EF4-FFF2-40B4-BE49-F238E27FC236}">
                <a16:creationId xmlns:a16="http://schemas.microsoft.com/office/drawing/2014/main" id="{BB4E48F5-B493-4521-B9B1-F14350097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76400"/>
            <a:ext cx="4667250" cy="2324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2625" b="1">
                <a:solidFill>
                  <a:srgbClr val="18354E"/>
                </a:solidFill>
              </a:defRPr>
            </a:pPr>
            <a:r>
              <a:rPr sz="26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使用公开论文摘要</a:t>
            </a:r>
          </a:p>
          <a:p xmlns:a="http://schemas.openxmlformats.org/drawingml/2006/main">
            <a:pPr algn="ctr">
              <a:lnSpc>
                <a:spcPct val="130000"/>
              </a:lnSpc>
              <a:buNone/>
              <a:defRPr sz="2625" b="1">
                <a:solidFill>
                  <a:srgbClr val="18354E"/>
                </a:solidFill>
              </a:defRPr>
            </a:pPr>
            <a:r>
              <a:rPr sz="26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生成候选关键词</a:t>
            </a:r>
          </a:p>
        </p:txBody>
      </p:sp>
      <p:sp>
        <p:nvSpPr>
          <p:cNvPr id="8" name="p24-arrow">
            <a:extLst xmlns:a="http://schemas.openxmlformats.org/drawingml/2006/main">
              <a:ext uri="{FF2B5EF4-FFF2-40B4-BE49-F238E27FC236}">
                <a16:creationId xmlns:a16="http://schemas.microsoft.com/office/drawing/2014/main" id="{8109C160-A489-4ED7-8A9B-36EA1BC76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571750"/>
            <a:ext cx="857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C8161E"/>
                </a:solidFill>
              </a:defRPr>
            </a:pPr>
            <a:r>
              <a:rPr sz="360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9" name="p24-f-0">
            <a:extLst xmlns:a="http://schemas.openxmlformats.org/drawingml/2006/main">
              <a:ext uri="{FF2B5EF4-FFF2-40B4-BE49-F238E27FC236}">
                <a16:creationId xmlns:a16="http://schemas.microsoft.com/office/drawing/2014/main" id="{3686D67F-50FA-4ED0-AAE0-A831C0A3C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409700"/>
            <a:ext cx="46291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agent-permissions.md</a:t>
            </a:r>
          </a:p>
        </p:txBody>
      </p:sp>
      <p:sp>
        <p:nvSpPr>
          <p:cNvPr id="10" name="p24-f-1">
            <a:extLst xmlns:a="http://schemas.openxmlformats.org/drawingml/2006/main">
              <a:ext uri="{FF2B5EF4-FFF2-40B4-BE49-F238E27FC236}">
                <a16:creationId xmlns:a16="http://schemas.microsoft.com/office/drawing/2014/main" id="{BE1DAFB2-0EFE-49DF-8CE0-9C79A4488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552700"/>
            <a:ext cx="46291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Consolas"/>
                <a:ea typeface="Consolas"/>
                <a:cs typeface="Consolas"/>
              </a:rPr>
              <a:t>ethics-and-compliance.md</a:t>
            </a:r>
          </a:p>
        </p:txBody>
      </p:sp>
      <p:sp>
        <p:nvSpPr>
          <p:cNvPr id="11" name="p24-f-2">
            <a:extLst xmlns:a="http://schemas.openxmlformats.org/drawingml/2006/main">
              <a:ext uri="{FF2B5EF4-FFF2-40B4-BE49-F238E27FC236}">
                <a16:creationId xmlns:a16="http://schemas.microsoft.com/office/drawing/2014/main" id="{19C320FE-09A0-43F2-8174-5522D0BE2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695700"/>
            <a:ext cx="46291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ai-usage-log.md</a:t>
            </a:r>
          </a:p>
        </p:txBody>
      </p:sp>
      <p:sp>
        <p:nvSpPr>
          <p:cNvPr id="12" name="p24-bottom">
            <a:extLst xmlns:a="http://schemas.openxmlformats.org/drawingml/2006/main">
              <a:ext uri="{FF2B5EF4-FFF2-40B4-BE49-F238E27FC236}">
                <a16:creationId xmlns:a16="http://schemas.microsoft.com/office/drawing/2014/main" id="{DD04E53D-EF23-4D67-80EC-050DA08E2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9720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观察 Context、权限、人工判断、写回和实际 diff；不评价关键词是否漂亮。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第一轮只读：先找风险和过宽权限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F3AE1AE4-D79E-94D6-E825-3FC6C21A77D2}" type="slidenum">
              <a:t>25</a:t>
            </a:fld>
            <a:endParaRPr/>
          </a:p>
        </p:txBody>
      </p:sp>
      <p:sp>
        <p:nvSpPr>
          <p:cNvPr id="6" name="p25-contract">
            <a:extLst xmlns:a="http://schemas.openxmlformats.org/drawingml/2006/main">
              <a:ext uri="{FF2B5EF4-FFF2-40B4-BE49-F238E27FC236}">
                <a16:creationId xmlns:a16="http://schemas.microsoft.com/office/drawing/2014/main" id="{3D39BA46-769E-4AA2-B661-871860F7D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096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C8161E"/>
                </a:solidFill>
              </a:defRPr>
            </a:pPr>
            <a:r>
              <a:rPr sz="1275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READ-ONLY RISK CONTRACT</a:t>
            </a:r>
          </a:p>
        </p:txBody>
      </p:sp>
      <p:sp>
        <p:nvSpPr>
          <p:cNvPr id="7" name="p25-code">
            <a:extLst xmlns:a="http://schemas.openxmlformats.org/drawingml/2006/main">
              <a:ext uri="{FF2B5EF4-FFF2-40B4-BE49-F238E27FC236}">
                <a16:creationId xmlns:a16="http://schemas.microsoft.com/office/drawing/2014/main" id="{F080D457-D80F-4407-8404-663784672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9700"/>
            <a:ext cx="775335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190500" tIns="152400" rIns="190500" bIns="15240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读取 AGENTS.md、problem-definition.md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和 agent-permissions.md。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生成：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1. 五字段风险卡；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2. 过宽或缺失权限；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3. 最小修改建议。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限制：不修改文件；不联网；不假设额外授权；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不把建议写成已批准决定。</a:t>
            </a:r>
          </a:p>
        </p:txBody>
      </p:sp>
      <p:sp>
        <p:nvSpPr>
          <p:cNvPr id="8" name="p25-tag-0">
            <a:extLst xmlns:a="http://schemas.openxmlformats.org/drawingml/2006/main">
              <a:ext uri="{FF2B5EF4-FFF2-40B4-BE49-F238E27FC236}">
                <a16:creationId xmlns:a16="http://schemas.microsoft.com/office/drawing/2014/main" id="{9791CCE6-7C40-4FB6-804D-559D51F0C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409700"/>
            <a:ext cx="2571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8354E"/>
                </a:solidFill>
              </a:defRPr>
            </a:pPr>
            <a:r>
              <a:rPr sz="1425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Asset</a:t>
            </a:r>
          </a:p>
          <a:p xmlns:a="http://schemas.openxmlformats.org/drawingml/2006/main">
            <a:pPr algn="ctr">
              <a:buNone/>
              <a:defRPr sz="1425" b="1">
                <a:solidFill>
                  <a:srgbClr val="18354E"/>
                </a:solidFill>
              </a:defRPr>
            </a:pPr>
            <a:r>
              <a:rPr sz="1425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指定三份文件</a:t>
            </a:r>
          </a:p>
        </p:txBody>
      </p:sp>
      <p:sp>
        <p:nvSpPr>
          <p:cNvPr id="9" name="p25-tag-1">
            <a:extLst xmlns:a="http://schemas.openxmlformats.org/drawingml/2006/main">
              <a:ext uri="{FF2B5EF4-FFF2-40B4-BE49-F238E27FC236}">
                <a16:creationId xmlns:a16="http://schemas.microsoft.com/office/drawing/2014/main" id="{5A2B7FAC-659D-4819-999D-ADCCAD35D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381250"/>
            <a:ext cx="2571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8354E"/>
                </a:solidFill>
              </a:defRPr>
            </a:pPr>
            <a:r>
              <a:rPr sz="14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Action</a:t>
            </a:r>
          </a:p>
          <a:p xmlns:a="http://schemas.openxmlformats.org/drawingml/2006/main">
            <a:pPr algn="ctr">
              <a:buNone/>
              <a:defRPr sz="1425" b="1">
                <a:solidFill>
                  <a:srgbClr val="18354E"/>
                </a:solidFill>
              </a:defRPr>
            </a:pPr>
            <a:r>
              <a:rPr sz="14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只读分析</a:t>
            </a:r>
          </a:p>
        </p:txBody>
      </p:sp>
      <p:sp>
        <p:nvSpPr>
          <p:cNvPr id="10" name="p25-tag-2">
            <a:extLst xmlns:a="http://schemas.openxmlformats.org/drawingml/2006/main">
              <a:ext uri="{FF2B5EF4-FFF2-40B4-BE49-F238E27FC236}">
                <a16:creationId xmlns:a16="http://schemas.microsoft.com/office/drawing/2014/main" id="{34EBE295-5171-4AA9-8564-E31B8223E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352800"/>
            <a:ext cx="2571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8354E"/>
                </a:solidFill>
              </a:defRPr>
            </a:pPr>
            <a:r>
              <a:rPr sz="14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Control</a:t>
            </a:r>
          </a:p>
          <a:p xmlns:a="http://schemas.openxmlformats.org/drawingml/2006/main">
            <a:pPr algn="ctr">
              <a:buNone/>
              <a:defRPr sz="1425" b="1">
                <a:solidFill>
                  <a:srgbClr val="18354E"/>
                </a:solidFill>
              </a:defRPr>
            </a:pPr>
            <a:r>
              <a:rPr sz="14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不写入 / 不联网</a:t>
            </a:r>
          </a:p>
        </p:txBody>
      </p:sp>
      <p:sp>
        <p:nvSpPr>
          <p:cNvPr id="11" name="p25-tag-3">
            <a:extLst xmlns:a="http://schemas.openxmlformats.org/drawingml/2006/main">
              <a:ext uri="{FF2B5EF4-FFF2-40B4-BE49-F238E27FC236}">
                <a16:creationId xmlns:a16="http://schemas.microsoft.com/office/drawing/2014/main" id="{58E84CCD-9F8A-4B06-9880-160BDB001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324350"/>
            <a:ext cx="2571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C8161E"/>
                </a:solidFill>
              </a:defRPr>
            </a:pPr>
            <a:r>
              <a:rPr sz="14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Review</a:t>
            </a:r>
          </a:p>
          <a:p xmlns:a="http://schemas.openxmlformats.org/drawingml/2006/main">
            <a:pPr algn="ctr">
              <a:buNone/>
              <a:defRPr sz="1425" b="1">
                <a:solidFill>
                  <a:srgbClr val="C8161E"/>
                </a:solidFill>
              </a:defRPr>
            </a:pPr>
            <a:r>
              <a:rPr sz="14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建议不得自动获批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人工批准后，只写目标文件并检查实际变化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AB55966-FA28-BC73-EA9E-53DF014DF033}" type="slidenum">
              <a:t>26</a:t>
            </a:fld>
            <a:endParaRPr/>
          </a:p>
        </p:txBody>
      </p:sp>
      <p:sp>
        <p:nvSpPr>
          <p:cNvPr id="6" name="p26-prompt-title">
            <a:extLst xmlns:a="http://schemas.openxmlformats.org/drawingml/2006/main">
              <a:ext uri="{FF2B5EF4-FFF2-40B4-BE49-F238E27FC236}">
                <a16:creationId xmlns:a16="http://schemas.microsoft.com/office/drawing/2014/main" id="{7ABD42AC-FC57-4EDE-80B5-865889A30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28700"/>
            <a:ext cx="2095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限定写回</a:t>
            </a:r>
          </a:p>
        </p:txBody>
      </p:sp>
      <p:sp>
        <p:nvSpPr>
          <p:cNvPr id="7" name="p26-prompt">
            <a:extLst xmlns:a="http://schemas.openxmlformats.org/drawingml/2006/main">
              <a:ext uri="{FF2B5EF4-FFF2-40B4-BE49-F238E27FC236}">
                <a16:creationId xmlns:a16="http://schemas.microsoft.com/office/drawing/2014/main" id="{A4CD9FD6-F9C6-48DC-927D-18843575B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66850"/>
            <a:ext cx="4895850" cy="3086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190500" tIns="152400" rIns="190500" bIns="152400" anchor="t"/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575" b="0">
                <a:solidFill>
                  <a:srgbClr val="263746"/>
                </a:solidFill>
              </a:defRPr>
            </a:pPr>
            <a:r>
              <a:rPr sz="1575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仅执行已批准修改：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1575" b="0">
                <a:solidFill>
                  <a:srgbClr val="263746"/>
                </a:solidFill>
              </a:defRPr>
            </a:pPr>
            <a:r>
              <a:rPr sz="1575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1. 更新权限矩阵“文献与网络”一行；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1575" b="0">
                <a:solidFill>
                  <a:srgbClr val="263746"/>
                </a:solidFill>
              </a:defRPr>
            </a:pPr>
            <a:r>
              <a:rPr sz="1575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2. 增加五字段风险卡；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1575" b="0">
                <a:solidFill>
                  <a:srgbClr val="263746"/>
                </a:solidFill>
              </a:defRPr>
            </a:pPr>
            <a:r>
              <a:rPr sz="1575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3. 记录本次 AI 使用。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1575" b="0">
                <a:solidFill>
                  <a:srgbClr val="263746"/>
                </a:solidFill>
              </a:defRPr>
            </a:pPr>
            <a:r>
              <a:rPr sz="1575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只写三个目标文件。</a:t>
            </a:r>
          </a:p>
        </p:txBody>
      </p:sp>
      <p:sp>
        <p:nvSpPr>
          <p:cNvPr id="8" name="p26-diff-title">
            <a:extLst xmlns:a="http://schemas.openxmlformats.org/drawingml/2006/main">
              <a:ext uri="{FF2B5EF4-FFF2-40B4-BE49-F238E27FC236}">
                <a16:creationId xmlns:a16="http://schemas.microsoft.com/office/drawing/2014/main" id="{2018969A-2AE2-4D9A-B868-E5BC6666D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028700"/>
            <a:ext cx="2095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8745A"/>
                </a:solidFill>
              </a:defRPr>
            </a:pPr>
            <a:r>
              <a:rPr sz="157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实际检查</a:t>
            </a:r>
          </a:p>
        </p:txBody>
      </p:sp>
      <p:sp>
        <p:nvSpPr>
          <p:cNvPr id="9" name="p26-diff">
            <a:extLst xmlns:a="http://schemas.openxmlformats.org/drawingml/2006/main">
              <a:ext uri="{FF2B5EF4-FFF2-40B4-BE49-F238E27FC236}">
                <a16:creationId xmlns:a16="http://schemas.microsoft.com/office/drawing/2014/main" id="{CCFE4CB0-6480-4E3F-B9B9-43CA5DC20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466850"/>
            <a:ext cx="5314950" cy="3086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190500" tIns="152400" rIns="190500" bIns="152400" anchor="t"/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git diff --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  agent-permissions.md \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  ethics-and-compliance.md \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  ai-usage-log.md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检查：目标文件｜状态迁移｜Context｜采用与拒绝｜核验方法</a:t>
            </a:r>
          </a:p>
        </p:txBody>
      </p:sp>
      <p:sp>
        <p:nvSpPr>
          <p:cNvPr id="10" name="p26-bottom">
            <a:extLst xmlns:a="http://schemas.openxmlformats.org/drawingml/2006/main">
              <a:ext uri="{FF2B5EF4-FFF2-40B4-BE49-F238E27FC236}">
                <a16:creationId xmlns:a16="http://schemas.microsoft.com/office/drawing/2014/main" id="{17FDD28E-19AD-4479-9500-0C253ABC1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4972050"/>
            <a:ext cx="6629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命令只能证明文件变化，不能证明内容正确。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个人实践：完成最小可审计闭环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02F15020-66A7-620A-7B7A-C05C4312DEAE}" type="slidenum">
              <a:t>27</a:t>
            </a:fld>
            <a:endParaRPr/>
          </a:p>
        </p:txBody>
      </p:sp>
      <p:sp>
        <p:nvSpPr>
          <p:cNvPr id="6" name="p27-time">
            <a:extLst xmlns:a="http://schemas.openxmlformats.org/drawingml/2006/main">
              <a:ext uri="{FF2B5EF4-FFF2-40B4-BE49-F238E27FC236}">
                <a16:creationId xmlns:a16="http://schemas.microsoft.com/office/drawing/2014/main" id="{FA891C97-DA62-48A3-BBB9-2D5314FEE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895350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r"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两段：1-2 权限 · 3-5 风险记录</a:t>
            </a:r>
          </a:p>
        </p:txBody>
      </p:sp>
      <p:sp>
        <p:nvSpPr>
          <p:cNvPr id="7" name="p27-n-0">
            <a:extLst xmlns:a="http://schemas.openxmlformats.org/drawingml/2006/main">
              <a:ext uri="{FF2B5EF4-FFF2-40B4-BE49-F238E27FC236}">
                <a16:creationId xmlns:a16="http://schemas.microsoft.com/office/drawing/2014/main" id="{812940F5-2239-4E2D-B814-BC2999CA9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200150"/>
            <a:ext cx="723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18354E"/>
                </a:solidFill>
              </a:defRPr>
            </a:pPr>
            <a:r>
              <a:rPr sz="1950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8" name="p27-t-0">
            <a:extLst xmlns:a="http://schemas.openxmlformats.org/drawingml/2006/main">
              <a:ext uri="{FF2B5EF4-FFF2-40B4-BE49-F238E27FC236}">
                <a16:creationId xmlns:a16="http://schemas.microsoft.com/office/drawing/2014/main" id="{91B66EEF-B8CD-44D5-B508-F8E5E3ED9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1200150"/>
            <a:ext cx="628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263746"/>
                </a:solidFill>
              </a:defRPr>
            </a:pPr>
            <a:r>
              <a:rPr sz="18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权限矩阵一行</a:t>
            </a:r>
          </a:p>
        </p:txBody>
      </p:sp>
      <p:sp>
        <p:nvSpPr>
          <p:cNvPr id="9" name="p27-n-1">
            <a:extLst xmlns:a="http://schemas.openxmlformats.org/drawingml/2006/main">
              <a:ext uri="{FF2B5EF4-FFF2-40B4-BE49-F238E27FC236}">
                <a16:creationId xmlns:a16="http://schemas.microsoft.com/office/drawing/2014/main" id="{6C6ACAB2-2F1A-4D04-BA1F-3305E457D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981200"/>
            <a:ext cx="723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18354E"/>
                </a:solidFill>
              </a:defRPr>
            </a:pPr>
            <a:r>
              <a:rPr sz="1950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0" name="p27-t-1">
            <a:extLst xmlns:a="http://schemas.openxmlformats.org/drawingml/2006/main">
              <a:ext uri="{FF2B5EF4-FFF2-40B4-BE49-F238E27FC236}">
                <a16:creationId xmlns:a16="http://schemas.microsoft.com/office/drawing/2014/main" id="{972793B8-3E37-4E59-9F80-F90CB9E25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1981200"/>
            <a:ext cx="628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263746"/>
                </a:solidFill>
              </a:defRPr>
            </a:pPr>
            <a:r>
              <a:rPr sz="18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一个确认点 + 一个禁止事项</a:t>
            </a:r>
          </a:p>
        </p:txBody>
      </p:sp>
      <p:sp>
        <p:nvSpPr>
          <p:cNvPr id="11" name="p27-n-2">
            <a:extLst xmlns:a="http://schemas.openxmlformats.org/drawingml/2006/main">
              <a:ext uri="{FF2B5EF4-FFF2-40B4-BE49-F238E27FC236}">
                <a16:creationId xmlns:a16="http://schemas.microsoft.com/office/drawing/2014/main" id="{65B10913-B93B-46DD-98ED-E82B24BC9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762250"/>
            <a:ext cx="723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18354E"/>
                </a:solidFill>
              </a:defRPr>
            </a:pPr>
            <a:r>
              <a:rPr sz="1950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2" name="p27-t-2">
            <a:extLst xmlns:a="http://schemas.openxmlformats.org/drawingml/2006/main">
              <a:ext uri="{FF2B5EF4-FFF2-40B4-BE49-F238E27FC236}">
                <a16:creationId xmlns:a16="http://schemas.microsoft.com/office/drawing/2014/main" id="{30746B6D-17B4-4CE6-AC70-5CBD23087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2762250"/>
            <a:ext cx="628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263746"/>
                </a:solidFill>
              </a:defRPr>
            </a:pPr>
            <a:r>
              <a:rPr sz="18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一张五字段风险卡</a:t>
            </a:r>
          </a:p>
        </p:txBody>
      </p:sp>
      <p:sp>
        <p:nvSpPr>
          <p:cNvPr id="13" name="p27-n-3">
            <a:extLst xmlns:a="http://schemas.openxmlformats.org/drawingml/2006/main">
              <a:ext uri="{FF2B5EF4-FFF2-40B4-BE49-F238E27FC236}">
                <a16:creationId xmlns:a16="http://schemas.microsoft.com/office/drawing/2014/main" id="{50069AA4-6177-4751-A1B8-ED6FF2E2B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543300"/>
            <a:ext cx="723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C8161E"/>
                </a:solidFill>
              </a:defRPr>
            </a:pPr>
            <a:r>
              <a:rPr sz="19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4" name="p27-t-3">
            <a:extLst xmlns:a="http://schemas.openxmlformats.org/drawingml/2006/main">
              <a:ext uri="{FF2B5EF4-FFF2-40B4-BE49-F238E27FC236}">
                <a16:creationId xmlns:a16="http://schemas.microsoft.com/office/drawing/2014/main" id="{42D0EAEE-F9EA-414C-A98B-6676F8421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3543300"/>
            <a:ext cx="628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263746"/>
                </a:solidFill>
              </a:defRPr>
            </a:pPr>
            <a:r>
              <a:rPr sz="18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至少追踪 1 个早期工件</a:t>
            </a:r>
          </a:p>
        </p:txBody>
      </p:sp>
      <p:sp>
        <p:nvSpPr>
          <p:cNvPr id="15" name="p27-n-4">
            <a:extLst xmlns:a="http://schemas.openxmlformats.org/drawingml/2006/main">
              <a:ext uri="{FF2B5EF4-FFF2-40B4-BE49-F238E27FC236}">
                <a16:creationId xmlns:a16="http://schemas.microsoft.com/office/drawing/2014/main" id="{1DE5A392-9F1C-4952-8511-6630E9E58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24350"/>
            <a:ext cx="723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C8161E"/>
                </a:solidFill>
              </a:defRPr>
            </a:pPr>
            <a:r>
              <a:rPr sz="19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16" name="p27-t-4">
            <a:extLst xmlns:a="http://schemas.openxmlformats.org/drawingml/2006/main">
              <a:ext uri="{FF2B5EF4-FFF2-40B4-BE49-F238E27FC236}">
                <a16:creationId xmlns:a16="http://schemas.microsoft.com/office/drawing/2014/main" id="{06E4CB9D-08C0-46F1-9FA8-8C7EED0D0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4324350"/>
            <a:ext cx="628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263746"/>
                </a:solidFill>
              </a:defRPr>
            </a:pPr>
            <a:r>
              <a:rPr sz="18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更新 AI 使用记录</a:t>
            </a:r>
          </a:p>
        </p:txBody>
      </p:sp>
      <p:sp>
        <p:nvSpPr>
          <p:cNvPr id="17" name="p27-guard">
            <a:extLst xmlns:a="http://schemas.openxmlformats.org/drawingml/2006/main">
              <a:ext uri="{FF2B5EF4-FFF2-40B4-BE49-F238E27FC236}">
                <a16:creationId xmlns:a16="http://schemas.microsoft.com/office/drawing/2014/main" id="{5470C6CE-97E5-440B-BF26-D351A9FB9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1581150"/>
            <a:ext cx="27241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不要使用真实保密或敏感材料</a:t>
            </a:r>
          </a:p>
        </p:txBody>
      </p:sp>
      <p:sp>
        <p:nvSpPr>
          <p:cNvPr id="18" name="p27-fallback">
            <a:extLst xmlns:a="http://schemas.openxmlformats.org/drawingml/2006/main">
              <a:ext uri="{FF2B5EF4-FFF2-40B4-BE49-F238E27FC236}">
                <a16:creationId xmlns:a16="http://schemas.microsoft.com/office/drawing/2014/main" id="{581B7CF0-CB22-48C3-82BB-3353F4951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781300"/>
            <a:ext cx="272415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0D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1500" b="1">
                <a:solidFill>
                  <a:srgbClr val="A86C12"/>
                </a:solidFill>
              </a:defRPr>
            </a:pPr>
            <a:r>
              <a:rPr sz="1500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模型不可用</a:t>
            </a:r>
          </a:p>
          <a:p xmlns:a="http://schemas.openxmlformats.org/drawingml/2006/main">
            <a:pPr algn="ctr">
              <a:lnSpc>
                <a:spcPct val="130000"/>
              </a:lnSpc>
              <a:buNone/>
              <a:defRPr sz="1500" b="1">
                <a:solidFill>
                  <a:srgbClr val="A86C12"/>
                </a:solidFill>
              </a:defRPr>
            </a:pPr>
            <a:r>
              <a:rPr sz="1500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直接编辑 Markdown</a:t>
            </a:r>
          </a:p>
          <a:p xmlns:a="http://schemas.openxmlformats.org/drawingml/2006/main">
            <a:pPr algn="ctr">
              <a:lnSpc>
                <a:spcPct val="130000"/>
              </a:lnSpc>
              <a:buNone/>
              <a:defRPr sz="1500" b="1">
                <a:solidFill>
                  <a:srgbClr val="A86C12"/>
                </a:solidFill>
              </a:defRPr>
            </a:pPr>
            <a:r>
              <a:rPr sz="1500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写出预期权限与风险判断</a:t>
            </a:r>
          </a:p>
        </p:txBody>
      </p:sp>
      <p:sp>
        <p:nvSpPr>
          <p:cNvPr id="19" name="p27-done">
            <a:extLst xmlns:a="http://schemas.openxmlformats.org/drawingml/2006/main">
              <a:ext uri="{FF2B5EF4-FFF2-40B4-BE49-F238E27FC236}">
                <a16:creationId xmlns:a16="http://schemas.microsoft.com/office/drawing/2014/main" id="{9395DCE9-A00C-4A60-81E1-3F95B49BF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010150"/>
            <a:ext cx="9906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课堂最低闭环完成；第 3 课前再补齐问题 / 证据地图 / 实验记录 / AI 使用记录四项追踪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同伴互查只检查边界是否清楚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8AD4375-9F50-F53A-6F9F-DD8473067C05}" type="slidenum">
              <a:t>28</a:t>
            </a:fld>
            <a:endParaRPr/>
          </a:p>
        </p:txBody>
      </p:sp>
      <p:sp>
        <p:nvSpPr>
          <p:cNvPr id="6" name="p28-mode">
            <a:extLst xmlns:a="http://schemas.openxmlformats.org/drawingml/2006/main">
              <a:ext uri="{FF2B5EF4-FFF2-40B4-BE49-F238E27FC236}">
                <a16:creationId xmlns:a16="http://schemas.microsoft.com/office/drawing/2014/main" id="{B0AF8FE9-ED9C-4439-8ED6-7D709F679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066800"/>
            <a:ext cx="304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两人互查</a:t>
            </a:r>
          </a:p>
        </p:txBody>
      </p:sp>
      <p:sp>
        <p:nvSpPr>
          <p:cNvPr id="7" name="p28-qn-0">
            <a:extLst xmlns:a="http://schemas.openxmlformats.org/drawingml/2006/main">
              <a:ext uri="{FF2B5EF4-FFF2-40B4-BE49-F238E27FC236}">
                <a16:creationId xmlns:a16="http://schemas.microsoft.com/office/drawing/2014/main" id="{AE94436A-4721-4D85-958F-B3FD69354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752600"/>
            <a:ext cx="9906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18354E"/>
                </a:solidFill>
              </a:defRPr>
            </a:pPr>
            <a:r>
              <a:rPr sz="2250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Q1</a:t>
            </a:r>
          </a:p>
        </p:txBody>
      </p:sp>
      <p:sp>
        <p:nvSpPr>
          <p:cNvPr id="8" name="p28-q-0">
            <a:extLst xmlns:a="http://schemas.openxmlformats.org/drawingml/2006/main">
              <a:ext uri="{FF2B5EF4-FFF2-40B4-BE49-F238E27FC236}">
                <a16:creationId xmlns:a16="http://schemas.microsoft.com/office/drawing/2014/main" id="{715A021E-AE8A-4CB9-87B2-19ADCF383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1752600"/>
            <a:ext cx="7810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263746"/>
                </a:solidFill>
              </a:defRPr>
            </a:pPr>
            <a:r>
              <a:rPr sz="20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只读范围是否已经最小？</a:t>
            </a:r>
          </a:p>
        </p:txBody>
      </p:sp>
      <p:sp>
        <p:nvSpPr>
          <p:cNvPr id="9" name="p28-qn-1">
            <a:extLst xmlns:a="http://schemas.openxmlformats.org/drawingml/2006/main">
              <a:ext uri="{FF2B5EF4-FFF2-40B4-BE49-F238E27FC236}">
                <a16:creationId xmlns:a16="http://schemas.microsoft.com/office/drawing/2014/main" id="{9541A99B-F8AE-4C1C-8545-4AC25FE23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857500"/>
            <a:ext cx="9906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18354E"/>
                </a:solidFill>
              </a:defRPr>
            </a:pPr>
            <a:r>
              <a:rPr sz="2250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Q2</a:t>
            </a:r>
          </a:p>
        </p:txBody>
      </p:sp>
      <p:sp>
        <p:nvSpPr>
          <p:cNvPr id="10" name="p28-q-1">
            <a:extLst xmlns:a="http://schemas.openxmlformats.org/drawingml/2006/main">
              <a:ext uri="{FF2B5EF4-FFF2-40B4-BE49-F238E27FC236}">
                <a16:creationId xmlns:a16="http://schemas.microsoft.com/office/drawing/2014/main" id="{A7BCC3AC-52AB-4D87-A39F-AA93FCEE6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857500"/>
            <a:ext cx="7810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263746"/>
                </a:solidFill>
              </a:defRPr>
            </a:pPr>
            <a:r>
              <a:rPr sz="20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哪一项动作最需要人工确认？</a:t>
            </a:r>
          </a:p>
        </p:txBody>
      </p:sp>
      <p:sp>
        <p:nvSpPr>
          <p:cNvPr id="11" name="p28-qn-2">
            <a:extLst xmlns:a="http://schemas.openxmlformats.org/drawingml/2006/main">
              <a:ext uri="{FF2B5EF4-FFF2-40B4-BE49-F238E27FC236}">
                <a16:creationId xmlns:a16="http://schemas.microsoft.com/office/drawing/2014/main" id="{6DD3D835-A321-47AC-AF7B-AE8443906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962400"/>
            <a:ext cx="9906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C8161E"/>
                </a:solidFill>
              </a:defRPr>
            </a:pPr>
            <a:r>
              <a:rPr sz="22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Q3</a:t>
            </a:r>
          </a:p>
        </p:txBody>
      </p:sp>
      <p:sp>
        <p:nvSpPr>
          <p:cNvPr id="12" name="p28-q-2">
            <a:extLst xmlns:a="http://schemas.openxmlformats.org/drawingml/2006/main">
              <a:ext uri="{FF2B5EF4-FFF2-40B4-BE49-F238E27FC236}">
                <a16:creationId xmlns:a16="http://schemas.microsoft.com/office/drawing/2014/main" id="{1DBE5CE3-953C-4FD8-92B8-B98843B6D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3962400"/>
            <a:ext cx="7810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263746"/>
                </a:solidFill>
              </a:defRPr>
            </a:pPr>
            <a:r>
              <a:rPr sz="20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能否看出工件为何改变状态？</a:t>
            </a:r>
          </a:p>
        </p:txBody>
      </p:sp>
      <p:sp>
        <p:nvSpPr>
          <p:cNvPr id="13" name="p28-bottom">
            <a:extLst xmlns:a="http://schemas.openxmlformats.org/drawingml/2006/main">
              <a:ext uri="{FF2B5EF4-FFF2-40B4-BE49-F238E27FC236}">
                <a16:creationId xmlns:a16="http://schemas.microsoft.com/office/drawing/2014/main" id="{59CDC607-BB4F-4BD2-B236-C4B24D1DC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5219700"/>
            <a:ext cx="628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反馈只提出问题；作者自己决定是否修改。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本讲知识点总结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1680313-6E64-04FF-399A-57B7CADE95A9}" type="slidenum">
              <a:t>29</a:t>
            </a:fld>
            <a:endParaRPr/>
          </a:p>
        </p:txBody>
      </p:sp>
      <p:sp>
        <p:nvSpPr>
          <p:cNvPr id="6" name="summary-02-number-0">
            <a:extLst xmlns:a="http://schemas.openxmlformats.org/drawingml/2006/main">
              <a:ext uri="{FF2B5EF4-FFF2-40B4-BE49-F238E27FC236}">
                <a16:creationId xmlns:a16="http://schemas.microsoft.com/office/drawing/2014/main" id="{B4150BC2-3168-4098-A488-42087F162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1920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7" name="summary-02-heading-0">
            <a:extLst xmlns:a="http://schemas.openxmlformats.org/drawingml/2006/main">
              <a:ext uri="{FF2B5EF4-FFF2-40B4-BE49-F238E27FC236}">
                <a16:creationId xmlns:a16="http://schemas.microsoft.com/office/drawing/2014/main" id="{64B330D0-0EAB-4FC2-8E03-F41E05387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162050"/>
            <a:ext cx="21526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725" b="1">
                <a:solidFill>
                  <a:srgbClr val="18354E"/>
                </a:solidFill>
              </a:defRPr>
            </a:pPr>
            <a:r>
              <a:rPr sz="17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伦理底线</a:t>
            </a:r>
          </a:p>
        </p:txBody>
      </p:sp>
      <p:sp>
        <p:nvSpPr>
          <p:cNvPr id="8" name="summary-02-detail-0">
            <a:extLst xmlns:a="http://schemas.openxmlformats.org/drawingml/2006/main">
              <a:ext uri="{FF2B5EF4-FFF2-40B4-BE49-F238E27FC236}">
                <a16:creationId xmlns:a16="http://schemas.microsoft.com/office/drawing/2014/main" id="{F624E7B9-3BAE-4571-867C-FB3F55BDA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0"/>
            <a:ext cx="2724150" cy="16764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6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真实性、隐私、署名与可追溯性不能被效率冲动突破</a:t>
            </a:r>
          </a:p>
        </p:txBody>
      </p:sp>
      <p:sp>
        <p:nvSpPr>
          <p:cNvPr id="9" name="summary-02-number-1">
            <a:extLst xmlns:a="http://schemas.openxmlformats.org/drawingml/2006/main">
              <a:ext uri="{FF2B5EF4-FFF2-40B4-BE49-F238E27FC236}">
                <a16:creationId xmlns:a16="http://schemas.microsoft.com/office/drawing/2014/main" id="{74390C0F-CB73-41CF-8CAE-5419076B3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21920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0" name="summary-02-heading-1">
            <a:extLst xmlns:a="http://schemas.openxmlformats.org/drawingml/2006/main">
              <a:ext uri="{FF2B5EF4-FFF2-40B4-BE49-F238E27FC236}">
                <a16:creationId xmlns:a16="http://schemas.microsoft.com/office/drawing/2014/main" id="{8E322B2E-B769-4B90-9297-487A71F57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1162050"/>
            <a:ext cx="21526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725" b="1">
                <a:solidFill>
                  <a:srgbClr val="28745A"/>
                </a:solidFill>
              </a:defRPr>
            </a:pPr>
            <a:r>
              <a:rPr sz="172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权限矩阵</a:t>
            </a:r>
          </a:p>
        </p:txBody>
      </p:sp>
      <p:sp>
        <p:nvSpPr>
          <p:cNvPr id="11" name="summary-02-detail-1">
            <a:extLst xmlns:a="http://schemas.openxmlformats.org/drawingml/2006/main">
              <a:ext uri="{FF2B5EF4-FFF2-40B4-BE49-F238E27FC236}">
                <a16:creationId xmlns:a16="http://schemas.microsoft.com/office/drawing/2014/main" id="{7C4A9418-2D16-4D66-A948-0BCD1D5C6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095500"/>
            <a:ext cx="2724150" cy="16764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6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只读、草稿写入、执行、正式写回与外部动作分层授权</a:t>
            </a:r>
          </a:p>
        </p:txBody>
      </p:sp>
      <p:sp>
        <p:nvSpPr>
          <p:cNvPr id="12" name="summary-02-number-2">
            <a:extLst xmlns:a="http://schemas.openxmlformats.org/drawingml/2006/main">
              <a:ext uri="{FF2B5EF4-FFF2-40B4-BE49-F238E27FC236}">
                <a16:creationId xmlns:a16="http://schemas.microsoft.com/office/drawing/2014/main" id="{158FE018-3D2C-4E55-B2FD-A8137C8CF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21920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3" name="summary-02-heading-2">
            <a:extLst xmlns:a="http://schemas.openxmlformats.org/drawingml/2006/main">
              <a:ext uri="{FF2B5EF4-FFF2-40B4-BE49-F238E27FC236}">
                <a16:creationId xmlns:a16="http://schemas.microsoft.com/office/drawing/2014/main" id="{AD78FDF3-6A21-4308-AC65-405A7C794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162050"/>
            <a:ext cx="21526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人工确认</a:t>
            </a:r>
          </a:p>
        </p:txBody>
      </p:sp>
      <p:sp>
        <p:nvSpPr>
          <p:cNvPr id="14" name="summary-02-detail-2">
            <a:extLst xmlns:a="http://schemas.openxmlformats.org/drawingml/2006/main">
              <a:ext uri="{FF2B5EF4-FFF2-40B4-BE49-F238E27FC236}">
                <a16:creationId xmlns:a16="http://schemas.microsoft.com/office/drawing/2014/main" id="{8CDFDB76-98D7-438F-B7F9-C92380047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95500"/>
            <a:ext cx="2724150" cy="16764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6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越权、正式写回、外部发送与关键研究判断必须停下来确认</a:t>
            </a:r>
          </a:p>
        </p:txBody>
      </p:sp>
      <p:sp>
        <p:nvSpPr>
          <p:cNvPr id="15" name="summary-02-number-3">
            <a:extLst xmlns:a="http://schemas.openxmlformats.org/drawingml/2006/main">
              <a:ext uri="{FF2B5EF4-FFF2-40B4-BE49-F238E27FC236}">
                <a16:creationId xmlns:a16="http://schemas.microsoft.com/office/drawing/2014/main" id="{C16F1596-A345-442D-87FD-500CDA73F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121920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A86C1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6" name="summary-02-heading-3">
            <a:extLst xmlns:a="http://schemas.openxmlformats.org/drawingml/2006/main">
              <a:ext uri="{FF2B5EF4-FFF2-40B4-BE49-F238E27FC236}">
                <a16:creationId xmlns:a16="http://schemas.microsoft.com/office/drawing/2014/main" id="{90861782-C0D7-4A84-8F84-B2D7DE1FA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162050"/>
            <a:ext cx="21526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AF0D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725" b="1">
                <a:solidFill>
                  <a:srgbClr val="A86C12"/>
                </a:solidFill>
              </a:defRPr>
            </a:pPr>
            <a:r>
              <a:rPr sz="1725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工件追踪</a:t>
            </a:r>
          </a:p>
        </p:txBody>
      </p:sp>
      <p:sp>
        <p:nvSpPr>
          <p:cNvPr id="17" name="summary-02-detail-3">
            <a:extLst xmlns:a="http://schemas.openxmlformats.org/drawingml/2006/main">
              <a:ext uri="{FF2B5EF4-FFF2-40B4-BE49-F238E27FC236}">
                <a16:creationId xmlns:a16="http://schemas.microsoft.com/office/drawing/2014/main" id="{323935AE-AC65-460A-B8A1-C3ED9BADD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095500"/>
            <a:ext cx="2724150" cy="16764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6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把来源、diff、失败、决策与 AI 使用记录绑定到项目版本</a:t>
            </a:r>
          </a:p>
        </p:txBody>
      </p:sp>
      <p:sp>
        <p:nvSpPr>
          <p:cNvPr id="18" name="summary-02-boundary">
            <a:extLst xmlns:a="http://schemas.openxmlformats.org/drawingml/2006/main">
              <a:ext uri="{FF2B5EF4-FFF2-40B4-BE49-F238E27FC236}">
                <a16:creationId xmlns:a16="http://schemas.microsoft.com/office/drawing/2014/main" id="{C998A541-2873-4740-9EA3-F643010DC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400550"/>
            <a:ext cx="98679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关键边界：权限不是一次性放开；动作风险改变时，必须重新确认并保留记录。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课后继续推进，第 3 课带着边界开始检索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FEBBBCE-9E16-527A-0EE3-E5839422D847}" type="slidenum">
              <a:t>30</a:t>
            </a:fld>
            <a:endParaRPr/>
          </a:p>
        </p:txBody>
      </p:sp>
      <p:sp>
        <p:nvSpPr>
          <p:cNvPr id="6" name="p29-t-0">
            <a:extLst xmlns:a="http://schemas.openxmlformats.org/drawingml/2006/main">
              <a:ext uri="{FF2B5EF4-FFF2-40B4-BE49-F238E27FC236}">
                <a16:creationId xmlns:a16="http://schemas.microsoft.com/office/drawing/2014/main" id="{CB834982-0E3C-4464-AB3E-632423A72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19200"/>
            <a:ext cx="5143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2F638A"/>
                </a:solidFill>
              </a:defRPr>
            </a:pPr>
            <a:r>
              <a:rPr sz="1650" b="1">
                <a:solidFill>
                  <a:srgbClr val="2F638A"/>
                </a:solidFill>
                <a:latin typeface="Microsoft YaHei"/>
                <a:ea typeface="Microsoft YaHei"/>
                <a:cs typeface="Microsoft YaHei"/>
              </a:rPr>
              <a:t>必读</a:t>
            </a:r>
          </a:p>
        </p:txBody>
      </p:sp>
      <p:sp>
        <p:nvSpPr>
          <p:cNvPr id="7" name="p29-b-0">
            <a:extLst xmlns:a="http://schemas.openxmlformats.org/drawingml/2006/main">
              <a:ext uri="{FF2B5EF4-FFF2-40B4-BE49-F238E27FC236}">
                <a16:creationId xmlns:a16="http://schemas.microsoft.com/office/drawing/2014/main" id="{49F23FBB-F6B7-492D-ABD7-96FE6F834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09750"/>
            <a:ext cx="514350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中科院《诚信提醒》</a:t>
            </a:r>
          </a:p>
          <a:p xmlns:a="http://schemas.openxmlformats.org/drawingml/2006/main">
            <a:pPr algn="ctr">
              <a:lnSpc>
                <a:spcPct val="130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记录一条与本人项目相关的底线</a:t>
            </a:r>
          </a:p>
        </p:txBody>
      </p:sp>
      <p:sp>
        <p:nvSpPr>
          <p:cNvPr id="8" name="p29-t-1">
            <a:extLst xmlns:a="http://schemas.openxmlformats.org/drawingml/2006/main">
              <a:ext uri="{FF2B5EF4-FFF2-40B4-BE49-F238E27FC236}">
                <a16:creationId xmlns:a16="http://schemas.microsoft.com/office/drawing/2014/main" id="{8F1B5EFA-17E4-4A2E-9AAC-2513A1C88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219200"/>
            <a:ext cx="5143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项目更新</a:t>
            </a:r>
          </a:p>
        </p:txBody>
      </p:sp>
      <p:sp>
        <p:nvSpPr>
          <p:cNvPr id="9" name="p29-b-1">
            <a:extLst xmlns:a="http://schemas.openxmlformats.org/drawingml/2006/main">
              <a:ext uri="{FF2B5EF4-FFF2-40B4-BE49-F238E27FC236}">
                <a16:creationId xmlns:a16="http://schemas.microsoft.com/office/drawing/2014/main" id="{AD439CFE-5B30-4765-800D-849EB0859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809750"/>
            <a:ext cx="514350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权限矩阵 + 风险卡 + 四项工件追踪 + AI 使用记录</a:t>
            </a:r>
          </a:p>
        </p:txBody>
      </p:sp>
      <p:sp>
        <p:nvSpPr>
          <p:cNvPr id="10" name="p29-t-2">
            <a:extLst xmlns:a="http://schemas.openxmlformats.org/drawingml/2006/main">
              <a:ext uri="{FF2B5EF4-FFF2-40B4-BE49-F238E27FC236}">
                <a16:creationId xmlns:a16="http://schemas.microsoft.com/office/drawing/2014/main" id="{5DD311C0-A28B-49B9-A2E3-71F5DE9EB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28950"/>
            <a:ext cx="5143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28745A"/>
                </a:solidFill>
              </a:defRPr>
            </a:pPr>
            <a:r>
              <a:rPr sz="165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第 3 课准备</a:t>
            </a:r>
          </a:p>
        </p:txBody>
      </p:sp>
      <p:sp>
        <p:nvSpPr>
          <p:cNvPr id="11" name="p29-b-2">
            <a:extLst xmlns:a="http://schemas.openxmlformats.org/drawingml/2006/main">
              <a:ext uri="{FF2B5EF4-FFF2-40B4-BE49-F238E27FC236}">
                <a16:creationId xmlns:a16="http://schemas.microsoft.com/office/drawing/2014/main" id="{879F465F-A348-4BE3-A6B9-86593F6CC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0"/>
            <a:ext cx="514350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一个公开研究问题 + 3–5 个关键词 + 一项来源 / 网络边界</a:t>
            </a:r>
          </a:p>
        </p:txBody>
      </p:sp>
      <p:sp>
        <p:nvSpPr>
          <p:cNvPr id="12" name="p29-t-3">
            <a:extLst xmlns:a="http://schemas.openxmlformats.org/drawingml/2006/main">
              <a:ext uri="{FF2B5EF4-FFF2-40B4-BE49-F238E27FC236}">
                <a16:creationId xmlns:a16="http://schemas.microsoft.com/office/drawing/2014/main" id="{BD825422-24D9-4B1A-8494-0E7EE3FF1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028950"/>
            <a:ext cx="5143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A86C12"/>
                </a:solidFill>
              </a:defRPr>
            </a:pPr>
            <a:r>
              <a:rPr sz="1650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任选阅读</a:t>
            </a:r>
          </a:p>
        </p:txBody>
      </p:sp>
      <p:sp>
        <p:nvSpPr>
          <p:cNvPr id="13" name="p29-b-3">
            <a:extLst xmlns:a="http://schemas.openxmlformats.org/drawingml/2006/main">
              <a:ext uri="{FF2B5EF4-FFF2-40B4-BE49-F238E27FC236}">
                <a16:creationId xmlns:a16="http://schemas.microsoft.com/office/drawing/2014/main" id="{1AEE394E-E563-4997-B72F-C562241B5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619500"/>
            <a:ext cx="514350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0D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NASEM Chapter 2 或 Saltzer &amp; Schroeder 权限原则选段</a:t>
            </a:r>
          </a:p>
        </p:txBody>
      </p:sp>
      <p:sp>
        <p:nvSpPr>
          <p:cNvPr id="14" name="p29-bottom">
            <a:extLst xmlns:a="http://schemas.openxmlformats.org/drawingml/2006/main">
              <a:ext uri="{FF2B5EF4-FFF2-40B4-BE49-F238E27FC236}">
                <a16:creationId xmlns:a16="http://schemas.microsoft.com/office/drawing/2014/main" id="{B21DCF2A-2EFD-4B0A-9166-9840237A9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5124450"/>
            <a:ext cx="803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C8161E"/>
                </a:solidFill>
              </a:defRPr>
            </a:pPr>
            <a:r>
              <a:rPr sz="18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持续回写个人项目，不单独提交、不计周作业分。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theme/theme1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2026-08-20T15:39:21.8540000Z</dcterms:created>
  <dcterms:modified xsi:type="dcterms:W3CDTF">2026-08-20T15:39:21.8540000Z</dcterms:modified>
</coreProperties>
</file>