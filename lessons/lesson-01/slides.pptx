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51892e299a4142" /><Relationship Type="http://schemas.openxmlformats.org/officeDocument/2006/relationships/extended-properties" Target="/docProps/app.xml" Id="R38bac521c38a4410" /><Relationship Type="http://schemas.openxmlformats.org/officeDocument/2006/relationships/officeDocument" Target="/ppt/presentation.xml" Id="R9c869af06c3241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13336063d74657"/>
  </p:sldMasterIdLst>
  <p:notesMasterIdLst>
    <p:notesMasterId xmlns:r="http://schemas.openxmlformats.org/officeDocument/2006/relationships" r:id="R943809871ebc410c"/>
  </p:notesMasterIdLst>
  <p:sldIdLst>
    <p:sldId xmlns:r="http://schemas.openxmlformats.org/officeDocument/2006/relationships" id="256" r:id="R86432bd9489b4eb8"/>
    <p:sldId xmlns:r="http://schemas.openxmlformats.org/officeDocument/2006/relationships" id="257" r:id="R8f7e18d4aad84698"/>
    <p:sldId xmlns:r="http://schemas.openxmlformats.org/officeDocument/2006/relationships" id="258" r:id="R1068e13b7e3f417c"/>
    <p:sldId xmlns:r="http://schemas.openxmlformats.org/officeDocument/2006/relationships" id="259" r:id="R7a8975b805f14d87"/>
    <p:sldId xmlns:r="http://schemas.openxmlformats.org/officeDocument/2006/relationships" id="260" r:id="Rffd41579b86a4cee"/>
    <p:sldId xmlns:r="http://schemas.openxmlformats.org/officeDocument/2006/relationships" id="261" r:id="Rc4e619a1e7c84782"/>
    <p:sldId xmlns:r="http://schemas.openxmlformats.org/officeDocument/2006/relationships" id="262" r:id="Ra506ddac22154971"/>
    <p:sldId xmlns:r="http://schemas.openxmlformats.org/officeDocument/2006/relationships" id="263" r:id="R63334f3ab2a54092"/>
    <p:sldId xmlns:r="http://schemas.openxmlformats.org/officeDocument/2006/relationships" id="264" r:id="R1b9572f3725d4946"/>
    <p:sldId xmlns:r="http://schemas.openxmlformats.org/officeDocument/2006/relationships" id="265" r:id="R43bdc558822d46a0"/>
    <p:sldId xmlns:r="http://schemas.openxmlformats.org/officeDocument/2006/relationships" id="266" r:id="R8cb3e2855ee74052"/>
    <p:sldId xmlns:r="http://schemas.openxmlformats.org/officeDocument/2006/relationships" id="267" r:id="Rdd55aa63a00f408c"/>
    <p:sldId xmlns:r="http://schemas.openxmlformats.org/officeDocument/2006/relationships" id="268" r:id="R43980d72797f423c"/>
    <p:sldId xmlns:r="http://schemas.openxmlformats.org/officeDocument/2006/relationships" id="269" r:id="Ra42ce21525174e4e"/>
    <p:sldId xmlns:r="http://schemas.openxmlformats.org/officeDocument/2006/relationships" id="270" r:id="R5218b617113e4ae3"/>
    <p:sldId xmlns:r="http://schemas.openxmlformats.org/officeDocument/2006/relationships" id="271" r:id="R9e6e78689f1543d4"/>
    <p:sldId xmlns:r="http://schemas.openxmlformats.org/officeDocument/2006/relationships" id="272" r:id="R74e731a73ce746a0"/>
    <p:sldId xmlns:r="http://schemas.openxmlformats.org/officeDocument/2006/relationships" id="273" r:id="Rd419f653ea9646d5"/>
    <p:sldId xmlns:r="http://schemas.openxmlformats.org/officeDocument/2006/relationships" id="274" r:id="R1b068a1283e5473c"/>
    <p:sldId xmlns:r="http://schemas.openxmlformats.org/officeDocument/2006/relationships" id="275" r:id="Rd059b773d6494ecb"/>
    <p:sldId xmlns:r="http://schemas.openxmlformats.org/officeDocument/2006/relationships" id="276" r:id="Rc5af8b9c9522413a"/>
    <p:sldId xmlns:r="http://schemas.openxmlformats.org/officeDocument/2006/relationships" id="277" r:id="R1c2c63a607e04da0"/>
    <p:sldId xmlns:r="http://schemas.openxmlformats.org/officeDocument/2006/relationships" id="278" r:id="Rfacf819f567947f5"/>
    <p:sldId xmlns:r="http://schemas.openxmlformats.org/officeDocument/2006/relationships" id="279" r:id="Rd80e916ca6ff45c0"/>
    <p:sldId xmlns:r="http://schemas.openxmlformats.org/officeDocument/2006/relationships" id="280" r:id="Rdc4b6edf559a486d"/>
    <p:sldId xmlns:r="http://schemas.openxmlformats.org/officeDocument/2006/relationships" id="281" r:id="Rbb47f81cb0454b42"/>
    <p:sldId xmlns:r="http://schemas.openxmlformats.org/officeDocument/2006/relationships" id="282" r:id="Rccdcf01b98204319"/>
    <p:sldId xmlns:r="http://schemas.openxmlformats.org/officeDocument/2006/relationships" id="283" r:id="Rf57fae4a96a64a46"/>
    <p:sldId xmlns:r="http://schemas.openxmlformats.org/officeDocument/2006/relationships" id="284" r:id="Rb1357bbc201a4a0d"/>
    <p:sldId xmlns:r="http://schemas.openxmlformats.org/officeDocument/2006/relationships" id="285" r:id="Ra9b891857072463b"/>
    <p:sldId xmlns:r="http://schemas.openxmlformats.org/officeDocument/2006/relationships" id="286" r:id="R8d56f84c70b24b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9d1138c27b463e" /><Relationship Type="http://schemas.openxmlformats.org/officeDocument/2006/relationships/slideMaster" Target="/ppt/slideMasters/slideMaster1.xml" Id="Rf613336063d74657" /><Relationship Type="http://schemas.openxmlformats.org/officeDocument/2006/relationships/notesMaster" Target="/ppt/notesMasters/notesMaster1.xml" Id="R943809871ebc410c" /><Relationship Type="http://schemas.openxmlformats.org/officeDocument/2006/relationships/presProps" Target="/ppt/presProps.xml" Id="Re5dadec562b74c64" /><Relationship Type="http://schemas.openxmlformats.org/officeDocument/2006/relationships/viewProps" Target="/ppt/viewProps.xml" Id="Rb1fefd1bdf334b34" /><Relationship Type="http://schemas.openxmlformats.org/officeDocument/2006/relationships/tableStyles" Target="/ppt/tableStyles.xml" Id="Rcae7077021ba40f1" /><Relationship Type="http://schemas.openxmlformats.org/officeDocument/2006/relationships/slide" Target="/ppt/slides/slide1.xml" Id="R86432bd9489b4eb8" /><Relationship Type="http://schemas.openxmlformats.org/officeDocument/2006/relationships/slide" Target="/ppt/slides/slide2.xml" Id="R8f7e18d4aad84698" /><Relationship Type="http://schemas.openxmlformats.org/officeDocument/2006/relationships/slide" Target="/ppt/slides/slide3.xml" Id="R1068e13b7e3f417c" /><Relationship Type="http://schemas.openxmlformats.org/officeDocument/2006/relationships/slide" Target="/ppt/slides/slide4.xml" Id="R7a8975b805f14d87" /><Relationship Type="http://schemas.openxmlformats.org/officeDocument/2006/relationships/slide" Target="/ppt/slides/slide5.xml" Id="Rffd41579b86a4cee" /><Relationship Type="http://schemas.openxmlformats.org/officeDocument/2006/relationships/slide" Target="/ppt/slides/slide6.xml" Id="Rc4e619a1e7c84782" /><Relationship Type="http://schemas.openxmlformats.org/officeDocument/2006/relationships/slide" Target="/ppt/slides/slide7.xml" Id="Ra506ddac22154971" /><Relationship Type="http://schemas.openxmlformats.org/officeDocument/2006/relationships/slide" Target="/ppt/slides/slide8.xml" Id="R63334f3ab2a54092" /><Relationship Type="http://schemas.openxmlformats.org/officeDocument/2006/relationships/slide" Target="/ppt/slides/slide9.xml" Id="R1b9572f3725d4946" /><Relationship Type="http://schemas.openxmlformats.org/officeDocument/2006/relationships/slide" Target="/ppt/slides/slide10.xml" Id="R43bdc558822d46a0" /><Relationship Type="http://schemas.openxmlformats.org/officeDocument/2006/relationships/slide" Target="/ppt/slides/slide11.xml" Id="R8cb3e2855ee74052" /><Relationship Type="http://schemas.openxmlformats.org/officeDocument/2006/relationships/slide" Target="/ppt/slides/slide12.xml" Id="Rdd55aa63a00f408c" /><Relationship Type="http://schemas.openxmlformats.org/officeDocument/2006/relationships/slide" Target="/ppt/slides/slide13.xml" Id="R43980d72797f423c" /><Relationship Type="http://schemas.openxmlformats.org/officeDocument/2006/relationships/slide" Target="/ppt/slides/slide14.xml" Id="Ra42ce21525174e4e" /><Relationship Type="http://schemas.openxmlformats.org/officeDocument/2006/relationships/slide" Target="/ppt/slides/slide15.xml" Id="R5218b617113e4ae3" /><Relationship Type="http://schemas.openxmlformats.org/officeDocument/2006/relationships/slide" Target="/ppt/slides/slide16.xml" Id="R9e6e78689f1543d4" /><Relationship Type="http://schemas.openxmlformats.org/officeDocument/2006/relationships/slide" Target="/ppt/slides/slide17.xml" Id="R74e731a73ce746a0" /><Relationship Type="http://schemas.openxmlformats.org/officeDocument/2006/relationships/slide" Target="/ppt/slides/slide18.xml" Id="Rd419f653ea9646d5" /><Relationship Type="http://schemas.openxmlformats.org/officeDocument/2006/relationships/slide" Target="/ppt/slides/slide19.xml" Id="R1b068a1283e5473c" /><Relationship Type="http://schemas.openxmlformats.org/officeDocument/2006/relationships/slide" Target="/ppt/slides/slide20.xml" Id="Rd059b773d6494ecb" /><Relationship Type="http://schemas.openxmlformats.org/officeDocument/2006/relationships/slide" Target="/ppt/slides/slide21.xml" Id="Rc5af8b9c9522413a" /><Relationship Type="http://schemas.openxmlformats.org/officeDocument/2006/relationships/slide" Target="/ppt/slides/slide22.xml" Id="R1c2c63a607e04da0" /><Relationship Type="http://schemas.openxmlformats.org/officeDocument/2006/relationships/slide" Target="/ppt/slides/slide23.xml" Id="Rfacf819f567947f5" /><Relationship Type="http://schemas.openxmlformats.org/officeDocument/2006/relationships/slide" Target="/ppt/slides/slide24.xml" Id="Rd80e916ca6ff45c0" /><Relationship Type="http://schemas.openxmlformats.org/officeDocument/2006/relationships/slide" Target="/ppt/slides/slide25.xml" Id="Rdc4b6edf559a486d" /><Relationship Type="http://schemas.openxmlformats.org/officeDocument/2006/relationships/slide" Target="/ppt/slides/slide26.xml" Id="Rbb47f81cb0454b42" /><Relationship Type="http://schemas.openxmlformats.org/officeDocument/2006/relationships/slide" Target="/ppt/slides/slide27.xml" Id="Rccdcf01b98204319" /><Relationship Type="http://schemas.openxmlformats.org/officeDocument/2006/relationships/slide" Target="/ppt/slides/slide28.xml" Id="Rf57fae4a96a64a46" /><Relationship Type="http://schemas.openxmlformats.org/officeDocument/2006/relationships/slide" Target="/ppt/slides/slide29.xml" Id="Rb1357bbc201a4a0d" /><Relationship Type="http://schemas.openxmlformats.org/officeDocument/2006/relationships/slide" Target="/ppt/slides/slide30.xml" Id="Ra9b891857072463b" /><Relationship Type="http://schemas.openxmlformats.org/officeDocument/2006/relationships/slide" Target="/ppt/slides/slide31.xml" Id="R8d56f84c70b24b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7aaba9f83443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3428d4ee394e24" /><Relationship Type="http://schemas.openxmlformats.org/officeDocument/2006/relationships/notesMaster" Target="/ppt/notesMasters/notesMaster1.xml" Id="R02f58b48e28343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a5aa5d8d8cd4872" /><Relationship Type="http://schemas.openxmlformats.org/officeDocument/2006/relationships/notesMaster" Target="/ppt/notesMasters/notesMaster1.xml" Id="Rb9d4cf4e940241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4151f9de384fdc" /><Relationship Type="http://schemas.openxmlformats.org/officeDocument/2006/relationships/notesMaster" Target="/ppt/notesMasters/notesMaster1.xml" Id="R3e2f0f8d235849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c553cb5ce74305" /><Relationship Type="http://schemas.openxmlformats.org/officeDocument/2006/relationships/notesMaster" Target="/ppt/notesMasters/notesMaster1.xml" Id="R7e4c2134a9234a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8160c4188942d0" /><Relationship Type="http://schemas.openxmlformats.org/officeDocument/2006/relationships/notesMaster" Target="/ppt/notesMasters/notesMaster1.xml" Id="Ra92373a96e7b4c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7010d533ba46ec" /><Relationship Type="http://schemas.openxmlformats.org/officeDocument/2006/relationships/notesMaster" Target="/ppt/notesMasters/notesMaster1.xml" Id="R0f79912d6f1845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6939bad4bc4481" /><Relationship Type="http://schemas.openxmlformats.org/officeDocument/2006/relationships/notesMaster" Target="/ppt/notesMasters/notesMaster1.xml" Id="Re29136d2c0f740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46b9c020904aff" /><Relationship Type="http://schemas.openxmlformats.org/officeDocument/2006/relationships/notesMaster" Target="/ppt/notesMasters/notesMaster1.xml" Id="R64f7a71cb92e425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a07a3168864aa2" /><Relationship Type="http://schemas.openxmlformats.org/officeDocument/2006/relationships/notesMaster" Target="/ppt/notesMasters/notesMaster1.xml" Id="Rc844cf64adb747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1ba63578f14b8c" /><Relationship Type="http://schemas.openxmlformats.org/officeDocument/2006/relationships/notesMaster" Target="/ppt/notesMasters/notesMaster1.xml" Id="R5898256b9b194d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07cd7ad6ef5420e" /><Relationship Type="http://schemas.openxmlformats.org/officeDocument/2006/relationships/notesMaster" Target="/ppt/notesMasters/notesMaster1.xml" Id="R9ba1ca04ddba4c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3e9f2bf6df40e5" /><Relationship Type="http://schemas.openxmlformats.org/officeDocument/2006/relationships/notesMaster" Target="/ppt/notesMasters/notesMaster1.xml" Id="Rd01c465bf8994c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eee1fa9cc124050" /><Relationship Type="http://schemas.openxmlformats.org/officeDocument/2006/relationships/notesMaster" Target="/ppt/notesMasters/notesMaster1.xml" Id="R81b9370d4fec4dc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7f4165575504f3f" /><Relationship Type="http://schemas.openxmlformats.org/officeDocument/2006/relationships/notesMaster" Target="/ppt/notesMasters/notesMaster1.xml" Id="R5cc640def1164a4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d8e8e3739334d5e" /><Relationship Type="http://schemas.openxmlformats.org/officeDocument/2006/relationships/notesMaster" Target="/ppt/notesMasters/notesMaster1.xml" Id="R516776cbceb040a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4106067c82e4512" /><Relationship Type="http://schemas.openxmlformats.org/officeDocument/2006/relationships/notesMaster" Target="/ppt/notesMasters/notesMaster1.xml" Id="R4424cb6cf2f1436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a3a6d24140746c4" /><Relationship Type="http://schemas.openxmlformats.org/officeDocument/2006/relationships/notesMaster" Target="/ppt/notesMasters/notesMaster1.xml" Id="Raad4e072258843f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9df14bd04c64a4f" /><Relationship Type="http://schemas.openxmlformats.org/officeDocument/2006/relationships/notesMaster" Target="/ppt/notesMasters/notesMaster1.xml" Id="R6f5f74a6daa249e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0470cdef54e471f" /><Relationship Type="http://schemas.openxmlformats.org/officeDocument/2006/relationships/notesMaster" Target="/ppt/notesMasters/notesMaster1.xml" Id="R0fc760f270c9426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9f8bd185e584e12" /><Relationship Type="http://schemas.openxmlformats.org/officeDocument/2006/relationships/notesMaster" Target="/ppt/notesMasters/notesMaster1.xml" Id="R9e2a2a1a45d7463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f7d13f105e64692" /><Relationship Type="http://schemas.openxmlformats.org/officeDocument/2006/relationships/notesMaster" Target="/ppt/notesMasters/notesMaster1.xml" Id="R2dc7111573b84be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91f2085e6334c16" /><Relationship Type="http://schemas.openxmlformats.org/officeDocument/2006/relationships/notesMaster" Target="/ppt/notesMasters/notesMaster1.xml" Id="R1ea5b28302cd447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75d890a0f2345f1" /><Relationship Type="http://schemas.openxmlformats.org/officeDocument/2006/relationships/notesMaster" Target="/ppt/notesMasters/notesMaster1.xml" Id="R63adfeeefb07442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0752bbd1238402b" /><Relationship Type="http://schemas.openxmlformats.org/officeDocument/2006/relationships/notesMaster" Target="/ppt/notesMasters/notesMaster1.xml" Id="Rfe8d473c4e62468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edaee72acc2439d" /><Relationship Type="http://schemas.openxmlformats.org/officeDocument/2006/relationships/notesMaster" Target="/ppt/notesMasters/notesMaster1.xml" Id="Rb2895bb5ca044d9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ddecb881e224453" /><Relationship Type="http://schemas.openxmlformats.org/officeDocument/2006/relationships/notesMaster" Target="/ppt/notesMasters/notesMaster1.xml" Id="Rb840c393e6654bd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907b6b09a374975" /><Relationship Type="http://schemas.openxmlformats.org/officeDocument/2006/relationships/notesMaster" Target="/ppt/notesMasters/notesMaster1.xml" Id="Rbc4a5d9dee1349c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c81119531394a63" /><Relationship Type="http://schemas.openxmlformats.org/officeDocument/2006/relationships/notesMaster" Target="/ppt/notesMasters/notesMaster1.xml" Id="Re88882cff156447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04488c9e53c445b" /><Relationship Type="http://schemas.openxmlformats.org/officeDocument/2006/relationships/notesMaster" Target="/ppt/notesMasters/notesMaster1.xml" Id="Rd35cebe075bc445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fd982e0677f4ffb" /><Relationship Type="http://schemas.openxmlformats.org/officeDocument/2006/relationships/notesMaster" Target="/ppt/notesMasters/notesMaster1.xml" Id="R8d2711eb3b4b40e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7f64d797cf749cb" /><Relationship Type="http://schemas.openxmlformats.org/officeDocument/2006/relationships/notesMaster" Target="/ppt/notesMasters/notesMaster1.xml" Id="R2498768139a847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页面标题：AI 辅助科研导论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页面标题：讲师的角色：一起把研究判断做得可检查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页面标题：这段 AI 输出现在是什么？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页面标题：Nature 2026：完整论文出现了，高水平研究呢？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页面标题：新争论已经从“能不能做”转向“如何治理”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页面标题：个人产出扩大，不等于科学整体探索范围扩大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页面标题：当 AI 参与科研，这五件事还能保证吗？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页面标题：课程用五个控制点回应这五个问题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页面标题：16 周后，你应拥有一个可继续发展的研究雏形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页面标题：项目个人完成；反馈关系分两层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页面标题：评分看四种能力，不看 AI 使用量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页面标题：先区分任务、执行环境与模型后端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页面标题：报告是产物；研究是可检查的过程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页面标题：八阶段只用来定位：现在在改什么？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页面标题：阶段 1–4：从问题走到可被挑战的机制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页面标题：阶段 5–8：把候选机制变成可追溯工件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页面标题：四个研究门阻止错误继续累积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页面标题：追踪链回答“发生了什么”；研究门决定“能否继续”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页面标题：教师演示：把一次 AI 建议变成可检查的变化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页面标题：第一轮只读：先看建议，不允许写入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页面标题：先审核建议，再决定是否写入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页面标题：人工确认后，只授权目标文件写回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页面标题：“完成”之后，检查实际 diff 和使用记录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页面标题：失败不是“重跑到成功”，而是评价材料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页面标题：选择一个小到能留下证据的问题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页面标题：练习一：完成一次最小变更并检查 diff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页面标题：练习二：补日志，并标出研究链位置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页面标题：临时结对：只提问题，不替作者决定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页面标题：本讲知识点总结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页面标题：离场前，只检查三件事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页面标题：课后：完善起点，不新增正式提交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本页仅使用课程内部规则与教学材料。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51d2d21fa84520" /><Relationship Type="http://schemas.openxmlformats.org/officeDocument/2006/relationships/image" Target="/ppt/media/image.png" Id="Ra040944dc22d47d1" /><Relationship Type="http://schemas.openxmlformats.org/officeDocument/2006/relationships/image" Target="/ppt/media/image2.png" Id="Rd11ec5d4ed994b71" /><Relationship Type="http://schemas.openxmlformats.org/officeDocument/2006/relationships/image" Target="/ppt/media/image3.png" Id="R23822e09aefc4e49" /><Relationship Type="http://schemas.openxmlformats.org/officeDocument/2006/relationships/image" Target="/ppt/media/image4.png" Id="Rceef2946bcc344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7d61ad36b4c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c69eb1f6c47bc" /><Relationship Type="http://schemas.openxmlformats.org/officeDocument/2006/relationships/image" Target="/ppt/media/image2.png" Id="R8065bc3625a44697" /><Relationship Type="http://schemas.openxmlformats.org/officeDocument/2006/relationships/image" Target="/ppt/media/image5.png" Id="R4e6efc615fea4e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c71e97c444384" /><Relationship Type="http://schemas.openxmlformats.org/officeDocument/2006/relationships/image" Target="/ppt/media/image.png" Id="R658a3108144c42f6" /><Relationship Type="http://schemas.openxmlformats.org/officeDocument/2006/relationships/image" Target="/ppt/media/image3.png" Id="R37a29920493b4710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0944dc22d47d1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1ec5d4ed994b71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822e09aefc4e49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D8986E70-AA20-4B48-8392-1E625C90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E6E69411-B05C-4E95-9FEF-89AAD194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9C41B9F3-F9D4-4EDD-84BE-E44BAA51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7D9406B-EC01-450C-8B26-61842E9F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f2946bcc34403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65bc3625a44697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efc615fea4e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a3108144c42f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F67471EE-CBFD-4BA6-A818-9AE9DE51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1843F813-85B6-4A0C-BF78-B8226782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a29920493b4710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26378790a74c6c" /><Relationship Type="http://schemas.openxmlformats.org/officeDocument/2006/relationships/slideLayout" Target="/ppt/slideLayouts/slideLayout1.xml" Id="R9c440e20dfca4495" /><Relationship Type="http://schemas.openxmlformats.org/officeDocument/2006/relationships/slideLayout" Target="/ppt/slideLayouts/slideLayout2.xml" Id="R8a46f8550b3b4766" /><Relationship Type="http://schemas.openxmlformats.org/officeDocument/2006/relationships/slideLayout" Target="/ppt/slideLayouts/slideLayout3.xml" Id="Rda4862a8e54b4ba0" /><Relationship Type="http://schemas.openxmlformats.org/officeDocument/2006/relationships/slideLayout" Target="/ppt/slideLayouts/slideLayout4.xml" Id="Rf0ea6d62cd9a446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440e20dfca4495"/>
    <p:sldLayoutId xmlns:r="http://schemas.openxmlformats.org/officeDocument/2006/relationships" id="2147483650" r:id="R8a46f8550b3b4766"/>
    <p:sldLayoutId xmlns:r="http://schemas.openxmlformats.org/officeDocument/2006/relationships" id="2147483651" r:id="Rda4862a8e54b4ba0"/>
    <p:sldLayoutId xmlns:r="http://schemas.openxmlformats.org/officeDocument/2006/relationships" id="2147483652" r:id="Rf0ea6d62cd9a446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9dbb08eab48f5" /><Relationship Type="http://schemas.openxmlformats.org/officeDocument/2006/relationships/notesSlide" Target="/ppt/notesSlides/notesSlide1.xml" Id="Re4994c9be80b47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1f0a001c294272" /><Relationship Type="http://schemas.openxmlformats.org/officeDocument/2006/relationships/notesSlide" Target="/ppt/notesSlides/notesSlide2.xml" Id="R4a374806650f4f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3af4bb4316748a6" /><Relationship Type="http://schemas.openxmlformats.org/officeDocument/2006/relationships/notesSlide" Target="/ppt/notesSlides/notesSlide3.xml" Id="Rf344cbc9118341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1d4134bff3c45be" /><Relationship Type="http://schemas.openxmlformats.org/officeDocument/2006/relationships/image" Target="/ppt/media/image6.png" Id="R24497719f2fa428f" /><Relationship Type="http://schemas.openxmlformats.org/officeDocument/2006/relationships/notesSlide" Target="/ppt/notesSlides/notesSlide4.xml" Id="Rf9a96926742843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d5f644d14ea439f" /><Relationship Type="http://schemas.openxmlformats.org/officeDocument/2006/relationships/notesSlide" Target="/ppt/notesSlides/notesSlide5.xml" Id="Rbf5b9fffc81e4f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cfe2d7dec542d7" /><Relationship Type="http://schemas.openxmlformats.org/officeDocument/2006/relationships/image" Target="/ppt/media/image7.png" Id="R079f7f3450754f9c" /><Relationship Type="http://schemas.openxmlformats.org/officeDocument/2006/relationships/notesSlide" Target="/ppt/notesSlides/notesSlide6.xml" Id="Rd9704d9e605c43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a8cfe700de041d6" /><Relationship Type="http://schemas.openxmlformats.org/officeDocument/2006/relationships/notesSlide" Target="/ppt/notesSlides/notesSlide7.xml" Id="R28c15fb47d3546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ea0e0d56fdd4ee0" /><Relationship Type="http://schemas.openxmlformats.org/officeDocument/2006/relationships/notesSlide" Target="/ppt/notesSlides/notesSlide8.xml" Id="Rb3dd08c511d74c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676b9390824e87" /><Relationship Type="http://schemas.openxmlformats.org/officeDocument/2006/relationships/notesSlide" Target="/ppt/notesSlides/notesSlide9.xml" Id="R5c81dfcdc7b54b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fd1a3780084241" /><Relationship Type="http://schemas.openxmlformats.org/officeDocument/2006/relationships/notesSlide" Target="/ppt/notesSlides/notesSlide10.xml" Id="R4cc068662bf947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b1b75417ee34702" /><Relationship Type="http://schemas.openxmlformats.org/officeDocument/2006/relationships/notesSlide" Target="/ppt/notesSlides/notesSlide11.xml" Id="R934c7abeb5814e9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0f8b3b352ac46ad" /><Relationship Type="http://schemas.openxmlformats.org/officeDocument/2006/relationships/notesSlide" Target="/ppt/notesSlides/notesSlide12.xml" Id="R4475b93bf39647d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e4c361c90543f9" /><Relationship Type="http://schemas.openxmlformats.org/officeDocument/2006/relationships/image" Target="/ppt/media/image8.png" Id="Rd77b964fef1b40de" /><Relationship Type="http://schemas.openxmlformats.org/officeDocument/2006/relationships/image" Target="/ppt/media/image9.png" Id="R22b82140ba5745cd" /><Relationship Type="http://schemas.openxmlformats.org/officeDocument/2006/relationships/notesSlide" Target="/ppt/notesSlides/notesSlide13.xml" Id="R4ca155d8ddd340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188f6a74704231" /><Relationship Type="http://schemas.openxmlformats.org/officeDocument/2006/relationships/notesSlide" Target="/ppt/notesSlides/notesSlide14.xml" Id="R7487bcf2dd5043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123bdb713c94471" /><Relationship Type="http://schemas.openxmlformats.org/officeDocument/2006/relationships/image" Target="/ppt/media/image10.png" Id="R89cc0ddfeb6e4a5f" /><Relationship Type="http://schemas.openxmlformats.org/officeDocument/2006/relationships/image" Target="/ppt/media/image11.png" Id="R193993b959f74af4" /><Relationship Type="http://schemas.openxmlformats.org/officeDocument/2006/relationships/image" Target="/ppt/media/image12.png" Id="R067ed2f3e08e4afe" /><Relationship Type="http://schemas.openxmlformats.org/officeDocument/2006/relationships/image" Target="/ppt/media/image13.png" Id="R6e7e8ddaba7b47f4" /><Relationship Type="http://schemas.openxmlformats.org/officeDocument/2006/relationships/notesSlide" Target="/ppt/notesSlides/notesSlide15.xml" Id="Re6fd36f9968a4eb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31c537f9814949" /><Relationship Type="http://schemas.openxmlformats.org/officeDocument/2006/relationships/image" Target="/ppt/media/image14.png" Id="R00b388d255384888" /><Relationship Type="http://schemas.openxmlformats.org/officeDocument/2006/relationships/image" Target="/ppt/media/image15.png" Id="R4315bf59f4fc4b2c" /><Relationship Type="http://schemas.openxmlformats.org/officeDocument/2006/relationships/image" Target="/ppt/media/image16.png" Id="R704e54c60f0240a7" /><Relationship Type="http://schemas.openxmlformats.org/officeDocument/2006/relationships/image" Target="/ppt/media/image17.png" Id="R889db45b9af14f9c" /><Relationship Type="http://schemas.openxmlformats.org/officeDocument/2006/relationships/notesSlide" Target="/ppt/notesSlides/notesSlide16.xml" Id="Re9d8f6a77291441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7d793a78c6d4cde" /><Relationship Type="http://schemas.openxmlformats.org/officeDocument/2006/relationships/image" Target="/ppt/media/image18.png" Id="R8952270a3f9e44e5" /><Relationship Type="http://schemas.openxmlformats.org/officeDocument/2006/relationships/image" Target="/ppt/media/image19.png" Id="Rdb2a1b9678f34c55" /><Relationship Type="http://schemas.openxmlformats.org/officeDocument/2006/relationships/image" Target="/ppt/media/image20.png" Id="Ra8815865b6f44847" /><Relationship Type="http://schemas.openxmlformats.org/officeDocument/2006/relationships/image" Target="/ppt/media/image21.png" Id="R1a8f2248e4ba440c" /><Relationship Type="http://schemas.openxmlformats.org/officeDocument/2006/relationships/notesSlide" Target="/ppt/notesSlides/notesSlide17.xml" Id="R961c997a9d1a4a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d9e314762234d58" /><Relationship Type="http://schemas.openxmlformats.org/officeDocument/2006/relationships/notesSlide" Target="/ppt/notesSlides/notesSlide18.xml" Id="Rba5026c0440945f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f7c8f3e1a524c5f" /><Relationship Type="http://schemas.openxmlformats.org/officeDocument/2006/relationships/notesSlide" Target="/ppt/notesSlides/notesSlide19.xml" Id="R6c774edceb984a0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9fbfaa236144ae2" /><Relationship Type="http://schemas.openxmlformats.org/officeDocument/2006/relationships/notesSlide" Target="/ppt/notesSlides/notesSlide20.xml" Id="Rc95c1e3069f24db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76e7e649184662" /><Relationship Type="http://schemas.openxmlformats.org/officeDocument/2006/relationships/notesSlide" Target="/ppt/notesSlides/notesSlide21.xml" Id="R0c012cf031774c2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e7daead62fc4665" /><Relationship Type="http://schemas.openxmlformats.org/officeDocument/2006/relationships/notesSlide" Target="/ppt/notesSlides/notesSlide22.xml" Id="Rb7990b463a80415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6fd9b4aef3b4490" /><Relationship Type="http://schemas.openxmlformats.org/officeDocument/2006/relationships/notesSlide" Target="/ppt/notesSlides/notesSlide23.xml" Id="R0c261d41c07f425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ba62a044ec4640" /><Relationship Type="http://schemas.openxmlformats.org/officeDocument/2006/relationships/notesSlide" Target="/ppt/notesSlides/notesSlide24.xml" Id="R455aca46ee69432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9ea67a10d5e4b61" /><Relationship Type="http://schemas.openxmlformats.org/officeDocument/2006/relationships/notesSlide" Target="/ppt/notesSlides/notesSlide25.xml" Id="Rfc04c147d79141e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33c271dcfd44c9c" /><Relationship Type="http://schemas.openxmlformats.org/officeDocument/2006/relationships/notesSlide" Target="/ppt/notesSlides/notesSlide26.xml" Id="Ra587272228ab432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2614bbd3994cdd" /><Relationship Type="http://schemas.openxmlformats.org/officeDocument/2006/relationships/notesSlide" Target="/ppt/notesSlides/notesSlide27.xml" Id="R31884a21fd15404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ec0ec779b004f18" /><Relationship Type="http://schemas.openxmlformats.org/officeDocument/2006/relationships/notesSlide" Target="/ppt/notesSlides/notesSlide28.xml" Id="Rdeff4de440854b0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dbbc49d40d4b0d" /><Relationship Type="http://schemas.openxmlformats.org/officeDocument/2006/relationships/notesSlide" Target="/ppt/notesSlides/notesSlide29.xml" Id="R952759aad8874d7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342bf644b14e58" /><Relationship Type="http://schemas.openxmlformats.org/officeDocument/2006/relationships/notesSlide" Target="/ppt/notesSlides/notesSlide30.xml" Id="R6bbd910f5f71452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9f661a95304b7c" /><Relationship Type="http://schemas.openxmlformats.org/officeDocument/2006/relationships/notesSlide" Target="/ppt/notesSlides/notesSlide31.xml" Id="Rfdfcaae7241940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576C01-EB9B-4156-9FF8-2A846B32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第1讲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1C6FE2-1DD7-45B7-A3FC-33150FFB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92354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36576" tIns="36576" rIns="36576" bIns="36576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AI 辅助科研导论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BE0D8D-B349-4930-A9C8-CC3104A4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讲师的角色：一起把研究判断做得可检查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B26436-8EC1-4076-A7D2-A720B4FDA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visual-2-0-TextBox 4">
            <a:extLst xmlns:a="http://schemas.openxmlformats.org/drawingml/2006/main">
              <a:ext uri="{FF2B5EF4-FFF2-40B4-BE49-F238E27FC236}">
                <a16:creationId xmlns:a16="http://schemas.microsoft.com/office/drawing/2014/main" id="{1021390A-E518-48DA-B427-63FDD9A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我能提供</a:t>
            </a:r>
          </a:p>
        </p:txBody>
      </p:sp>
      <p:sp>
        <p:nvSpPr>
          <p:cNvPr id="5" name="visual-2-1-TextBox 5">
            <a:extLst xmlns:a="http://schemas.openxmlformats.org/drawingml/2006/main">
              <a:ext uri="{FF2B5EF4-FFF2-40B4-BE49-F238E27FC236}">
                <a16:creationId xmlns:a16="http://schemas.microsoft.com/office/drawing/2014/main" id="{9011E339-FF46-4718-BB48-B1ACF823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研究方法与 AI/Agent 实践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真实失败与边界案例</a:t>
            </a:r>
          </a:p>
        </p:txBody>
      </p:sp>
      <p:sp>
        <p:nvSpPr>
          <p:cNvPr id="6" name="visual-2-2-TextBox 7">
            <a:extLst xmlns:a="http://schemas.openxmlformats.org/drawingml/2006/main">
              <a:ext uri="{FF2B5EF4-FFF2-40B4-BE49-F238E27FC236}">
                <a16:creationId xmlns:a16="http://schemas.microsoft.com/office/drawing/2014/main" id="{0DDF9949-89E1-4098-A203-392F22E6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你要带来</a:t>
            </a:r>
          </a:p>
        </p:txBody>
      </p:sp>
      <p:sp>
        <p:nvSpPr>
          <p:cNvPr id="7" name="visual-2-3-TextBox 8">
            <a:extLst xmlns:a="http://schemas.openxmlformats.org/drawingml/2006/main">
              <a:ext uri="{FF2B5EF4-FFF2-40B4-BE49-F238E27FC236}">
                <a16:creationId xmlns:a16="http://schemas.microsoft.com/office/drawing/2014/main" id="{FA525C12-35FF-42FB-9B0A-1BBB2D25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自己的问题与判断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愿意暴露一个不确定性</a:t>
            </a:r>
          </a:p>
        </p:txBody>
      </p:sp>
      <p:sp>
        <p:nvSpPr>
          <p:cNvPr id="8" name="visual-2-4-TextBox 9">
            <a:extLst xmlns:a="http://schemas.openxmlformats.org/drawingml/2006/main">
              <a:ext uri="{FF2B5EF4-FFF2-40B4-BE49-F238E27FC236}">
                <a16:creationId xmlns:a16="http://schemas.microsoft.com/office/drawing/2014/main" id="{8AC48C00-E220-46A0-8505-8F222516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76088"/>
            <a:ext cx="9015984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我们共同检查的是判断链，而不是谁用了更多工具。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9C3F1D-3491-47C7-B80F-800E97FB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这段 AI 输出现在是什么？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3BD1EF8-93BE-4D47-9E65-538D9D7E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visual-3-0-TextBox 4">
            <a:extLst xmlns:a="http://schemas.openxmlformats.org/drawingml/2006/main">
              <a:ext uri="{FF2B5EF4-FFF2-40B4-BE49-F238E27FC236}">
                <a16:creationId xmlns:a16="http://schemas.microsoft.com/office/drawing/2014/main" id="{A3D9B08F-DCDF-4007-B207-D3FA71CA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" y="4654296"/>
            <a:ext cx="211226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线索</a:t>
            </a:r>
          </a:p>
        </p:txBody>
      </p:sp>
      <p:sp>
        <p:nvSpPr>
          <p:cNvPr id="5" name="visual-3-1-TextBox 5">
            <a:extLst xmlns:a="http://schemas.openxmlformats.org/drawingml/2006/main">
              <a:ext uri="{FF2B5EF4-FFF2-40B4-BE49-F238E27FC236}">
                <a16:creationId xmlns:a16="http://schemas.microsoft.com/office/drawing/2014/main" id="{6F919F24-86C6-47DF-A045-9BD9D972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" y="5056632"/>
            <a:ext cx="2112263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尚未回源</a:t>
            </a:r>
          </a:p>
        </p:txBody>
      </p:sp>
      <p:sp>
        <p:nvSpPr>
          <p:cNvPr id="6" name="visual-3-2-TextBox 7">
            <a:extLst xmlns:a="http://schemas.openxmlformats.org/drawingml/2006/main">
              <a:ext uri="{FF2B5EF4-FFF2-40B4-BE49-F238E27FC236}">
                <a16:creationId xmlns:a16="http://schemas.microsoft.com/office/drawing/2014/main" id="{57ED3D7E-AE2F-4CD8-B8F2-92EC8292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3" y="4032504"/>
            <a:ext cx="211226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草稿</a:t>
            </a:r>
          </a:p>
        </p:txBody>
      </p:sp>
      <p:sp>
        <p:nvSpPr>
          <p:cNvPr id="7" name="visual-3-3-TextBox 8">
            <a:extLst xmlns:a="http://schemas.openxmlformats.org/drawingml/2006/main">
              <a:ext uri="{FF2B5EF4-FFF2-40B4-BE49-F238E27FC236}">
                <a16:creationId xmlns:a16="http://schemas.microsoft.com/office/drawing/2014/main" id="{0ADD8184-05D4-4E66-855D-A21A4259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83" y="4434840"/>
            <a:ext cx="2112263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可供修改</a:t>
            </a:r>
          </a:p>
        </p:txBody>
      </p:sp>
      <p:sp>
        <p:nvSpPr>
          <p:cNvPr id="8" name="visual-3-4-TextBox 10">
            <a:extLst xmlns:a="http://schemas.openxmlformats.org/drawingml/2006/main">
              <a:ext uri="{FF2B5EF4-FFF2-40B4-BE49-F238E27FC236}">
                <a16:creationId xmlns:a16="http://schemas.microsoft.com/office/drawing/2014/main" id="{DA0CF498-979A-4A0F-A98C-8506A602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410712"/>
            <a:ext cx="211226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候选证据</a:t>
            </a:r>
          </a:p>
        </p:txBody>
      </p:sp>
      <p:sp>
        <p:nvSpPr>
          <p:cNvPr id="9" name="visual-3-5-TextBox 11">
            <a:extLst xmlns:a="http://schemas.openxmlformats.org/drawingml/2006/main">
              <a:ext uri="{FF2B5EF4-FFF2-40B4-BE49-F238E27FC236}">
                <a16:creationId xmlns:a16="http://schemas.microsoft.com/office/drawing/2014/main" id="{E7BB9566-62C5-47FC-A208-697F6540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813048"/>
            <a:ext cx="2112263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已定位待核验</a:t>
            </a:r>
          </a:p>
        </p:txBody>
      </p:sp>
      <p:sp>
        <p:nvSpPr>
          <p:cNvPr id="10" name="visual-3-6-TextBox 13">
            <a:extLst xmlns:a="http://schemas.openxmlformats.org/drawingml/2006/main">
              <a:ext uri="{FF2B5EF4-FFF2-40B4-BE49-F238E27FC236}">
                <a16:creationId xmlns:a16="http://schemas.microsoft.com/office/drawing/2014/main" id="{59878F4C-EEA9-44A5-B5ED-D8CE07D3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399" y="2788920"/>
            <a:ext cx="211226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可提交结论</a:t>
            </a:r>
          </a:p>
        </p:txBody>
      </p:sp>
      <p:sp>
        <p:nvSpPr>
          <p:cNvPr id="11" name="visual-3-7-TextBox 14">
            <a:extLst xmlns:a="http://schemas.openxmlformats.org/drawingml/2006/main">
              <a:ext uri="{FF2B5EF4-FFF2-40B4-BE49-F238E27FC236}">
                <a16:creationId xmlns:a16="http://schemas.microsoft.com/office/drawing/2014/main" id="{529C938E-2681-432C-AEB0-567E171E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399" y="3191256"/>
            <a:ext cx="2112263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证据与边界成立</a:t>
            </a:r>
          </a:p>
        </p:txBody>
      </p:sp>
      <p:sp>
        <p:nvSpPr>
          <p:cNvPr id="12" name="visual-3-8-TextBox 15">
            <a:extLst xmlns:a="http://schemas.openxmlformats.org/drawingml/2006/main">
              <a:ext uri="{FF2B5EF4-FFF2-40B4-BE49-F238E27FC236}">
                <a16:creationId xmlns:a16="http://schemas.microsoft.com/office/drawing/2014/main" id="{0B277CD9-424D-46B2-9E4A-A9E335DB8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1252728"/>
            <a:ext cx="9381744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一段结构完整、带引用的 AI 回答，能否直接进入论文？</a:t>
            </a:r>
          </a:p>
        </p:txBody>
      </p:sp>
      <p:sp>
        <p:nvSpPr>
          <p:cNvPr id="13" name="visual-3-9-TextBox 16">
            <a:extLst xmlns:a="http://schemas.openxmlformats.org/drawingml/2006/main">
              <a:ext uri="{FF2B5EF4-FFF2-40B4-BE49-F238E27FC236}">
                <a16:creationId xmlns:a16="http://schemas.microsoft.com/office/drawing/2014/main" id="{674ACFB0-D3D2-4E55-835F-4695607E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705856"/>
            <a:ext cx="8833104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生成候选；研究者决定是否升级证据身份，并承担责任。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1A5FC8-1C33-4E88-81A6-760F4FEF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Nature 2026：完整论文出现了，高水平研究呢？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E50056-CD19-46FC-9B0B-42BEC17D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pic>
        <p:nvPicPr>
          <p:cNvPr id="26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97719f2fa42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2959" y="1344168"/>
            <a:ext cx="4586990" cy="3886200"/>
          </a:xfrm>
          <a:prstGeom xmlns:a="http://schemas.openxmlformats.org/drawingml/2006/main" prst="rect">
            <a:avLst/>
          </a:prstGeom>
        </p:spPr>
      </p:pic>
      <p:sp>
        <p:nvSpPr>
          <p:cNvPr id="16" name="visual-4-0-TextBox 6">
            <a:extLst xmlns:a="http://schemas.openxmlformats.org/drawingml/2006/main">
              <a:ext uri="{FF2B5EF4-FFF2-40B4-BE49-F238E27FC236}">
                <a16:creationId xmlns:a16="http://schemas.microsoft.com/office/drawing/2014/main" id="{CBADA4A6-7465-406F-96B1-04C6B72D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1225296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NATURE · 2026</a:t>
            </a:r>
          </a:p>
        </p:txBody>
      </p:sp>
      <p:sp>
        <p:nvSpPr>
          <p:cNvPr id="17" name="visual-4-1-TextBox 7">
            <a:extLst xmlns:a="http://schemas.openxmlformats.org/drawingml/2006/main">
              <a:ext uri="{FF2B5EF4-FFF2-40B4-BE49-F238E27FC236}">
                <a16:creationId xmlns:a16="http://schemas.microsoft.com/office/drawing/2014/main" id="{875542BF-9E4D-4EB4-A597-69B9674E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1828800"/>
            <a:ext cx="16002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 / 3</a:t>
            </a:r>
          </a:p>
        </p:txBody>
      </p:sp>
      <p:sp>
        <p:nvSpPr>
          <p:cNvPr id="18" name="visual-4-2-TextBox 8">
            <a:extLst xmlns:a="http://schemas.openxmlformats.org/drawingml/2006/main">
              <a:ext uri="{FF2B5EF4-FFF2-40B4-BE49-F238E27FC236}">
                <a16:creationId xmlns:a16="http://schemas.microsoft.com/office/drawing/2014/main" id="{24426484-AB03-4C35-80B9-E036BAF1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865376"/>
            <a:ext cx="352044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超过 workshop 平均接受阈值</a:t>
            </a:r>
          </a:p>
        </p:txBody>
      </p:sp>
      <p:sp>
        <p:nvSpPr>
          <p:cNvPr id="19" name="visual-4-3-TextBox 9">
            <a:extLst xmlns:a="http://schemas.openxmlformats.org/drawingml/2006/main">
              <a:ext uri="{FF2B5EF4-FFF2-40B4-BE49-F238E27FC236}">
                <a16:creationId xmlns:a16="http://schemas.microsoft.com/office/drawing/2014/main" id="{7033E72C-7216-4306-93E9-1D90888B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2788920"/>
            <a:ext cx="16002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6.33</a:t>
            </a:r>
          </a:p>
        </p:txBody>
      </p:sp>
      <p:sp>
        <p:nvSpPr>
          <p:cNvPr id="20" name="visual-4-4-TextBox 10">
            <a:extLst xmlns:a="http://schemas.openxmlformats.org/drawingml/2006/main">
              <a:ext uri="{FF2B5EF4-FFF2-40B4-BE49-F238E27FC236}">
                <a16:creationId xmlns:a16="http://schemas.microsoft.com/office/drawing/2014/main" id="{6CF0EAF9-7034-490A-8406-B12A9F8B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825496"/>
            <a:ext cx="352044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该稿件平均评审分</a:t>
            </a:r>
          </a:p>
        </p:txBody>
      </p:sp>
      <p:sp>
        <p:nvSpPr>
          <p:cNvPr id="21" name="visual-4-5-TextBox 11">
            <a:extLst xmlns:a="http://schemas.openxmlformats.org/drawingml/2006/main">
              <a:ext uri="{FF2B5EF4-FFF2-40B4-BE49-F238E27FC236}">
                <a16:creationId xmlns:a16="http://schemas.microsoft.com/office/drawing/2014/main" id="{F20D5A39-B1F5-4ED4-A6A5-7B5ED7F1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3749039"/>
            <a:ext cx="16002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 / 3</a:t>
            </a:r>
          </a:p>
        </p:txBody>
      </p:sp>
      <p:sp>
        <p:nvSpPr>
          <p:cNvPr id="22" name="visual-4-6-TextBox 12">
            <a:extLst xmlns:a="http://schemas.openxmlformats.org/drawingml/2006/main">
              <a:ext uri="{FF2B5EF4-FFF2-40B4-BE49-F238E27FC236}">
                <a16:creationId xmlns:a16="http://schemas.microsoft.com/office/drawing/2014/main" id="{1E3B2A39-4C9C-4433-B32B-2C854057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785615"/>
            <a:ext cx="352044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达到 ICLR 主会标准</a:t>
            </a:r>
          </a:p>
        </p:txBody>
      </p:sp>
      <p:sp>
        <p:nvSpPr>
          <p:cNvPr id="23" name="visual-4-7-TextBox 13">
            <a:extLst xmlns:a="http://schemas.openxmlformats.org/drawingml/2006/main">
              <a:ext uri="{FF2B5EF4-FFF2-40B4-BE49-F238E27FC236}">
                <a16:creationId xmlns:a16="http://schemas.microsoft.com/office/drawing/2014/main" id="{60CFFF03-8619-41BE-AEB9-D1C6E104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773168"/>
            <a:ext cx="516636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完整产物已经出现；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稳定的高水平研究质量仍未成立。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C1AF42A-0DE3-41C4-97E6-F5EE5C1B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新争论已经从“能不能做”转向“如何治理”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22DBA0-CB42-40E6-8B7F-E8493958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visual-5-0-TextBox 4">
            <a:extLst xmlns:a="http://schemas.openxmlformats.org/drawingml/2006/main">
              <a:ext uri="{FF2B5EF4-FFF2-40B4-BE49-F238E27FC236}">
                <a16:creationId xmlns:a16="http://schemas.microsoft.com/office/drawing/2014/main" id="{6F090B75-A1D1-4461-9F34-5B22A2C8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治理</a:t>
            </a:r>
          </a:p>
        </p:txBody>
      </p:sp>
      <p:sp>
        <p:nvSpPr>
          <p:cNvPr id="5" name="visual-5-1-TextBox 5">
            <a:extLst xmlns:a="http://schemas.openxmlformats.org/drawingml/2006/main">
              <a:ext uri="{FF2B5EF4-FFF2-40B4-BE49-F238E27FC236}">
                <a16:creationId xmlns:a16="http://schemas.microsoft.com/office/drawing/2014/main" id="{3971E40A-79B8-44FF-838C-6EA7E607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机构、资助方与出版方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需要透明与护栏</a:t>
            </a:r>
          </a:p>
        </p:txBody>
      </p:sp>
      <p:sp>
        <p:nvSpPr>
          <p:cNvPr id="6" name="visual-5-2-TextBox 7">
            <a:extLst xmlns:a="http://schemas.openxmlformats.org/drawingml/2006/main">
              <a:ext uri="{FF2B5EF4-FFF2-40B4-BE49-F238E27FC236}">
                <a16:creationId xmlns:a16="http://schemas.microsoft.com/office/drawing/2014/main" id="{BB1FAEB5-1B27-4C14-9E1D-498E0971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人类判断</a:t>
            </a:r>
          </a:p>
        </p:txBody>
      </p:sp>
      <p:sp>
        <p:nvSpPr>
          <p:cNvPr id="7" name="visual-5-3-TextBox 8">
            <a:extLst xmlns:a="http://schemas.openxmlformats.org/drawingml/2006/main">
              <a:ext uri="{FF2B5EF4-FFF2-40B4-BE49-F238E27FC236}">
                <a16:creationId xmlns:a16="http://schemas.microsoft.com/office/drawing/2014/main" id="{F805914E-E7C7-485A-9AC8-EEDD4064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问题框定、实验与指导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效率不等于洞见</a:t>
            </a:r>
          </a:p>
        </p:txBody>
      </p:sp>
      <p:sp>
        <p:nvSpPr>
          <p:cNvPr id="8" name="visual-5-4-TextBox 10">
            <a:extLst xmlns:a="http://schemas.openxmlformats.org/drawingml/2006/main">
              <a:ext uri="{FF2B5EF4-FFF2-40B4-BE49-F238E27FC236}">
                <a16:creationId xmlns:a16="http://schemas.microsoft.com/office/drawing/2014/main" id="{DA913004-6976-402F-97EC-A0555822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研究生态</a:t>
            </a:r>
          </a:p>
        </p:txBody>
      </p:sp>
      <p:sp>
        <p:nvSpPr>
          <p:cNvPr id="9" name="visual-5-5-TextBox 11">
            <a:extLst xmlns:a="http://schemas.openxmlformats.org/drawingml/2006/main">
              <a:ext uri="{FF2B5EF4-FFF2-40B4-BE49-F238E27FC236}">
                <a16:creationId xmlns:a16="http://schemas.microsoft.com/office/drawing/2014/main" id="{3EA167FA-9945-42D5-8C90-8AC623AE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速度与激励可能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放大方向趋同</a:t>
            </a:r>
          </a:p>
        </p:txBody>
      </p:sp>
      <p:sp>
        <p:nvSpPr>
          <p:cNvPr id="10" name="visual-5-6-TextBox 12">
            <a:extLst xmlns:a="http://schemas.openxmlformats.org/drawingml/2006/main">
              <a:ext uri="{FF2B5EF4-FFF2-40B4-BE49-F238E27FC236}">
                <a16:creationId xmlns:a16="http://schemas.microsoft.com/office/drawing/2014/main" id="{91FCF017-1D54-4017-BDF1-41DE19B5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33950"/>
            <a:ext cx="9382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课程要训练的不只是个人提速，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还包括对研究质量和生态后果的判断。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F6F610-F5A2-40A9-9B23-24286590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个人产出扩大，不等于科学整体探索范围扩大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473A40-D43D-44D4-BBBF-348948CC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pic>
        <p:nvPicPr>
          <p:cNvPr id="14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f7f3450754f9c"/>
          <a:srcRect xmlns:a="http://schemas.openxmlformats.org/drawingml/2006/main" l="0" t="10683" r="0" b="10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247" y="1435608"/>
            <a:ext cx="6263640" cy="3611880"/>
          </a:xfrm>
          <a:prstGeom xmlns:a="http://schemas.openxmlformats.org/drawingml/2006/main" prst="rect">
            <a:avLst/>
          </a:prstGeom>
        </p:spPr>
      </p:pic>
      <p:sp>
        <p:nvSpPr>
          <p:cNvPr id="10" name="visual-6-0-TextBox 6">
            <a:extLst xmlns:a="http://schemas.openxmlformats.org/drawingml/2006/main">
              <a:ext uri="{FF2B5EF4-FFF2-40B4-BE49-F238E27FC236}">
                <a16:creationId xmlns:a16="http://schemas.microsoft.com/office/drawing/2014/main" id="{1A83C53F-0B98-4B83-A00B-998BAEF9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1892808"/>
            <a:ext cx="309067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同时看两层</a:t>
            </a:r>
          </a:p>
        </p:txBody>
      </p:sp>
      <p:sp>
        <p:nvSpPr>
          <p:cNvPr id="11" name="visual-6-1-TextBox 7">
            <a:extLst xmlns:a="http://schemas.openxmlformats.org/drawingml/2006/main">
              <a:ext uri="{FF2B5EF4-FFF2-40B4-BE49-F238E27FC236}">
                <a16:creationId xmlns:a16="http://schemas.microsoft.com/office/drawing/2014/main" id="{CBFD8C92-CEA3-4513-85F4-41BA821E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416" y="2624328"/>
            <a:ext cx="3090672" cy="201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个体：产出与影响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集体：知识覆盖范围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边界：观察性关联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7EE5AE-AFFD-4C98-9507-FDF44256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当 AI 参与科研，这五件事还能保证吗？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0F29DE-7D1C-442F-BC07-C7F2C4F4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visual-7-0-TextBox 5">
            <a:extLst xmlns:a="http://schemas.openxmlformats.org/drawingml/2006/main">
              <a:ext uri="{FF2B5EF4-FFF2-40B4-BE49-F238E27FC236}">
                <a16:creationId xmlns:a16="http://schemas.microsoft.com/office/drawing/2014/main" id="{3E264F87-3B03-49DF-9718-F3CF9FE2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7-1-TextBox 6">
            <a:extLst xmlns:a="http://schemas.openxmlformats.org/drawingml/2006/main">
              <a:ext uri="{FF2B5EF4-FFF2-40B4-BE49-F238E27FC236}">
                <a16:creationId xmlns:a16="http://schemas.microsoft.com/office/drawing/2014/main" id="{66089945-6971-40BD-9515-4C0249D7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6" name="visual-7-2-TextBox 7">
            <a:extLst xmlns:a="http://schemas.openxmlformats.org/drawingml/2006/main">
              <a:ext uri="{FF2B5EF4-FFF2-40B4-BE49-F238E27FC236}">
                <a16:creationId xmlns:a16="http://schemas.microsoft.com/office/drawing/2014/main" id="{B5A3CD88-6CC6-4DE2-A5BE-0E17F7A6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仍由人定义？</a:t>
            </a:r>
          </a:p>
        </p:txBody>
      </p:sp>
      <p:sp>
        <p:nvSpPr>
          <p:cNvPr id="7" name="visual-7-3-TextBox 11">
            <a:extLst xmlns:a="http://schemas.openxmlformats.org/drawingml/2006/main">
              <a:ext uri="{FF2B5EF4-FFF2-40B4-BE49-F238E27FC236}">
                <a16:creationId xmlns:a16="http://schemas.microsoft.com/office/drawing/2014/main" id="{4E5282A9-0DEF-4F55-A567-739B534B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86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7-4-TextBox 12">
            <a:extLst xmlns:a="http://schemas.openxmlformats.org/drawingml/2006/main">
              <a:ext uri="{FF2B5EF4-FFF2-40B4-BE49-F238E27FC236}">
                <a16:creationId xmlns:a16="http://schemas.microsoft.com/office/drawing/2014/main" id="{84C76D55-8F9E-46F0-93C2-8BB2266D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9" name="visual-7-5-TextBox 13">
            <a:extLst xmlns:a="http://schemas.openxmlformats.org/drawingml/2006/main">
              <a:ext uri="{FF2B5EF4-FFF2-40B4-BE49-F238E27FC236}">
                <a16:creationId xmlns:a16="http://schemas.microsoft.com/office/drawing/2014/main" id="{8A66150C-C7CD-4C5C-9652-53C933EF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仍可核验？</a:t>
            </a:r>
          </a:p>
        </p:txBody>
      </p:sp>
      <p:sp>
        <p:nvSpPr>
          <p:cNvPr id="10" name="visual-7-6-TextBox 17">
            <a:extLst xmlns:a="http://schemas.openxmlformats.org/drawingml/2006/main">
              <a:ext uri="{FF2B5EF4-FFF2-40B4-BE49-F238E27FC236}">
                <a16:creationId xmlns:a16="http://schemas.microsoft.com/office/drawing/2014/main" id="{2E0D1D30-3B1E-4DBD-9B15-4183EA81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05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7-7-TextBox 18">
            <a:extLst xmlns:a="http://schemas.openxmlformats.org/drawingml/2006/main">
              <a:ext uri="{FF2B5EF4-FFF2-40B4-BE49-F238E27FC236}">
                <a16:creationId xmlns:a16="http://schemas.microsoft.com/office/drawing/2014/main" id="{A26CC689-81F7-4D45-B422-798D1F55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12" name="visual-7-8-TextBox 19">
            <a:extLst xmlns:a="http://schemas.openxmlformats.org/drawingml/2006/main">
              <a:ext uri="{FF2B5EF4-FFF2-40B4-BE49-F238E27FC236}">
                <a16:creationId xmlns:a16="http://schemas.microsoft.com/office/drawing/2014/main" id="{30F07ED9-585D-46F7-A9EB-0F4BAB47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仍受约束？</a:t>
            </a:r>
          </a:p>
        </p:txBody>
      </p:sp>
      <p:sp>
        <p:nvSpPr>
          <p:cNvPr id="13" name="visual-7-9-TextBox 23">
            <a:extLst xmlns:a="http://schemas.openxmlformats.org/drawingml/2006/main">
              <a:ext uri="{FF2B5EF4-FFF2-40B4-BE49-F238E27FC236}">
                <a16:creationId xmlns:a16="http://schemas.microsoft.com/office/drawing/2014/main" id="{0FF1F46B-BE28-4F7E-A3BC-9882E94D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24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7-10-TextBox 24">
            <a:extLst xmlns:a="http://schemas.openxmlformats.org/drawingml/2006/main">
              <a:ext uri="{FF2B5EF4-FFF2-40B4-BE49-F238E27FC236}">
                <a16:creationId xmlns:a16="http://schemas.microsoft.com/office/drawing/2014/main" id="{EC6DD8DA-6905-438D-8907-E9871DC7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5" name="visual-7-11-TextBox 25">
            <a:extLst xmlns:a="http://schemas.openxmlformats.org/drawingml/2006/main">
              <a:ext uri="{FF2B5EF4-FFF2-40B4-BE49-F238E27FC236}">
                <a16:creationId xmlns:a16="http://schemas.microsoft.com/office/drawing/2014/main" id="{F2FD6E98-D3B4-4525-9705-41467CBD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仍有边界？</a:t>
            </a:r>
          </a:p>
        </p:txBody>
      </p:sp>
      <p:sp>
        <p:nvSpPr>
          <p:cNvPr id="16" name="visual-7-12-TextBox 29">
            <a:extLst xmlns:a="http://schemas.openxmlformats.org/drawingml/2006/main">
              <a:ext uri="{FF2B5EF4-FFF2-40B4-BE49-F238E27FC236}">
                <a16:creationId xmlns:a16="http://schemas.microsoft.com/office/drawing/2014/main" id="{DCD2BF0D-1856-4043-8863-E5C5D167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43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" name="visual-7-13-TextBox 30">
            <a:extLst xmlns:a="http://schemas.openxmlformats.org/drawingml/2006/main">
              <a:ext uri="{FF2B5EF4-FFF2-40B4-BE49-F238E27FC236}">
                <a16:creationId xmlns:a16="http://schemas.microsoft.com/office/drawing/2014/main" id="{6C9D4B54-889E-4BA5-8158-BF5DC586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18" name="visual-7-14-TextBox 31">
            <a:extLst xmlns:a="http://schemas.openxmlformats.org/drawingml/2006/main">
              <a:ext uri="{FF2B5EF4-FFF2-40B4-BE49-F238E27FC236}">
                <a16:creationId xmlns:a16="http://schemas.microsoft.com/office/drawing/2014/main" id="{513563FC-AFD8-4789-BCA2-6E2FE39D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仍由人承担？</a:t>
            </a:r>
          </a:p>
        </p:txBody>
      </p:sp>
      <p:sp>
        <p:nvSpPr>
          <p:cNvPr id="19" name="visual-7-15-TextBox 32">
            <a:extLst xmlns:a="http://schemas.openxmlformats.org/drawingml/2006/main">
              <a:ext uri="{FF2B5EF4-FFF2-40B4-BE49-F238E27FC236}">
                <a16:creationId xmlns:a16="http://schemas.microsoft.com/office/drawing/2014/main" id="{0394AAAD-73DB-409B-BAC5-6673D4AD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如果无法回答，速度越快，错误累积越快。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8CFAB9-A9D8-4361-A6F2-D32053CD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课程用五个控制点回应这五个问题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5A53D9F-824B-4E88-B184-78BE85AA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visual-8-0-TextBox 5">
            <a:extLst xmlns:a="http://schemas.openxmlformats.org/drawingml/2006/main">
              <a:ext uri="{FF2B5EF4-FFF2-40B4-BE49-F238E27FC236}">
                <a16:creationId xmlns:a16="http://schemas.microsoft.com/office/drawing/2014/main" id="{1B8F6A7E-D1F4-4B29-8121-D52E11D9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8-1-TextBox 6">
            <a:extLst xmlns:a="http://schemas.openxmlformats.org/drawingml/2006/main">
              <a:ext uri="{FF2B5EF4-FFF2-40B4-BE49-F238E27FC236}">
                <a16:creationId xmlns:a16="http://schemas.microsoft.com/office/drawing/2014/main" id="{DA776B17-38F4-4980-8E02-2B732387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6" name="visual-8-2-TextBox 7">
            <a:extLst xmlns:a="http://schemas.openxmlformats.org/drawingml/2006/main">
              <a:ext uri="{FF2B5EF4-FFF2-40B4-BE49-F238E27FC236}">
                <a16:creationId xmlns:a16="http://schemas.microsoft.com/office/drawing/2014/main" id="{B659658F-EBF7-4777-B74B-8614414A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7" name="visual-8-3-TextBox 11">
            <a:extLst xmlns:a="http://schemas.openxmlformats.org/drawingml/2006/main">
              <a:ext uri="{FF2B5EF4-FFF2-40B4-BE49-F238E27FC236}">
                <a16:creationId xmlns:a16="http://schemas.microsoft.com/office/drawing/2014/main" id="{8D3FB083-75B3-45B0-BA98-94408588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86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8-4-TextBox 12">
            <a:extLst xmlns:a="http://schemas.openxmlformats.org/drawingml/2006/main">
              <a:ext uri="{FF2B5EF4-FFF2-40B4-BE49-F238E27FC236}">
                <a16:creationId xmlns:a16="http://schemas.microsoft.com/office/drawing/2014/main" id="{19EE7525-8FA6-4EAB-A730-3995FCC7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9" name="visual-8-5-TextBox 13">
            <a:extLst xmlns:a="http://schemas.openxmlformats.org/drawingml/2006/main">
              <a:ext uri="{FF2B5EF4-FFF2-40B4-BE49-F238E27FC236}">
                <a16:creationId xmlns:a16="http://schemas.microsoft.com/office/drawing/2014/main" id="{A70A1FBD-E147-4E16-8752-D0D7589C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来源与核验</a:t>
            </a:r>
          </a:p>
        </p:txBody>
      </p:sp>
      <p:sp>
        <p:nvSpPr>
          <p:cNvPr id="10" name="visual-8-6-TextBox 17">
            <a:extLst xmlns:a="http://schemas.openxmlformats.org/drawingml/2006/main">
              <a:ext uri="{FF2B5EF4-FFF2-40B4-BE49-F238E27FC236}">
                <a16:creationId xmlns:a16="http://schemas.microsoft.com/office/drawing/2014/main" id="{FD2F67FD-1218-4186-A34F-7046321E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05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8-7-TextBox 18">
            <a:extLst xmlns:a="http://schemas.openxmlformats.org/drawingml/2006/main">
              <a:ext uri="{FF2B5EF4-FFF2-40B4-BE49-F238E27FC236}">
                <a16:creationId xmlns:a16="http://schemas.microsoft.com/office/drawing/2014/main" id="{710FAD89-3033-4B45-B77A-4C8F46DB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行动</a:t>
            </a:r>
          </a:p>
        </p:txBody>
      </p:sp>
      <p:sp>
        <p:nvSpPr>
          <p:cNvPr id="12" name="visual-8-8-TextBox 19">
            <a:extLst xmlns:a="http://schemas.openxmlformats.org/drawingml/2006/main">
              <a:ext uri="{FF2B5EF4-FFF2-40B4-BE49-F238E27FC236}">
                <a16:creationId xmlns:a16="http://schemas.microsoft.com/office/drawing/2014/main" id="{CC436F13-B3CE-45B6-9FB5-2910368E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权限与确认</a:t>
            </a:r>
          </a:p>
        </p:txBody>
      </p:sp>
      <p:sp>
        <p:nvSpPr>
          <p:cNvPr id="13" name="visual-8-9-TextBox 23">
            <a:extLst xmlns:a="http://schemas.openxmlformats.org/drawingml/2006/main">
              <a:ext uri="{FF2B5EF4-FFF2-40B4-BE49-F238E27FC236}">
                <a16:creationId xmlns:a16="http://schemas.microsoft.com/office/drawing/2014/main" id="{335DF203-4FAF-4D56-B400-F62FF007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24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8-10-TextBox 24">
            <a:extLst xmlns:a="http://schemas.openxmlformats.org/drawingml/2006/main">
              <a:ext uri="{FF2B5EF4-FFF2-40B4-BE49-F238E27FC236}">
                <a16:creationId xmlns:a16="http://schemas.microsoft.com/office/drawing/2014/main" id="{DA5CB301-9F28-4B27-9768-B3EADAD2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15" name="visual-8-11-TextBox 25">
            <a:extLst xmlns:a="http://schemas.openxmlformats.org/drawingml/2006/main">
              <a:ext uri="{FF2B5EF4-FFF2-40B4-BE49-F238E27FC236}">
                <a16:creationId xmlns:a16="http://schemas.microsoft.com/office/drawing/2014/main" id="{52303E49-1127-4B03-94FD-4CD51E43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研究门与边界</a:t>
            </a:r>
          </a:p>
        </p:txBody>
      </p:sp>
      <p:sp>
        <p:nvSpPr>
          <p:cNvPr id="16" name="visual-8-12-TextBox 29">
            <a:extLst xmlns:a="http://schemas.openxmlformats.org/drawingml/2006/main">
              <a:ext uri="{FF2B5EF4-FFF2-40B4-BE49-F238E27FC236}">
                <a16:creationId xmlns:a16="http://schemas.microsoft.com/office/drawing/2014/main" id="{F0FE7BF4-5BDB-4BA6-AFE1-5D0A1DB5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43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" name="visual-8-13-TextBox 30">
            <a:extLst xmlns:a="http://schemas.openxmlformats.org/drawingml/2006/main">
              <a:ext uri="{FF2B5EF4-FFF2-40B4-BE49-F238E27FC236}">
                <a16:creationId xmlns:a16="http://schemas.microsoft.com/office/drawing/2014/main" id="{8202186C-9C99-4B39-BFC3-B5663BCF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>
        <p:nvSpPr>
          <p:cNvPr id="18" name="visual-8-14-TextBox 31">
            <a:extLst xmlns:a="http://schemas.openxmlformats.org/drawingml/2006/main">
              <a:ext uri="{FF2B5EF4-FFF2-40B4-BE49-F238E27FC236}">
                <a16:creationId xmlns:a16="http://schemas.microsoft.com/office/drawing/2014/main" id="{FAA508DC-CF37-406D-AE62-7FEDA10E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314700"/>
            <a:ext cx="16859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diff、日志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与披露</a:t>
            </a:r>
          </a:p>
        </p:txBody>
      </p:sp>
      <p:sp>
        <p:nvSpPr>
          <p:cNvPr id="19" name="visual-8-15-TextBox 32">
            <a:extLst xmlns:a="http://schemas.openxmlformats.org/drawingml/2006/main">
              <a:ext uri="{FF2B5EF4-FFF2-40B4-BE49-F238E27FC236}">
                <a16:creationId xmlns:a16="http://schemas.microsoft.com/office/drawing/2014/main" id="{AD9297AF-2B21-4D1F-8A8B-B55A7919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评价闭环质量，而不是工具数量。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1D2C54-7AF2-41C7-A250-7DF98D0A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 周后，你应拥有一个可继续发展的研究雏形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364233C-1915-429D-9F88-A677DB6A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visual-9-0-TextBox 5">
            <a:extLst xmlns:a="http://schemas.openxmlformats.org/drawingml/2006/main">
              <a:ext uri="{FF2B5EF4-FFF2-40B4-BE49-F238E27FC236}">
                <a16:creationId xmlns:a16="http://schemas.microsoft.com/office/drawing/2014/main" id="{153B453E-4065-42EE-8D04-A1469D27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9-1-TextBox 6">
            <a:extLst xmlns:a="http://schemas.openxmlformats.org/drawingml/2006/main">
              <a:ext uri="{FF2B5EF4-FFF2-40B4-BE49-F238E27FC236}">
                <a16:creationId xmlns:a16="http://schemas.microsoft.com/office/drawing/2014/main" id="{6684B3FE-3337-43FD-8F53-8D47699B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问题与证据</a:t>
            </a:r>
          </a:p>
        </p:txBody>
      </p:sp>
      <p:sp>
        <p:nvSpPr>
          <p:cNvPr id="6" name="visual-9-2-TextBox 7">
            <a:extLst xmlns:a="http://schemas.openxmlformats.org/drawingml/2006/main">
              <a:ext uri="{FF2B5EF4-FFF2-40B4-BE49-F238E27FC236}">
                <a16:creationId xmlns:a16="http://schemas.microsoft.com/office/drawing/2014/main" id="{2A047490-145A-4747-AB83-4542F4E7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为什么做</a:t>
            </a:r>
          </a:p>
        </p:txBody>
      </p:sp>
      <p:sp>
        <p:nvSpPr>
          <p:cNvPr id="7" name="visual-9-3-TextBox 11">
            <a:extLst xmlns:a="http://schemas.openxmlformats.org/drawingml/2006/main">
              <a:ext uri="{FF2B5EF4-FFF2-40B4-BE49-F238E27FC236}">
                <a16:creationId xmlns:a16="http://schemas.microsoft.com/office/drawing/2014/main" id="{B584FBE2-596A-42D6-A3FB-91082935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9-4-TextBox 12">
            <a:extLst xmlns:a="http://schemas.openxmlformats.org/drawingml/2006/main">
              <a:ext uri="{FF2B5EF4-FFF2-40B4-BE49-F238E27FC236}">
                <a16:creationId xmlns:a16="http://schemas.microsoft.com/office/drawing/2014/main" id="{225A1C57-C890-4FCC-A7CA-D646C4D6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判断与实验</a:t>
            </a:r>
          </a:p>
        </p:txBody>
      </p:sp>
      <p:sp>
        <p:nvSpPr>
          <p:cNvPr id="9" name="visual-9-5-TextBox 13">
            <a:extLst xmlns:a="http://schemas.openxmlformats.org/drawingml/2006/main">
              <a:ext uri="{FF2B5EF4-FFF2-40B4-BE49-F238E27FC236}">
                <a16:creationId xmlns:a16="http://schemas.microsoft.com/office/drawing/2014/main" id="{C9CAD48E-456E-40F3-8ED9-368C3421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如何改变判断</a:t>
            </a:r>
          </a:p>
        </p:txBody>
      </p:sp>
      <p:sp>
        <p:nvSpPr>
          <p:cNvPr id="10" name="visual-9-6-TextBox 17">
            <a:extLst xmlns:a="http://schemas.openxmlformats.org/drawingml/2006/main">
              <a:ext uri="{FF2B5EF4-FFF2-40B4-BE49-F238E27FC236}">
                <a16:creationId xmlns:a16="http://schemas.microsoft.com/office/drawing/2014/main" id="{3F0749A8-9A07-4C1A-8400-65E4657E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9-7-TextBox 18">
            <a:extLst xmlns:a="http://schemas.openxmlformats.org/drawingml/2006/main">
              <a:ext uri="{FF2B5EF4-FFF2-40B4-BE49-F238E27FC236}">
                <a16:creationId xmlns:a16="http://schemas.microsoft.com/office/drawing/2014/main" id="{87015E03-ACCF-43C6-BA04-5F2CAA2E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工作流与评价</a:t>
            </a:r>
          </a:p>
        </p:txBody>
      </p:sp>
      <p:sp>
        <p:nvSpPr>
          <p:cNvPr id="12" name="visual-9-8-TextBox 19">
            <a:extLst xmlns:a="http://schemas.openxmlformats.org/drawingml/2006/main">
              <a:ext uri="{FF2B5EF4-FFF2-40B4-BE49-F238E27FC236}">
                <a16:creationId xmlns:a16="http://schemas.microsoft.com/office/drawing/2014/main" id="{2BD1E206-C030-4DA9-82FF-787AFA2E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如何受控执行</a:t>
            </a:r>
          </a:p>
        </p:txBody>
      </p:sp>
      <p:sp>
        <p:nvSpPr>
          <p:cNvPr id="13" name="visual-9-9-TextBox 23">
            <a:extLst xmlns:a="http://schemas.openxmlformats.org/drawingml/2006/main">
              <a:ext uri="{FF2B5EF4-FFF2-40B4-BE49-F238E27FC236}">
                <a16:creationId xmlns:a16="http://schemas.microsoft.com/office/drawing/2014/main" id="{C3B9D8CA-F0BA-49A6-A956-5ABF5276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9-10-TextBox 24">
            <a:extLst xmlns:a="http://schemas.openxmlformats.org/drawingml/2006/main">
              <a:ext uri="{FF2B5EF4-FFF2-40B4-BE49-F238E27FC236}">
                <a16:creationId xmlns:a16="http://schemas.microsoft.com/office/drawing/2014/main" id="{F1A69D24-DBB2-40FC-9C26-EE8FA01B4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论证与披露</a:t>
            </a:r>
          </a:p>
        </p:txBody>
      </p:sp>
      <p:sp>
        <p:nvSpPr>
          <p:cNvPr id="15" name="visual-9-11-TextBox 25">
            <a:extLst xmlns:a="http://schemas.openxmlformats.org/drawingml/2006/main">
              <a:ext uri="{FF2B5EF4-FFF2-40B4-BE49-F238E27FC236}">
                <a16:creationId xmlns:a16="http://schemas.microsoft.com/office/drawing/2014/main" id="{AC487922-7FD9-4DE9-A28B-770137E2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如何被复核</a:t>
            </a:r>
          </a:p>
        </p:txBody>
      </p:sp>
      <p:sp>
        <p:nvSpPr>
          <p:cNvPr id="16" name="visual-9-12-TextBox 26">
            <a:extLst xmlns:a="http://schemas.openxmlformats.org/drawingml/2006/main">
              <a:ext uri="{FF2B5EF4-FFF2-40B4-BE49-F238E27FC236}">
                <a16:creationId xmlns:a16="http://schemas.microsoft.com/office/drawing/2014/main" id="{82CF0381-DAE7-4E83-91DA-D5E69ED3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所有练习持续回写同一个个人项目；没有每周正式作业。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A0BE75-29FE-4730-A0CD-52C57C63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项目个人完成；反馈关系分两层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7F159A-D759-4237-BACC-B93BBCC2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visual-10-0-TextBox 4">
            <a:extLst xmlns:a="http://schemas.openxmlformats.org/drawingml/2006/main">
              <a:ext uri="{FF2B5EF4-FFF2-40B4-BE49-F238E27FC236}">
                <a16:creationId xmlns:a16="http://schemas.microsoft.com/office/drawing/2014/main" id="{AEB3F320-3C18-4D43-A330-A3644DBE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临时结对｜第 1–2 课</a:t>
            </a:r>
          </a:p>
        </p:txBody>
      </p:sp>
      <p:sp>
        <p:nvSpPr>
          <p:cNvPr id="5" name="visual-10-1-TextBox 5">
            <a:extLst xmlns:a="http://schemas.openxmlformats.org/drawingml/2006/main">
              <a:ext uri="{FF2B5EF4-FFF2-40B4-BE49-F238E27FC236}">
                <a16:creationId xmlns:a16="http://schemas.microsoft.com/office/drawing/2014/main" id="{AC24850B-E2CB-47B5-A0F0-D2E67CE0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低成本交换理由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不组队、不共同提交</a:t>
            </a:r>
          </a:p>
        </p:txBody>
      </p:sp>
      <p:sp>
        <p:nvSpPr>
          <p:cNvPr id="6" name="visual-10-2-TextBox 7">
            <a:extLst xmlns:a="http://schemas.openxmlformats.org/drawingml/2006/main">
              <a:ext uri="{FF2B5EF4-FFF2-40B4-BE49-F238E27FC236}">
                <a16:creationId xmlns:a16="http://schemas.microsoft.com/office/drawing/2014/main" id="{CC5C33A9-CDF9-4252-ADC2-9B99B402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固定同伴组｜第 6 课前</a:t>
            </a:r>
          </a:p>
        </p:txBody>
      </p:sp>
      <p:sp>
        <p:nvSpPr>
          <p:cNvPr id="7" name="visual-10-3-TextBox 8">
            <a:extLst xmlns:a="http://schemas.openxmlformats.org/drawingml/2006/main">
              <a:ext uri="{FF2B5EF4-FFF2-40B4-BE49-F238E27FC236}">
                <a16:creationId xmlns:a16="http://schemas.microsoft.com/office/drawing/2014/main" id="{586BE9C6-C685-4F93-9DB3-5547D472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3–4 人长期互查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组内可轮换两人反馈</a:t>
            </a:r>
          </a:p>
        </p:txBody>
      </p:sp>
      <p:sp>
        <p:nvSpPr>
          <p:cNvPr id="8" name="visual-10-4-TextBox 9">
            <a:extLst xmlns:a="http://schemas.openxmlformats.org/drawingml/2006/main">
              <a:ext uri="{FF2B5EF4-FFF2-40B4-BE49-F238E27FC236}">
                <a16:creationId xmlns:a16="http://schemas.microsoft.com/office/drawing/2014/main" id="{A8D5B72E-22CF-48FA-B42D-95CBB2FC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76088"/>
            <a:ext cx="9015984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反馈者提出问题；作者决定是否采纳，并独立承担项目责任。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B52F96-BA5A-488E-9048-9EA98DFB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评分看四种能力，不看 AI 使用量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F7364B-14C5-420D-A546-09B09B0B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visual-11-0-TextBox 3">
            <a:extLst xmlns:a="http://schemas.openxmlformats.org/drawingml/2006/main">
              <a:ext uri="{FF2B5EF4-FFF2-40B4-BE49-F238E27FC236}">
                <a16:creationId xmlns:a16="http://schemas.microsoft.com/office/drawing/2014/main" id="{939DEF8F-5229-4364-A357-5620DC17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08176"/>
            <a:ext cx="23317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文献与问题定位</a:t>
            </a:r>
          </a:p>
        </p:txBody>
      </p:sp>
      <p:sp>
        <p:nvSpPr>
          <p:cNvPr id="5" name="visual-11-1-TextBox 6">
            <a:extLst xmlns:a="http://schemas.openxmlformats.org/drawingml/2006/main">
              <a:ext uri="{FF2B5EF4-FFF2-40B4-BE49-F238E27FC236}">
                <a16:creationId xmlns:a16="http://schemas.microsoft.com/office/drawing/2014/main" id="{30330913-8F2C-4173-AA59-CE4901E5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1389888"/>
            <a:ext cx="658368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25%</a:t>
            </a:r>
          </a:p>
        </p:txBody>
      </p:sp>
      <p:sp>
        <p:nvSpPr>
          <p:cNvPr id="6" name="visual-11-2-TextBox 7">
            <a:extLst xmlns:a="http://schemas.openxmlformats.org/drawingml/2006/main">
              <a:ext uri="{FF2B5EF4-FFF2-40B4-BE49-F238E27FC236}">
                <a16:creationId xmlns:a16="http://schemas.microsoft.com/office/drawing/2014/main" id="{301E73BC-11C8-461D-8C3B-C5CFE449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536" y="1810512"/>
            <a:ext cx="7498079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问题—证据关系</a:t>
            </a:r>
          </a:p>
        </p:txBody>
      </p:sp>
      <p:sp>
        <p:nvSpPr>
          <p:cNvPr id="7" name="visual-11-3-TextBox 8">
            <a:extLst xmlns:a="http://schemas.openxmlformats.org/drawingml/2006/main">
              <a:ext uri="{FF2B5EF4-FFF2-40B4-BE49-F238E27FC236}">
                <a16:creationId xmlns:a16="http://schemas.microsoft.com/office/drawing/2014/main" id="{43D99758-9FDC-4C12-B9A2-2936C388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86000"/>
            <a:ext cx="23317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实验与可复现性</a:t>
            </a:r>
          </a:p>
        </p:txBody>
      </p:sp>
      <p:sp>
        <p:nvSpPr>
          <p:cNvPr id="8" name="visual-11-4-TextBox 11">
            <a:extLst xmlns:a="http://schemas.openxmlformats.org/drawingml/2006/main">
              <a:ext uri="{FF2B5EF4-FFF2-40B4-BE49-F238E27FC236}">
                <a16:creationId xmlns:a16="http://schemas.microsoft.com/office/drawing/2014/main" id="{7C6B7175-A1D1-4A73-A205-3E44147B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267712"/>
            <a:ext cx="658368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30%</a:t>
            </a:r>
          </a:p>
        </p:txBody>
      </p:sp>
      <p:sp>
        <p:nvSpPr>
          <p:cNvPr id="9" name="visual-11-5-TextBox 12">
            <a:extLst xmlns:a="http://schemas.openxmlformats.org/drawingml/2006/main">
              <a:ext uri="{FF2B5EF4-FFF2-40B4-BE49-F238E27FC236}">
                <a16:creationId xmlns:a16="http://schemas.microsoft.com/office/drawing/2014/main" id="{5B79F393-0D9C-48AA-BE10-E966356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536" y="2688336"/>
            <a:ext cx="7498079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协议—结果关系</a:t>
            </a:r>
          </a:p>
        </p:txBody>
      </p:sp>
      <p:sp>
        <p:nvSpPr>
          <p:cNvPr id="10" name="visual-11-6-TextBox 13">
            <a:extLst xmlns:a="http://schemas.openxmlformats.org/drawingml/2006/main">
              <a:ext uri="{FF2B5EF4-FFF2-40B4-BE49-F238E27FC236}">
                <a16:creationId xmlns:a16="http://schemas.microsoft.com/office/drawing/2014/main" id="{61F40C06-BCC4-4F16-91CF-3270B801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63824"/>
            <a:ext cx="23317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原型与 Agent Workflow</a:t>
            </a:r>
          </a:p>
        </p:txBody>
      </p:sp>
      <p:sp>
        <p:nvSpPr>
          <p:cNvPr id="11" name="visual-11-7-TextBox 16">
            <a:extLst xmlns:a="http://schemas.openxmlformats.org/drawingml/2006/main">
              <a:ext uri="{FF2B5EF4-FFF2-40B4-BE49-F238E27FC236}">
                <a16:creationId xmlns:a16="http://schemas.microsoft.com/office/drawing/2014/main" id="{808CC395-BCE4-4D5E-8928-9BEFD796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145536"/>
            <a:ext cx="658368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25%</a:t>
            </a:r>
          </a:p>
        </p:txBody>
      </p:sp>
      <p:sp>
        <p:nvSpPr>
          <p:cNvPr id="12" name="visual-11-8-TextBox 17">
            <a:extLst xmlns:a="http://schemas.openxmlformats.org/drawingml/2006/main">
              <a:ext uri="{FF2B5EF4-FFF2-40B4-BE49-F238E27FC236}">
                <a16:creationId xmlns:a16="http://schemas.microsoft.com/office/drawing/2014/main" id="{B86A329B-F005-455A-8B52-75B51FD4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536" y="3566160"/>
            <a:ext cx="7498079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任务—权限—评价关系</a:t>
            </a:r>
          </a:p>
        </p:txBody>
      </p:sp>
      <p:sp>
        <p:nvSpPr>
          <p:cNvPr id="13" name="visual-11-9-TextBox 18">
            <a:extLst xmlns:a="http://schemas.openxmlformats.org/drawingml/2006/main">
              <a:ext uri="{FF2B5EF4-FFF2-40B4-BE49-F238E27FC236}">
                <a16:creationId xmlns:a16="http://schemas.microsoft.com/office/drawing/2014/main" id="{EC3DB771-7337-436C-8E8F-AEEEF90E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41648"/>
            <a:ext cx="2331720" cy="420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表达、伦理与复盘</a:t>
            </a:r>
          </a:p>
        </p:txBody>
      </p:sp>
      <p:sp>
        <p:nvSpPr>
          <p:cNvPr id="14" name="visual-11-10-TextBox 21">
            <a:extLst xmlns:a="http://schemas.openxmlformats.org/drawingml/2006/main">
              <a:ext uri="{FF2B5EF4-FFF2-40B4-BE49-F238E27FC236}">
                <a16:creationId xmlns:a16="http://schemas.microsoft.com/office/drawing/2014/main" id="{DA379C81-8FAF-4A98-A385-7909A7E4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4023360"/>
            <a:ext cx="658368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20%</a:t>
            </a:r>
          </a:p>
        </p:txBody>
      </p:sp>
      <p:sp>
        <p:nvSpPr>
          <p:cNvPr id="15" name="visual-11-11-TextBox 22">
            <a:extLst xmlns:a="http://schemas.openxmlformats.org/drawingml/2006/main">
              <a:ext uri="{FF2B5EF4-FFF2-40B4-BE49-F238E27FC236}">
                <a16:creationId xmlns:a16="http://schemas.microsoft.com/office/drawing/2014/main" id="{95C02935-C57E-4EB8-9F91-BDF963AB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536" y="4443984"/>
            <a:ext cx="7498079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结论—来源—责任关系</a:t>
            </a:r>
          </a:p>
        </p:txBody>
      </p:sp>
      <p:sp>
        <p:nvSpPr>
          <p:cNvPr id="16" name="visual-11-12-TextBox 23">
            <a:extLst xmlns:a="http://schemas.openxmlformats.org/drawingml/2006/main">
              <a:ext uri="{FF2B5EF4-FFF2-40B4-BE49-F238E27FC236}">
                <a16:creationId xmlns:a16="http://schemas.microsoft.com/office/drawing/2014/main" id="{3436B07A-D54D-404E-9393-91F5E696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093208"/>
            <a:ext cx="9198863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卓越 / 达标 / 待改 / 不达标均以可观察工件判断；课程不承诺论文发表。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8F8F92-B339-4783-A1F4-965A2DDC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先区分任务、执行环境与模型后端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E634FB-EF66-4FFA-91A8-839BF6F1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visual-12-0-TextBox 4">
            <a:extLst xmlns:a="http://schemas.openxmlformats.org/drawingml/2006/main">
              <a:ext uri="{FF2B5EF4-FFF2-40B4-BE49-F238E27FC236}">
                <a16:creationId xmlns:a16="http://schemas.microsoft.com/office/drawing/2014/main" id="{2A9C3A65-F8D0-4BEB-9246-D1B27990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研究任务与边界</a:t>
            </a:r>
          </a:p>
        </p:txBody>
      </p:sp>
      <p:sp>
        <p:nvSpPr>
          <p:cNvPr id="5" name="visual-12-1-TextBox 5">
            <a:extLst xmlns:a="http://schemas.openxmlformats.org/drawingml/2006/main">
              <a:ext uri="{FF2B5EF4-FFF2-40B4-BE49-F238E27FC236}">
                <a16:creationId xmlns:a16="http://schemas.microsoft.com/office/drawing/2014/main" id="{7AF3A7EA-CD41-43B5-9E1C-58920A6F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问题、输入、输出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权限与人工确认</a:t>
            </a:r>
          </a:p>
        </p:txBody>
      </p:sp>
      <p:sp>
        <p:nvSpPr>
          <p:cNvPr id="6" name="visual-12-2-TextBox 7">
            <a:extLst xmlns:a="http://schemas.openxmlformats.org/drawingml/2006/main">
              <a:ext uri="{FF2B5EF4-FFF2-40B4-BE49-F238E27FC236}">
                <a16:creationId xmlns:a16="http://schemas.microsoft.com/office/drawing/2014/main" id="{A19C1481-8B6C-4A13-87A5-6B88D717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执行环境 / harness</a:t>
            </a:r>
          </a:p>
        </p:txBody>
      </p:sp>
      <p:sp>
        <p:nvSpPr>
          <p:cNvPr id="7" name="visual-12-3-TextBox 8">
            <a:extLst xmlns:a="http://schemas.openxmlformats.org/drawingml/2006/main">
              <a:ext uri="{FF2B5EF4-FFF2-40B4-BE49-F238E27FC236}">
                <a16:creationId xmlns:a16="http://schemas.microsoft.com/office/drawing/2014/main" id="{5FB27D47-C738-48D7-BD3A-F63E7C8C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3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OpenCode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Claude Code / Codex</a:t>
            </a:r>
          </a:p>
        </p:txBody>
      </p:sp>
      <p:sp>
        <p:nvSpPr>
          <p:cNvPr id="8" name="visual-12-4-TextBox 10">
            <a:extLst xmlns:a="http://schemas.openxmlformats.org/drawingml/2006/main">
              <a:ext uri="{FF2B5EF4-FFF2-40B4-BE49-F238E27FC236}">
                <a16:creationId xmlns:a16="http://schemas.microsoft.com/office/drawing/2014/main" id="{BE71911F-5C12-4089-93DB-F81B601ED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728216"/>
            <a:ext cx="2907792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模型后端</a:t>
            </a:r>
          </a:p>
        </p:txBody>
      </p:sp>
      <p:sp>
        <p:nvSpPr>
          <p:cNvPr id="9" name="visual-12-5-TextBox 11">
            <a:extLst xmlns:a="http://schemas.openxmlformats.org/drawingml/2006/main">
              <a:ext uri="{FF2B5EF4-FFF2-40B4-BE49-F238E27FC236}">
                <a16:creationId xmlns:a16="http://schemas.microsoft.com/office/drawing/2014/main" id="{432DE234-7BD4-43B0-9619-2ECEAFFA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2441448"/>
            <a:ext cx="2907792" cy="199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DeepSeek / Qwen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其他合规模型</a:t>
            </a:r>
          </a:p>
        </p:txBody>
      </p:sp>
      <p:sp>
        <p:nvSpPr>
          <p:cNvPr id="10" name="visual-12-6-TextBox 12">
            <a:extLst xmlns:a="http://schemas.openxmlformats.org/drawingml/2006/main">
              <a:ext uri="{FF2B5EF4-FFF2-40B4-BE49-F238E27FC236}">
                <a16:creationId xmlns:a16="http://schemas.microsoft.com/office/drawing/2014/main" id="{6F9188C2-92A3-4FD1-B5EF-33373663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5093208"/>
            <a:ext cx="9381744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课堂材料只用公开或虚构内容；不扩大权限、不外发受限材料。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DE71A2-36A9-487C-8DFD-83122D94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报告是产物；研究是可检查的过程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DA1A63-5CB1-4AB2-A400-9BE398E3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2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b964fef1b40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87198" y="1892808"/>
            <a:ext cx="1481267" cy="1938528"/>
          </a:xfrm>
          <a:prstGeom xmlns:a="http://schemas.openxmlformats.org/drawingml/2006/main" prst="rect">
            <a:avLst/>
          </a:prstGeom>
        </p:spPr>
      </p:pic>
      <p:pic>
        <p:nvPicPr>
          <p:cNvPr id="26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82140ba5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44196" y="1892808"/>
            <a:ext cx="2176646" cy="1938528"/>
          </a:xfrm>
          <a:prstGeom xmlns:a="http://schemas.openxmlformats.org/drawingml/2006/main" prst="rect">
            <a:avLst/>
          </a:prstGeom>
        </p:spPr>
      </p:pic>
      <p:sp>
        <p:nvSpPr>
          <p:cNvPr id="18" name="visual-13-0-TextBox 5">
            <a:extLst xmlns:a="http://schemas.openxmlformats.org/drawingml/2006/main">
              <a:ext uri="{FF2B5EF4-FFF2-40B4-BE49-F238E27FC236}">
                <a16:creationId xmlns:a16="http://schemas.microsoft.com/office/drawing/2014/main" id="{EAAAEF83-C1B2-4C2C-97EC-8F786024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560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漂亮报告</a:t>
            </a:r>
          </a:p>
        </p:txBody>
      </p:sp>
      <p:sp>
        <p:nvSpPr>
          <p:cNvPr id="19" name="visual-13-1-TextBox 7">
            <a:extLst xmlns:a="http://schemas.openxmlformats.org/drawingml/2006/main">
              <a:ext uri="{FF2B5EF4-FFF2-40B4-BE49-F238E27FC236}">
                <a16:creationId xmlns:a16="http://schemas.microsoft.com/office/drawing/2014/main" id="{88F03DF5-903E-4884-9C0D-267EC8FD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3931920"/>
            <a:ext cx="4498848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结构完整、引用很多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但定义、对照与反例不清</a:t>
            </a:r>
          </a:p>
        </p:txBody>
      </p:sp>
      <p:sp>
        <p:nvSpPr>
          <p:cNvPr id="20" name="visual-13-2-TextBox 10">
            <a:extLst xmlns:a="http://schemas.openxmlformats.org/drawingml/2006/main">
              <a:ext uri="{FF2B5EF4-FFF2-40B4-BE49-F238E27FC236}">
                <a16:creationId xmlns:a16="http://schemas.microsoft.com/office/drawing/2014/main" id="{B6DC6DCB-1588-43EA-B076-85F9C803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435608"/>
            <a:ext cx="157276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研究闭环</a:t>
            </a:r>
          </a:p>
        </p:txBody>
      </p:sp>
      <p:sp>
        <p:nvSpPr>
          <p:cNvPr id="21" name="visual-13-3-TextBox 12">
            <a:extLst xmlns:a="http://schemas.openxmlformats.org/drawingml/2006/main">
              <a:ext uri="{FF2B5EF4-FFF2-40B4-BE49-F238E27FC236}">
                <a16:creationId xmlns:a16="http://schemas.microsoft.com/office/drawing/2014/main" id="{5C762EE0-631D-4020-A805-585C6737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5" y="3931920"/>
            <a:ext cx="4498848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问题可检验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证据—判断—实验—边界可追溯</a:t>
            </a:r>
          </a:p>
        </p:txBody>
      </p:sp>
      <p:sp>
        <p:nvSpPr>
          <p:cNvPr id="22" name="visual-13-4-TextBox 14">
            <a:extLst xmlns:a="http://schemas.openxmlformats.org/drawingml/2006/main">
              <a:ext uri="{FF2B5EF4-FFF2-40B4-BE49-F238E27FC236}">
                <a16:creationId xmlns:a16="http://schemas.microsoft.com/office/drawing/2014/main" id="{B209BE09-D6DA-4B5F-A835-2369A430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5248656"/>
            <a:ext cx="8741663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完整外观不能替代可被反驳、复现和审计的过程。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27FAE38-91FF-45E6-94EB-AD782515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八阶段只用来定位：现在在改什么？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F51BB8-67B9-4E60-9399-DA793076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visual-14-0-TextBox 4">
            <a:extLst xmlns:a="http://schemas.openxmlformats.org/drawingml/2006/main">
              <a:ext uri="{FF2B5EF4-FFF2-40B4-BE49-F238E27FC236}">
                <a16:creationId xmlns:a16="http://schemas.microsoft.com/office/drawing/2014/main" id="{D9795BDA-3476-4860-9AD5-129F8A26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152704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14-1-TextBox 5">
            <a:extLst xmlns:a="http://schemas.openxmlformats.org/drawingml/2006/main">
              <a:ext uri="{FF2B5EF4-FFF2-40B4-BE49-F238E27FC236}">
                <a16:creationId xmlns:a16="http://schemas.microsoft.com/office/drawing/2014/main" id="{6BD8BCCB-123A-43BC-8E28-E75D4DD1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39" y="150876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6" name="visual-14-2-TextBox 7">
            <a:extLst xmlns:a="http://schemas.openxmlformats.org/drawingml/2006/main">
              <a:ext uri="{FF2B5EF4-FFF2-40B4-BE49-F238E27FC236}">
                <a16:creationId xmlns:a16="http://schemas.microsoft.com/office/drawing/2014/main" id="{9542D444-31B2-48DE-80D0-BA97AEF6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52704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7" name="visual-14-3-TextBox 8">
            <a:extLst xmlns:a="http://schemas.openxmlformats.org/drawingml/2006/main">
              <a:ext uri="{FF2B5EF4-FFF2-40B4-BE49-F238E27FC236}">
                <a16:creationId xmlns:a16="http://schemas.microsoft.com/office/drawing/2014/main" id="{C42FE1A9-888E-455D-BD29-1946B9B5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50876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8" name="visual-14-4-TextBox 10">
            <a:extLst xmlns:a="http://schemas.openxmlformats.org/drawingml/2006/main">
              <a:ext uri="{FF2B5EF4-FFF2-40B4-BE49-F238E27FC236}">
                <a16:creationId xmlns:a16="http://schemas.microsoft.com/office/drawing/2014/main" id="{C884C958-1804-4216-93CB-FB15BF39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152704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9" name="visual-14-5-TextBox 11">
            <a:extLst xmlns:a="http://schemas.openxmlformats.org/drawingml/2006/main">
              <a:ext uri="{FF2B5EF4-FFF2-40B4-BE49-F238E27FC236}">
                <a16:creationId xmlns:a16="http://schemas.microsoft.com/office/drawing/2014/main" id="{DF14F633-072A-48C1-ACED-A68667ED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59" y="150876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10" name="visual-14-6-TextBox 13">
            <a:extLst xmlns:a="http://schemas.openxmlformats.org/drawingml/2006/main">
              <a:ext uri="{FF2B5EF4-FFF2-40B4-BE49-F238E27FC236}">
                <a16:creationId xmlns:a16="http://schemas.microsoft.com/office/drawing/2014/main" id="{04DC5F79-9AC9-4961-9D4D-59B5BA8D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52704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1" name="visual-14-7-TextBox 14">
            <a:extLst xmlns:a="http://schemas.openxmlformats.org/drawingml/2006/main">
              <a:ext uri="{FF2B5EF4-FFF2-40B4-BE49-F238E27FC236}">
                <a16:creationId xmlns:a16="http://schemas.microsoft.com/office/drawing/2014/main" id="{E5650371-FA10-415F-9D69-809136BA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19" y="150876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sp>
        <p:nvSpPr>
          <p:cNvPr id="12" name="visual-14-8-TextBox 16">
            <a:extLst xmlns:a="http://schemas.openxmlformats.org/drawingml/2006/main">
              <a:ext uri="{FF2B5EF4-FFF2-40B4-BE49-F238E27FC236}">
                <a16:creationId xmlns:a16="http://schemas.microsoft.com/office/drawing/2014/main" id="{D149E8B6-8492-44D6-956C-BE4974DC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03580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3" name="visual-14-9-TextBox 17">
            <a:extLst xmlns:a="http://schemas.openxmlformats.org/drawingml/2006/main">
              <a:ext uri="{FF2B5EF4-FFF2-40B4-BE49-F238E27FC236}">
                <a16:creationId xmlns:a16="http://schemas.microsoft.com/office/drawing/2014/main" id="{2F6BB5A4-29F0-497F-BEA7-88DF6EF7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39" y="301752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证据整理</a:t>
            </a:r>
          </a:p>
        </p:txBody>
      </p:sp>
      <p:sp>
        <p:nvSpPr>
          <p:cNvPr id="14" name="visual-14-10-TextBox 19">
            <a:extLst xmlns:a="http://schemas.openxmlformats.org/drawingml/2006/main">
              <a:ext uri="{FF2B5EF4-FFF2-40B4-BE49-F238E27FC236}">
                <a16:creationId xmlns:a16="http://schemas.microsoft.com/office/drawing/2014/main" id="{58BB36EC-22A2-4477-AB12-6A5A206A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303580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5" name="visual-14-11-TextBox 20">
            <a:extLst xmlns:a="http://schemas.openxmlformats.org/drawingml/2006/main">
              <a:ext uri="{FF2B5EF4-FFF2-40B4-BE49-F238E27FC236}">
                <a16:creationId xmlns:a16="http://schemas.microsoft.com/office/drawing/2014/main" id="{F707ABBB-AF00-4505-A9E6-DEED0B5D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01752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研究判断</a:t>
            </a:r>
          </a:p>
        </p:txBody>
      </p:sp>
      <p:sp>
        <p:nvSpPr>
          <p:cNvPr id="16" name="visual-14-12-TextBox 22">
            <a:extLst xmlns:a="http://schemas.openxmlformats.org/drawingml/2006/main">
              <a:ext uri="{FF2B5EF4-FFF2-40B4-BE49-F238E27FC236}">
                <a16:creationId xmlns:a16="http://schemas.microsoft.com/office/drawing/2014/main" id="{A0A3BD62-BF5A-4C67-82C0-4A6B84F6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303580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7" name="visual-14-13-TextBox 23">
            <a:extLst xmlns:a="http://schemas.openxmlformats.org/drawingml/2006/main">
              <a:ext uri="{FF2B5EF4-FFF2-40B4-BE49-F238E27FC236}">
                <a16:creationId xmlns:a16="http://schemas.microsoft.com/office/drawing/2014/main" id="{1ACDF942-2F26-485C-987F-85F55EA7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59" y="301752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原型验证</a:t>
            </a:r>
          </a:p>
        </p:txBody>
      </p:sp>
      <p:sp>
        <p:nvSpPr>
          <p:cNvPr id="18" name="visual-14-14-TextBox 25">
            <a:extLst xmlns:a="http://schemas.openxmlformats.org/drawingml/2006/main">
              <a:ext uri="{FF2B5EF4-FFF2-40B4-BE49-F238E27FC236}">
                <a16:creationId xmlns:a16="http://schemas.microsoft.com/office/drawing/2014/main" id="{51655BCC-DAF1-4521-993D-F2B6B825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035808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9" name="visual-14-15-TextBox 26">
            <a:extLst xmlns:a="http://schemas.openxmlformats.org/drawingml/2006/main">
              <a:ext uri="{FF2B5EF4-FFF2-40B4-BE49-F238E27FC236}">
                <a16:creationId xmlns:a16="http://schemas.microsoft.com/office/drawing/2014/main" id="{0094E984-6EBD-49B5-BF9F-EA3009B0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19" y="3017520"/>
            <a:ext cx="1783080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回写表达</a:t>
            </a:r>
          </a:p>
        </p:txBody>
      </p:sp>
      <p:sp>
        <p:nvSpPr>
          <p:cNvPr id="20" name="visual-14-16-TextBox 27">
            <a:extLst xmlns:a="http://schemas.openxmlformats.org/drawingml/2006/main">
              <a:ext uri="{FF2B5EF4-FFF2-40B4-BE49-F238E27FC236}">
                <a16:creationId xmlns:a16="http://schemas.microsoft.com/office/drawing/2014/main" id="{E7E75AAA-3626-49D8-A6DC-8F2C3488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4818888"/>
            <a:ext cx="8650224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可以回退；但要知道为什么回退、改了什么、留下什么工件。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B11E34-26CE-44F0-B28F-0F09D82D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1–4：从问题走到可被挑战的机制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4ACF26-6AA2-44C1-83DF-B1E2A5F2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47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cc0ddfeb6e4a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223538"/>
            <a:ext cx="2368296" cy="2198074"/>
          </a:xfrm>
          <a:prstGeom xmlns:a="http://schemas.openxmlformats.org/drawingml/2006/main" prst="rect">
            <a:avLst/>
          </a:prstGeom>
        </p:spPr>
      </p:pic>
      <p:pic>
        <p:nvPicPr>
          <p:cNvPr id="48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3993b959f74a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46082" y="1188720"/>
            <a:ext cx="2317010" cy="2267712"/>
          </a:xfrm>
          <a:prstGeom xmlns:a="http://schemas.openxmlformats.org/drawingml/2006/main" prst="rect">
            <a:avLst/>
          </a:prstGeom>
        </p:spPr>
      </p:pic>
      <p:pic>
        <p:nvPicPr>
          <p:cNvPr id="49" name="Pictur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ed2f3e08e4a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92308" y="1188720"/>
            <a:ext cx="1929247" cy="2267712"/>
          </a:xfrm>
          <a:prstGeom xmlns:a="http://schemas.openxmlformats.org/drawingml/2006/main" prst="rect">
            <a:avLst/>
          </a:prstGeom>
        </p:spPr>
      </p:pic>
      <p:pic>
        <p:nvPicPr>
          <p:cNvPr id="50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7e8ddaba7b47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25128" y="1381178"/>
            <a:ext cx="2368296" cy="1882795"/>
          </a:xfrm>
          <a:prstGeom xmlns:a="http://schemas.openxmlformats.org/drawingml/2006/main" prst="rect">
            <a:avLst/>
          </a:prstGeom>
        </p:spPr>
      </p:pic>
      <p:sp>
        <p:nvSpPr>
          <p:cNvPr id="32" name="visual-15-0-TextBox 4">
            <a:extLst xmlns:a="http://schemas.openxmlformats.org/drawingml/2006/main">
              <a:ext uri="{FF2B5EF4-FFF2-40B4-BE49-F238E27FC236}">
                <a16:creationId xmlns:a16="http://schemas.microsoft.com/office/drawing/2014/main" id="{E6D6E2FC-27D0-4C3A-894D-9D3B3AAB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33" name="visual-15-1-TextBox 5">
            <a:extLst xmlns:a="http://schemas.openxmlformats.org/drawingml/2006/main">
              <a:ext uri="{FF2B5EF4-FFF2-40B4-BE49-F238E27FC236}">
                <a16:creationId xmlns:a16="http://schemas.microsoft.com/office/drawing/2014/main" id="{DF18CC8C-AD8E-4A8A-ACFF-55D9A99E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>
        <p:nvSpPr>
          <p:cNvPr id="34" name="visual-15-2-TextBox 6">
            <a:extLst xmlns:a="http://schemas.openxmlformats.org/drawingml/2006/main">
              <a:ext uri="{FF2B5EF4-FFF2-40B4-BE49-F238E27FC236}">
                <a16:creationId xmlns:a16="http://schemas.microsoft.com/office/drawing/2014/main" id="{3CBF8431-4B35-41FF-B3D8-C569430F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什么现象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值得解释</a:t>
            </a:r>
          </a:p>
        </p:txBody>
      </p:sp>
      <p:sp>
        <p:nvSpPr>
          <p:cNvPr id="35" name="visual-15-3-TextBox 10">
            <a:extLst xmlns:a="http://schemas.openxmlformats.org/drawingml/2006/main">
              <a:ext uri="{FF2B5EF4-FFF2-40B4-BE49-F238E27FC236}">
                <a16:creationId xmlns:a16="http://schemas.microsoft.com/office/drawing/2014/main" id="{AECB155F-8680-4F43-9D47-BFFBCE2E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6" name="visual-15-4-TextBox 11">
            <a:extLst xmlns:a="http://schemas.openxmlformats.org/drawingml/2006/main">
              <a:ext uri="{FF2B5EF4-FFF2-40B4-BE49-F238E27FC236}">
                <a16:creationId xmlns:a16="http://schemas.microsoft.com/office/drawing/2014/main" id="{0836A69E-B4A1-4DCB-BE83-B6A1B95B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必要条件</a:t>
            </a:r>
          </a:p>
        </p:txBody>
      </p:sp>
      <p:sp>
        <p:nvSpPr>
          <p:cNvPr id="37" name="visual-15-5-TextBox 12">
            <a:extLst xmlns:a="http://schemas.openxmlformats.org/drawingml/2006/main">
              <a:ext uri="{FF2B5EF4-FFF2-40B4-BE49-F238E27FC236}">
                <a16:creationId xmlns:a16="http://schemas.microsoft.com/office/drawing/2014/main" id="{C3F259EA-CFB7-4F62-8798-EFF15ED4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主张成立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必须满足什么</a:t>
            </a:r>
          </a:p>
        </p:txBody>
      </p:sp>
      <p:sp>
        <p:nvSpPr>
          <p:cNvPr id="38" name="visual-15-6-TextBox 16">
            <a:extLst xmlns:a="http://schemas.openxmlformats.org/drawingml/2006/main">
              <a:ext uri="{FF2B5EF4-FFF2-40B4-BE49-F238E27FC236}">
                <a16:creationId xmlns:a16="http://schemas.microsoft.com/office/drawing/2014/main" id="{33C50E89-0CD5-446A-A0CA-10E453BD4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9" name="visual-15-7-TextBox 17">
            <a:extLst xmlns:a="http://schemas.openxmlformats.org/drawingml/2006/main">
              <a:ext uri="{FF2B5EF4-FFF2-40B4-BE49-F238E27FC236}">
                <a16:creationId xmlns:a16="http://schemas.microsoft.com/office/drawing/2014/main" id="{B04B2DCF-B092-4A58-B5F0-01C8E263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机制假设</a:t>
            </a:r>
          </a:p>
        </p:txBody>
      </p:sp>
      <p:sp>
        <p:nvSpPr>
          <p:cNvPr id="40" name="visual-15-8-TextBox 18">
            <a:extLst xmlns:a="http://schemas.openxmlformats.org/drawingml/2006/main">
              <a:ext uri="{FF2B5EF4-FFF2-40B4-BE49-F238E27FC236}">
                <a16:creationId xmlns:a16="http://schemas.microsoft.com/office/drawing/2014/main" id="{094DF85A-D0E2-47A1-9360-2B9E9007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什么结果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能推翻它</a:t>
            </a:r>
          </a:p>
        </p:txBody>
      </p:sp>
      <p:sp>
        <p:nvSpPr>
          <p:cNvPr id="41" name="visual-15-9-TextBox 22">
            <a:extLst xmlns:a="http://schemas.openxmlformats.org/drawingml/2006/main">
              <a:ext uri="{FF2B5EF4-FFF2-40B4-BE49-F238E27FC236}">
                <a16:creationId xmlns:a16="http://schemas.microsoft.com/office/drawing/2014/main" id="{4B6144FB-A3B4-4073-B79E-D292AD0F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visual-15-10-TextBox 23">
            <a:extLst xmlns:a="http://schemas.openxmlformats.org/drawingml/2006/main">
              <a:ext uri="{FF2B5EF4-FFF2-40B4-BE49-F238E27FC236}">
                <a16:creationId xmlns:a16="http://schemas.microsoft.com/office/drawing/2014/main" id="{3594F86B-4C3D-4D59-90E1-1D1E1CC9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外部输入</a:t>
            </a:r>
          </a:p>
        </p:txBody>
      </p:sp>
      <p:sp>
        <p:nvSpPr>
          <p:cNvPr id="43" name="visual-15-11-TextBox 24">
            <a:extLst xmlns:a="http://schemas.openxmlformats.org/drawingml/2006/main">
              <a:ext uri="{FF2B5EF4-FFF2-40B4-BE49-F238E27FC236}">
                <a16:creationId xmlns:a16="http://schemas.microsoft.com/office/drawing/2014/main" id="{25F51B9F-CF31-45B4-8DD6-457CA9D5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只进入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候选证据区</a:t>
            </a:r>
          </a:p>
        </p:txBody>
      </p:sp>
      <p:sp>
        <p:nvSpPr>
          <p:cNvPr id="44" name="visual-15-12-TextBox 26">
            <a:extLst xmlns:a="http://schemas.openxmlformats.org/drawingml/2006/main">
              <a:ext uri="{FF2B5EF4-FFF2-40B4-BE49-F238E27FC236}">
                <a16:creationId xmlns:a16="http://schemas.microsoft.com/office/drawing/2014/main" id="{F1EA260A-534F-466F-ABA8-9A7716DF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12080"/>
            <a:ext cx="901598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外部材料只进候选证据区；不能越过核验直接宣布机制成立。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D33EDB-B3C1-4BEB-BF69-5AFF5289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 5–8：把候选机制变成可追溯工件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B60FE0-C9F3-402B-9146-C4F6943C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47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b388d2553848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8469" y="1188720"/>
            <a:ext cx="1887549" cy="2267712"/>
          </a:xfrm>
          <a:prstGeom xmlns:a="http://schemas.openxmlformats.org/drawingml/2006/main" prst="rect">
            <a:avLst/>
          </a:prstGeom>
        </p:spPr>
      </p:pic>
      <p:pic>
        <p:nvPicPr>
          <p:cNvPr id="48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5bf59f4fc4b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34483" y="1188720"/>
            <a:ext cx="1940208" cy="2267712"/>
          </a:xfrm>
          <a:prstGeom xmlns:a="http://schemas.openxmlformats.org/drawingml/2006/main" prst="rect">
            <a:avLst/>
          </a:prstGeom>
        </p:spPr>
      </p:pic>
      <p:pic>
        <p:nvPicPr>
          <p:cNvPr id="49" name="Pictur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e54c60f0240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8435" y="1188720"/>
            <a:ext cx="1656992" cy="2267712"/>
          </a:xfrm>
          <a:prstGeom xmlns:a="http://schemas.openxmlformats.org/drawingml/2006/main" prst="rect">
            <a:avLst/>
          </a:prstGeom>
        </p:spPr>
      </p:pic>
      <p:pic>
        <p:nvPicPr>
          <p:cNvPr id="50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db45b9af14f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2512" y="1188720"/>
            <a:ext cx="1593527" cy="2267712"/>
          </a:xfrm>
          <a:prstGeom xmlns:a="http://schemas.openxmlformats.org/drawingml/2006/main" prst="rect">
            <a:avLst/>
          </a:prstGeom>
        </p:spPr>
      </p:pic>
      <p:sp>
        <p:nvSpPr>
          <p:cNvPr id="32" name="visual-16-0-TextBox 4">
            <a:extLst xmlns:a="http://schemas.openxmlformats.org/drawingml/2006/main">
              <a:ext uri="{FF2B5EF4-FFF2-40B4-BE49-F238E27FC236}">
                <a16:creationId xmlns:a16="http://schemas.microsoft.com/office/drawing/2014/main" id="{0C117C66-34A6-4258-9502-A12751CD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3" name="visual-16-1-TextBox 5">
            <a:extLst xmlns:a="http://schemas.openxmlformats.org/drawingml/2006/main">
              <a:ext uri="{FF2B5EF4-FFF2-40B4-BE49-F238E27FC236}">
                <a16:creationId xmlns:a16="http://schemas.microsoft.com/office/drawing/2014/main" id="{CB3BA17D-BED2-4649-BE6D-1DC4388E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证据图</a:t>
            </a:r>
          </a:p>
        </p:txBody>
      </p:sp>
      <p:sp>
        <p:nvSpPr>
          <p:cNvPr id="34" name="visual-16-2-TextBox 6">
            <a:extLst xmlns:a="http://schemas.openxmlformats.org/drawingml/2006/main">
              <a:ext uri="{FF2B5EF4-FFF2-40B4-BE49-F238E27FC236}">
                <a16:creationId xmlns:a16="http://schemas.microsoft.com/office/drawing/2014/main" id="{C39A9E23-9E38-4302-9763-9F1E444B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 · 支持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反驳 · 限定</a:t>
            </a:r>
          </a:p>
        </p:txBody>
      </p:sp>
      <p:sp>
        <p:nvSpPr>
          <p:cNvPr id="35" name="visual-16-3-TextBox 10">
            <a:extLst xmlns:a="http://schemas.openxmlformats.org/drawingml/2006/main">
              <a:ext uri="{FF2B5EF4-FFF2-40B4-BE49-F238E27FC236}">
                <a16:creationId xmlns:a16="http://schemas.microsoft.com/office/drawing/2014/main" id="{71FB7127-57ED-44E3-ABFC-43EBAB75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6" name="visual-16-4-TextBox 11">
            <a:extLst xmlns:a="http://schemas.openxmlformats.org/drawingml/2006/main">
              <a:ext uri="{FF2B5EF4-FFF2-40B4-BE49-F238E27FC236}">
                <a16:creationId xmlns:a16="http://schemas.microsoft.com/office/drawing/2014/main" id="{B9D2772F-D81D-4720-85D7-F17E0DFC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判断记录</a:t>
            </a:r>
          </a:p>
        </p:txBody>
      </p:sp>
      <p:sp>
        <p:nvSpPr>
          <p:cNvPr id="37" name="visual-16-5-TextBox 12">
            <a:extLst xmlns:a="http://schemas.openxmlformats.org/drawingml/2006/main">
              <a:ext uri="{FF2B5EF4-FFF2-40B4-BE49-F238E27FC236}">
                <a16:creationId xmlns:a16="http://schemas.microsoft.com/office/drawing/2014/main" id="{5955F7DB-7198-4163-8D54-10EC1E3A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 · 拒绝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理由</a:t>
            </a:r>
          </a:p>
        </p:txBody>
      </p:sp>
      <p:sp>
        <p:nvSpPr>
          <p:cNvPr id="38" name="visual-16-6-TextBox 16">
            <a:extLst xmlns:a="http://schemas.openxmlformats.org/drawingml/2006/main">
              <a:ext uri="{FF2B5EF4-FFF2-40B4-BE49-F238E27FC236}">
                <a16:creationId xmlns:a16="http://schemas.microsoft.com/office/drawing/2014/main" id="{76AB0A03-6E86-4208-9425-4A026108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9" name="visual-16-7-TextBox 17">
            <a:extLst xmlns:a="http://schemas.openxmlformats.org/drawingml/2006/main">
              <a:ext uri="{FF2B5EF4-FFF2-40B4-BE49-F238E27FC236}">
                <a16:creationId xmlns:a16="http://schemas.microsoft.com/office/drawing/2014/main" id="{9D77E714-1DD7-4512-B936-8095767F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实验规格</a:t>
            </a:r>
          </a:p>
        </p:txBody>
      </p:sp>
      <p:sp>
        <p:nvSpPr>
          <p:cNvPr id="40" name="visual-16-8-TextBox 18">
            <a:extLst xmlns:a="http://schemas.openxmlformats.org/drawingml/2006/main">
              <a:ext uri="{FF2B5EF4-FFF2-40B4-BE49-F238E27FC236}">
                <a16:creationId xmlns:a16="http://schemas.microsoft.com/office/drawing/2014/main" id="{ACB3C2EE-FD9F-4BA5-A460-60B9B092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变量 · 对照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停止条件</a:t>
            </a:r>
          </a:p>
        </p:txBody>
      </p:sp>
      <p:sp>
        <p:nvSpPr>
          <p:cNvPr id="41" name="visual-16-9-TextBox 22">
            <a:extLst xmlns:a="http://schemas.openxmlformats.org/drawingml/2006/main">
              <a:ext uri="{FF2B5EF4-FFF2-40B4-BE49-F238E27FC236}">
                <a16:creationId xmlns:a16="http://schemas.microsoft.com/office/drawing/2014/main" id="{785FA02E-187D-45D6-AADE-AAB8309D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42" name="visual-16-10-TextBox 23">
            <a:extLst xmlns:a="http://schemas.openxmlformats.org/drawingml/2006/main">
              <a:ext uri="{FF2B5EF4-FFF2-40B4-BE49-F238E27FC236}">
                <a16:creationId xmlns:a16="http://schemas.microsoft.com/office/drawing/2014/main" id="{CB90BC34-1313-436F-9DC6-1111F5AC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受限结论</a:t>
            </a:r>
          </a:p>
        </p:txBody>
      </p:sp>
      <p:sp>
        <p:nvSpPr>
          <p:cNvPr id="43" name="visual-16-11-TextBox 24">
            <a:extLst xmlns:a="http://schemas.openxmlformats.org/drawingml/2006/main">
              <a:ext uri="{FF2B5EF4-FFF2-40B4-BE49-F238E27FC236}">
                <a16:creationId xmlns:a16="http://schemas.microsoft.com/office/drawing/2014/main" id="{4D5520B0-6CED-4EF4-9664-BD441A9B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范围 · 边界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可追溯</a:t>
            </a:r>
          </a:p>
        </p:txBody>
      </p:sp>
      <p:sp>
        <p:nvSpPr>
          <p:cNvPr id="44" name="visual-16-12-TextBox 26">
            <a:extLst xmlns:a="http://schemas.openxmlformats.org/drawingml/2006/main">
              <a:ext uri="{FF2B5EF4-FFF2-40B4-BE49-F238E27FC236}">
                <a16:creationId xmlns:a16="http://schemas.microsoft.com/office/drawing/2014/main" id="{68E04940-6003-42AA-B73C-FC62B256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5212080"/>
            <a:ext cx="5907023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反向审计：结论 → 实验 → 判断 → 证据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E38FB5-F1FD-4534-8794-6D178ED5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四个研究门阻止错误继续累积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16F66B-8100-4939-B45B-91512A99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47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2270a3f9e44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8096" y="1374209"/>
            <a:ext cx="2368296" cy="1896732"/>
          </a:xfrm>
          <a:prstGeom xmlns:a="http://schemas.openxmlformats.org/drawingml/2006/main" prst="rect">
            <a:avLst/>
          </a:prstGeom>
        </p:spPr>
      </p:pic>
      <p:pic>
        <p:nvPicPr>
          <p:cNvPr id="48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a1b9678f3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0440" y="1347869"/>
            <a:ext cx="2368296" cy="1949413"/>
          </a:xfrm>
          <a:prstGeom xmlns:a="http://schemas.openxmlformats.org/drawingml/2006/main" prst="rect">
            <a:avLst/>
          </a:prstGeom>
        </p:spPr>
      </p:pic>
      <p:pic>
        <p:nvPicPr>
          <p:cNvPr id="49" name="Picture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15865b6f448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72784" y="1401010"/>
            <a:ext cx="2368296" cy="1843130"/>
          </a:xfrm>
          <a:prstGeom xmlns:a="http://schemas.openxmlformats.org/drawingml/2006/main" prst="rect">
            <a:avLst/>
          </a:prstGeom>
        </p:spPr>
      </p:pic>
      <p:pic>
        <p:nvPicPr>
          <p:cNvPr id="50" name="Picture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8f2248e4ba44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25128" y="1367363"/>
            <a:ext cx="2368296" cy="1910425"/>
          </a:xfrm>
          <a:prstGeom xmlns:a="http://schemas.openxmlformats.org/drawingml/2006/main" prst="rect">
            <a:avLst/>
          </a:prstGeom>
        </p:spPr>
      </p:pic>
      <p:sp>
        <p:nvSpPr>
          <p:cNvPr id="32" name="visual-17-0-TextBox 4">
            <a:extLst xmlns:a="http://schemas.openxmlformats.org/drawingml/2006/main">
              <a:ext uri="{FF2B5EF4-FFF2-40B4-BE49-F238E27FC236}">
                <a16:creationId xmlns:a16="http://schemas.microsoft.com/office/drawing/2014/main" id="{BAEC6D22-A7FF-4496-819B-4094CBA4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L6</a:t>
            </a:r>
          </a:p>
        </p:txBody>
      </p:sp>
      <p:sp>
        <p:nvSpPr>
          <p:cNvPr id="33" name="visual-17-1-TextBox 5">
            <a:extLst xmlns:a="http://schemas.openxmlformats.org/drawingml/2006/main">
              <a:ext uri="{FF2B5EF4-FFF2-40B4-BE49-F238E27FC236}">
                <a16:creationId xmlns:a16="http://schemas.microsoft.com/office/drawing/2014/main" id="{89462844-5F91-45C6-A1B1-D4771B6B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</a:t>
            </a:r>
          </a:p>
        </p:txBody>
      </p:sp>
      <p:sp>
        <p:nvSpPr>
          <p:cNvPr id="34" name="visual-17-2-TextBox 6">
            <a:extLst xmlns:a="http://schemas.openxmlformats.org/drawingml/2006/main">
              <a:ext uri="{FF2B5EF4-FFF2-40B4-BE49-F238E27FC236}">
                <a16:creationId xmlns:a16="http://schemas.microsoft.com/office/drawing/2014/main" id="{10C1D46A-5019-4B98-AB06-E12DD7A0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值得且可做</a:t>
            </a:r>
          </a:p>
        </p:txBody>
      </p:sp>
      <p:sp>
        <p:nvSpPr>
          <p:cNvPr id="35" name="visual-17-3-TextBox 10">
            <a:extLst xmlns:a="http://schemas.openxmlformats.org/drawingml/2006/main">
              <a:ext uri="{FF2B5EF4-FFF2-40B4-BE49-F238E27FC236}">
                <a16:creationId xmlns:a16="http://schemas.microsoft.com/office/drawing/2014/main" id="{C60EA5D5-D77A-4EA9-9B2D-6DF28E46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L9</a:t>
            </a:r>
          </a:p>
        </p:txBody>
      </p:sp>
      <p:sp>
        <p:nvSpPr>
          <p:cNvPr id="36" name="visual-17-4-TextBox 11">
            <a:extLst xmlns:a="http://schemas.openxmlformats.org/drawingml/2006/main">
              <a:ext uri="{FF2B5EF4-FFF2-40B4-BE49-F238E27FC236}">
                <a16:creationId xmlns:a16="http://schemas.microsoft.com/office/drawing/2014/main" id="{90764F1B-3972-467C-8740-802378E1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判断门</a:t>
            </a:r>
          </a:p>
        </p:txBody>
      </p:sp>
      <p:sp>
        <p:nvSpPr>
          <p:cNvPr id="37" name="visual-17-5-TextBox 12">
            <a:extLst xmlns:a="http://schemas.openxmlformats.org/drawingml/2006/main">
              <a:ext uri="{FF2B5EF4-FFF2-40B4-BE49-F238E27FC236}">
                <a16:creationId xmlns:a16="http://schemas.microsoft.com/office/drawing/2014/main" id="{F87C271C-116F-457D-BA81-42DAF001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方案能改变判断</a:t>
            </a:r>
          </a:p>
        </p:txBody>
      </p:sp>
      <p:sp>
        <p:nvSpPr>
          <p:cNvPr id="38" name="visual-17-6-TextBox 16">
            <a:extLst xmlns:a="http://schemas.openxmlformats.org/drawingml/2006/main">
              <a:ext uri="{FF2B5EF4-FFF2-40B4-BE49-F238E27FC236}">
                <a16:creationId xmlns:a16="http://schemas.microsoft.com/office/drawing/2014/main" id="{C51700DC-0680-4C22-A4F6-0EDAB363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L13</a:t>
            </a:r>
          </a:p>
        </p:txBody>
      </p:sp>
      <p:sp>
        <p:nvSpPr>
          <p:cNvPr id="39" name="visual-17-7-TextBox 17">
            <a:extLst xmlns:a="http://schemas.openxmlformats.org/drawingml/2006/main">
              <a:ext uri="{FF2B5EF4-FFF2-40B4-BE49-F238E27FC236}">
                <a16:creationId xmlns:a16="http://schemas.microsoft.com/office/drawing/2014/main" id="{3C687916-61EA-4CA5-B51D-1C3C722C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40" name="visual-17-8-TextBox 18">
            <a:extLst xmlns:a="http://schemas.openxmlformats.org/drawingml/2006/main">
              <a:ext uri="{FF2B5EF4-FFF2-40B4-BE49-F238E27FC236}">
                <a16:creationId xmlns:a16="http://schemas.microsoft.com/office/drawing/2014/main" id="{C3DBA83B-AC58-423D-A751-7BA8B258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结果与工作流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经评价</a:t>
            </a:r>
          </a:p>
        </p:txBody>
      </p:sp>
      <p:sp>
        <p:nvSpPr>
          <p:cNvPr id="41" name="visual-17-9-TextBox 22">
            <a:extLst xmlns:a="http://schemas.openxmlformats.org/drawingml/2006/main">
              <a:ext uri="{FF2B5EF4-FFF2-40B4-BE49-F238E27FC236}">
                <a16:creationId xmlns:a16="http://schemas.microsoft.com/office/drawing/2014/main" id="{754581C9-86EF-4436-8101-D8604FB5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3639312"/>
            <a:ext cx="2295144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L16</a:t>
            </a:r>
          </a:p>
        </p:txBody>
      </p:sp>
      <p:sp>
        <p:nvSpPr>
          <p:cNvPr id="42" name="visual-17-10-TextBox 23">
            <a:extLst xmlns:a="http://schemas.openxmlformats.org/drawingml/2006/main">
              <a:ext uri="{FF2B5EF4-FFF2-40B4-BE49-F238E27FC236}">
                <a16:creationId xmlns:a16="http://schemas.microsoft.com/office/drawing/2014/main" id="{37B3E1B6-9490-4085-9D5B-14B57463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3968496"/>
            <a:ext cx="2295144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论证门</a:t>
            </a:r>
          </a:p>
        </p:txBody>
      </p:sp>
      <p:sp>
        <p:nvSpPr>
          <p:cNvPr id="43" name="visual-17-11-TextBox 24">
            <a:extLst xmlns:a="http://schemas.openxmlformats.org/drawingml/2006/main">
              <a:ext uri="{FF2B5EF4-FFF2-40B4-BE49-F238E27FC236}">
                <a16:creationId xmlns:a16="http://schemas.microsoft.com/office/drawing/2014/main" id="{25721E77-0E31-4ECF-B4CF-2C0B1794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4370832"/>
            <a:ext cx="2295144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结论可追溯</a:t>
            </a:r>
          </a:p>
        </p:txBody>
      </p:sp>
      <p:sp>
        <p:nvSpPr>
          <p:cNvPr id="44" name="visual-17-12-TextBox 26">
            <a:extLst xmlns:a="http://schemas.openxmlformats.org/drawingml/2006/main">
              <a:ext uri="{FF2B5EF4-FFF2-40B4-BE49-F238E27FC236}">
                <a16:creationId xmlns:a16="http://schemas.microsoft.com/office/drawing/2014/main" id="{3FE56FEF-1D08-41F2-8ABC-47F7053C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648" y="5212080"/>
            <a:ext cx="6364223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同一项目，四次抽查；错误在门前被拦截并回退。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26936BF-BA09-49B8-B71A-1A9E561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追踪链回答“发生了什么”；研究门决定“能否继续”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B6AF32-899B-44B2-AB29-AF9DF6AF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visual-18-0-TextBox 5">
            <a:extLst xmlns:a="http://schemas.openxmlformats.org/drawingml/2006/main">
              <a:ext uri="{FF2B5EF4-FFF2-40B4-BE49-F238E27FC236}">
                <a16:creationId xmlns:a16="http://schemas.microsoft.com/office/drawing/2014/main" id="{C795ECE1-AB33-4F5C-8EEB-4CB20DB1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18-1-TextBox 6">
            <a:extLst xmlns:a="http://schemas.openxmlformats.org/drawingml/2006/main">
              <a:ext uri="{FF2B5EF4-FFF2-40B4-BE49-F238E27FC236}">
                <a16:creationId xmlns:a16="http://schemas.microsoft.com/office/drawing/2014/main" id="{B8E4264E-3B1C-4396-8C4C-E1E66064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受限结论</a:t>
            </a:r>
          </a:p>
        </p:txBody>
      </p:sp>
      <p:sp>
        <p:nvSpPr>
          <p:cNvPr id="6" name="visual-18-2-TextBox 7">
            <a:extLst xmlns:a="http://schemas.openxmlformats.org/drawingml/2006/main">
              <a:ext uri="{FF2B5EF4-FFF2-40B4-BE49-F238E27FC236}">
                <a16:creationId xmlns:a16="http://schemas.microsoft.com/office/drawing/2014/main" id="{66CB639A-2BBB-46E8-B12F-5B57A1CF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写了什么</a:t>
            </a:r>
          </a:p>
        </p:txBody>
      </p:sp>
      <p:sp>
        <p:nvSpPr>
          <p:cNvPr id="7" name="visual-18-3-TextBox 11">
            <a:extLst xmlns:a="http://schemas.openxmlformats.org/drawingml/2006/main">
              <a:ext uri="{FF2B5EF4-FFF2-40B4-BE49-F238E27FC236}">
                <a16:creationId xmlns:a16="http://schemas.microsoft.com/office/drawing/2014/main" id="{E103C5AB-A1AC-44C1-9C41-94778DB3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18-4-TextBox 12">
            <a:extLst xmlns:a="http://schemas.openxmlformats.org/drawingml/2006/main">
              <a:ext uri="{FF2B5EF4-FFF2-40B4-BE49-F238E27FC236}">
                <a16:creationId xmlns:a16="http://schemas.microsoft.com/office/drawing/2014/main" id="{1A123F9C-819C-47F9-B3CE-6F56A0F2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实验记录</a:t>
            </a:r>
          </a:p>
        </p:txBody>
      </p:sp>
      <p:sp>
        <p:nvSpPr>
          <p:cNvPr id="9" name="visual-18-5-TextBox 13">
            <a:extLst xmlns:a="http://schemas.openxmlformats.org/drawingml/2006/main">
              <a:ext uri="{FF2B5EF4-FFF2-40B4-BE49-F238E27FC236}">
                <a16:creationId xmlns:a16="http://schemas.microsoft.com/office/drawing/2014/main" id="{0907CBC0-9833-4CEE-9735-24EE3319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观察到什么</a:t>
            </a:r>
          </a:p>
        </p:txBody>
      </p:sp>
      <p:sp>
        <p:nvSpPr>
          <p:cNvPr id="10" name="visual-18-6-TextBox 17">
            <a:extLst xmlns:a="http://schemas.openxmlformats.org/drawingml/2006/main">
              <a:ext uri="{FF2B5EF4-FFF2-40B4-BE49-F238E27FC236}">
                <a16:creationId xmlns:a16="http://schemas.microsoft.com/office/drawing/2014/main" id="{A80ECEDC-5E0E-4572-8236-3F9EC4CB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8-7-TextBox 18">
            <a:extLst xmlns:a="http://schemas.openxmlformats.org/drawingml/2006/main">
              <a:ext uri="{FF2B5EF4-FFF2-40B4-BE49-F238E27FC236}">
                <a16:creationId xmlns:a16="http://schemas.microsoft.com/office/drawing/2014/main" id="{E3B7B08F-6A1A-4AD9-A533-8EF0093D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判断记录</a:t>
            </a:r>
          </a:p>
        </p:txBody>
      </p:sp>
      <p:sp>
        <p:nvSpPr>
          <p:cNvPr id="12" name="visual-18-8-TextBox 19">
            <a:extLst xmlns:a="http://schemas.openxmlformats.org/drawingml/2006/main">
              <a:ext uri="{FF2B5EF4-FFF2-40B4-BE49-F238E27FC236}">
                <a16:creationId xmlns:a16="http://schemas.microsoft.com/office/drawing/2014/main" id="{5FA7CDFE-30F9-4319-9EE1-F0B3BA91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为何采纳</a:t>
            </a:r>
          </a:p>
        </p:txBody>
      </p:sp>
      <p:sp>
        <p:nvSpPr>
          <p:cNvPr id="13" name="visual-18-9-TextBox 23">
            <a:extLst xmlns:a="http://schemas.openxmlformats.org/drawingml/2006/main">
              <a:ext uri="{FF2B5EF4-FFF2-40B4-BE49-F238E27FC236}">
                <a16:creationId xmlns:a16="http://schemas.microsoft.com/office/drawing/2014/main" id="{3532C6B3-BDD1-4E1C-B493-C2B83AF2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8-10-TextBox 24">
            <a:extLst xmlns:a="http://schemas.openxmlformats.org/drawingml/2006/main">
              <a:ext uri="{FF2B5EF4-FFF2-40B4-BE49-F238E27FC236}">
                <a16:creationId xmlns:a16="http://schemas.microsoft.com/office/drawing/2014/main" id="{518D9A4B-319C-4096-A4D8-8FF61BF0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证据来源</a:t>
            </a:r>
          </a:p>
        </p:txBody>
      </p:sp>
      <p:sp>
        <p:nvSpPr>
          <p:cNvPr id="15" name="visual-18-11-TextBox 25">
            <a:extLst xmlns:a="http://schemas.openxmlformats.org/drawingml/2006/main">
              <a:ext uri="{FF2B5EF4-FFF2-40B4-BE49-F238E27FC236}">
                <a16:creationId xmlns:a16="http://schemas.microsoft.com/office/drawing/2014/main" id="{C540FC2D-54DB-4658-80D4-056CA9C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依据在哪里</a:t>
            </a:r>
          </a:p>
        </p:txBody>
      </p:sp>
      <p:sp>
        <p:nvSpPr>
          <p:cNvPr id="16" name="visual-18-12-TextBox 26">
            <a:extLst xmlns:a="http://schemas.openxmlformats.org/drawingml/2006/main">
              <a:ext uri="{FF2B5EF4-FFF2-40B4-BE49-F238E27FC236}">
                <a16:creationId xmlns:a16="http://schemas.microsoft.com/office/drawing/2014/main" id="{C1D3BC4C-D37C-47A6-9EF4-EC1D7D00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任何一段断裂，都不能靠“Agent 已完成”越过研究门。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967790E-3062-40DD-B17D-55D38A3B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教师演示：把一次 AI 建议变成可检查的变化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DDD424-FD53-405A-90A1-2D122DCA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" name="visual-19-0-TextBox 4">
            <a:extLst xmlns:a="http://schemas.openxmlformats.org/drawingml/2006/main">
              <a:ext uri="{FF2B5EF4-FFF2-40B4-BE49-F238E27FC236}">
                <a16:creationId xmlns:a16="http://schemas.microsoft.com/office/drawing/2014/main" id="{BB514673-49F6-4BF5-B39D-F5C7F54E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024128"/>
            <a:ext cx="150876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TEACHER DEMO</a:t>
            </a:r>
          </a:p>
        </p:txBody>
      </p:sp>
      <p:sp>
        <p:nvSpPr>
          <p:cNvPr id="5" name="visual-19-1-TextBox 5">
            <a:extLst xmlns:a="http://schemas.openxmlformats.org/drawingml/2006/main">
              <a:ext uri="{FF2B5EF4-FFF2-40B4-BE49-F238E27FC236}">
                <a16:creationId xmlns:a16="http://schemas.microsoft.com/office/drawing/2014/main" id="{1FEAC59E-575C-47B9-B443-7A7F0C06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7" y="1938528"/>
            <a:ext cx="10204704" cy="1417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只读建议 → 人工审核 → 有限写回 → diff / log</a:t>
            </a:r>
          </a:p>
        </p:txBody>
      </p:sp>
      <p:sp>
        <p:nvSpPr>
          <p:cNvPr id="6" name="visual-19-2-TextBox 7">
            <a:extLst xmlns:a="http://schemas.openxmlformats.org/drawingml/2006/main">
              <a:ext uri="{FF2B5EF4-FFF2-40B4-BE49-F238E27FC236}">
                <a16:creationId xmlns:a16="http://schemas.microsoft.com/office/drawing/2014/main" id="{541C1807-498B-443B-A54C-31A9BB07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7" y="3785616"/>
            <a:ext cx="8101583" cy="96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演示对象使用公开或虚构材料；平台故障时使用同一 trace 的截图回放。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22D7C5-E0FF-4C1A-958D-C52C94F5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第一轮只读：先看建议，不允许写入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A6AC6E2-2E3F-40F5-8D23-45CFE24D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visual-20-0-TextBox 4">
            <a:extLst xmlns:a="http://schemas.openxmlformats.org/drawingml/2006/main">
              <a:ext uri="{FF2B5EF4-FFF2-40B4-BE49-F238E27FC236}">
                <a16:creationId xmlns:a16="http://schemas.microsoft.com/office/drawing/2014/main" id="{8D8F8FB2-E05B-448E-BE64-E71D071D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19" y="1600200"/>
            <a:ext cx="6144768" cy="352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TASK  收敛问题定义中的一个概念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READ  AGENTS.md, problem-definition.md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WRITE none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NETWORK off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STOP  提出三条建议后等待确认</a:t>
            </a:r>
          </a:p>
        </p:txBody>
      </p:sp>
      <p:sp>
        <p:nvSpPr>
          <p:cNvPr id="5" name="visual-20-1-TextBox 6">
            <a:extLst xmlns:a="http://schemas.openxmlformats.org/drawingml/2006/main">
              <a:ext uri="{FF2B5EF4-FFF2-40B4-BE49-F238E27FC236}">
                <a16:creationId xmlns:a16="http://schemas.microsoft.com/office/drawing/2014/main" id="{ABE56194-D21E-4B89-99C7-0CD4C56A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825496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先把建议当候选</a:t>
            </a:r>
          </a:p>
        </p:txBody>
      </p:sp>
      <p:sp>
        <p:nvSpPr>
          <p:cNvPr id="6" name="visual-20-2-TextBox 7">
            <a:extLst xmlns:a="http://schemas.openxmlformats.org/drawingml/2006/main">
              <a:ext uri="{FF2B5EF4-FFF2-40B4-BE49-F238E27FC236}">
                <a16:creationId xmlns:a16="http://schemas.microsoft.com/office/drawing/2014/main" id="{B06E9B65-A0FE-4588-B1AE-537229CB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88336"/>
            <a:ext cx="2825496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不把分析写成事实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不读取项目外材料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不默认联网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706B95-11FA-4A92-85AA-0FC9BA3FA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先审核建议，再决定是否写入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B33D2-7657-4122-A7AB-EA10C183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visual-21-0-TextBox 4">
            <a:extLst xmlns:a="http://schemas.openxmlformats.org/drawingml/2006/main">
              <a:ext uri="{FF2B5EF4-FFF2-40B4-BE49-F238E27FC236}">
                <a16:creationId xmlns:a16="http://schemas.microsoft.com/office/drawing/2014/main" id="{972324F6-7026-4F69-9A1C-711A3439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1463040"/>
            <a:ext cx="181965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候选建议</a:t>
            </a:r>
          </a:p>
        </p:txBody>
      </p:sp>
      <p:sp>
        <p:nvSpPr>
          <p:cNvPr id="5" name="visual-21-1-TextBox 6">
            <a:extLst xmlns:a="http://schemas.openxmlformats.org/drawingml/2006/main">
              <a:ext uri="{FF2B5EF4-FFF2-40B4-BE49-F238E27FC236}">
                <a16:creationId xmlns:a16="http://schemas.microsoft.com/office/drawing/2014/main" id="{F8106AE3-0DEA-4E9B-A776-0983E15D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1463040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6" name="visual-21-2-TextBox 8">
            <a:extLst xmlns:a="http://schemas.openxmlformats.org/drawingml/2006/main">
              <a:ext uri="{FF2B5EF4-FFF2-40B4-BE49-F238E27FC236}">
                <a16:creationId xmlns:a16="http://schemas.microsoft.com/office/drawing/2014/main" id="{28B32DFC-6235-4F01-BB6E-130C20C6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463040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7" name="visual-21-3-TextBox 10">
            <a:extLst xmlns:a="http://schemas.openxmlformats.org/drawingml/2006/main">
              <a:ext uri="{FF2B5EF4-FFF2-40B4-BE49-F238E27FC236}">
                <a16:creationId xmlns:a16="http://schemas.microsoft.com/office/drawing/2014/main" id="{57F62770-6F23-4F05-BE94-2DA80CC0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463040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范围</a:t>
            </a:r>
          </a:p>
        </p:txBody>
      </p:sp>
      <p:sp>
        <p:nvSpPr>
          <p:cNvPr id="8" name="visual-21-4-TextBox 12">
            <a:extLst xmlns:a="http://schemas.openxmlformats.org/drawingml/2006/main">
              <a:ext uri="{FF2B5EF4-FFF2-40B4-BE49-F238E27FC236}">
                <a16:creationId xmlns:a16="http://schemas.microsoft.com/office/drawing/2014/main" id="{57749836-CEE8-4D5F-AED8-74CEA9FA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463040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决定</a:t>
            </a:r>
          </a:p>
        </p:txBody>
      </p:sp>
      <p:sp>
        <p:nvSpPr>
          <p:cNvPr id="9" name="visual-21-5-TextBox 14">
            <a:extLst xmlns:a="http://schemas.openxmlformats.org/drawingml/2006/main">
              <a:ext uri="{FF2B5EF4-FFF2-40B4-BE49-F238E27FC236}">
                <a16:creationId xmlns:a16="http://schemas.microsoft.com/office/drawing/2014/main" id="{4F53A126-0FB0-4FF5-B399-2EE6DC66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121408"/>
            <a:ext cx="181965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收窄任务域</a:t>
            </a:r>
          </a:p>
        </p:txBody>
      </p:sp>
      <p:sp>
        <p:nvSpPr>
          <p:cNvPr id="10" name="visual-21-6-TextBox 16">
            <a:extLst xmlns:a="http://schemas.openxmlformats.org/drawingml/2006/main">
              <a:ext uri="{FF2B5EF4-FFF2-40B4-BE49-F238E27FC236}">
                <a16:creationId xmlns:a16="http://schemas.microsoft.com/office/drawing/2014/main" id="{673F3E48-D941-43DC-BAAF-EA47F522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2121408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更可检验</a:t>
            </a:r>
          </a:p>
        </p:txBody>
      </p:sp>
      <p:sp>
        <p:nvSpPr>
          <p:cNvPr id="11" name="visual-21-7-TextBox 18">
            <a:extLst xmlns:a="http://schemas.openxmlformats.org/drawingml/2006/main">
              <a:ext uri="{FF2B5EF4-FFF2-40B4-BE49-F238E27FC236}">
                <a16:creationId xmlns:a16="http://schemas.microsoft.com/office/drawing/2014/main" id="{D283BFDA-3DF3-48BE-890F-35F8316E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121408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现有材料支持</a:t>
            </a:r>
          </a:p>
        </p:txBody>
      </p:sp>
      <p:sp>
        <p:nvSpPr>
          <p:cNvPr id="12" name="visual-21-8-TextBox 20">
            <a:extLst xmlns:a="http://schemas.openxmlformats.org/drawingml/2006/main">
              <a:ext uri="{FF2B5EF4-FFF2-40B4-BE49-F238E27FC236}">
                <a16:creationId xmlns:a16="http://schemas.microsoft.com/office/drawing/2014/main" id="{F340BEDC-DF01-40A8-BA3A-069AAFB4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121408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课程可完成</a:t>
            </a:r>
          </a:p>
        </p:txBody>
      </p:sp>
      <p:sp>
        <p:nvSpPr>
          <p:cNvPr id="13" name="visual-21-9-TextBox 22">
            <a:extLst xmlns:a="http://schemas.openxmlformats.org/drawingml/2006/main">
              <a:ext uri="{FF2B5EF4-FFF2-40B4-BE49-F238E27FC236}">
                <a16:creationId xmlns:a16="http://schemas.microsoft.com/office/drawing/2014/main" id="{19B0920C-2765-47DD-BD3A-D4107F712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121408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14" name="visual-21-10-TextBox 24">
            <a:extLst xmlns:a="http://schemas.openxmlformats.org/drawingml/2006/main">
              <a:ext uri="{FF2B5EF4-FFF2-40B4-BE49-F238E27FC236}">
                <a16:creationId xmlns:a16="http://schemas.microsoft.com/office/drawing/2014/main" id="{9373AFF0-589D-4B39-820D-79A7E982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2779775"/>
            <a:ext cx="181965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增加敏感数据</a:t>
            </a:r>
          </a:p>
        </p:txBody>
      </p:sp>
      <p:sp>
        <p:nvSpPr>
          <p:cNvPr id="15" name="visual-21-11-TextBox 26">
            <a:extLst xmlns:a="http://schemas.openxmlformats.org/drawingml/2006/main">
              <a:ext uri="{FF2B5EF4-FFF2-40B4-BE49-F238E27FC236}">
                <a16:creationId xmlns:a16="http://schemas.microsoft.com/office/drawing/2014/main" id="{A2406C09-53AF-4F0D-BA08-B9E9452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2779775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偏离问题</a:t>
            </a:r>
          </a:p>
        </p:txBody>
      </p:sp>
      <p:sp>
        <p:nvSpPr>
          <p:cNvPr id="16" name="visual-21-12-TextBox 28">
            <a:extLst xmlns:a="http://schemas.openxmlformats.org/drawingml/2006/main">
              <a:ext uri="{FF2B5EF4-FFF2-40B4-BE49-F238E27FC236}">
                <a16:creationId xmlns:a16="http://schemas.microsoft.com/office/drawing/2014/main" id="{840558BD-9F7E-4B56-A3F8-5DF619B4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779775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无授权</a:t>
            </a:r>
          </a:p>
        </p:txBody>
      </p:sp>
      <p:sp>
        <p:nvSpPr>
          <p:cNvPr id="17" name="visual-21-13-TextBox 30">
            <a:extLst xmlns:a="http://schemas.openxmlformats.org/drawingml/2006/main">
              <a:ext uri="{FF2B5EF4-FFF2-40B4-BE49-F238E27FC236}">
                <a16:creationId xmlns:a16="http://schemas.microsoft.com/office/drawing/2014/main" id="{3D79C6C3-03E5-483B-92B4-45F9A463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79775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扩大风险</a:t>
            </a:r>
          </a:p>
        </p:txBody>
      </p:sp>
      <p:sp>
        <p:nvSpPr>
          <p:cNvPr id="18" name="visual-21-14-TextBox 32">
            <a:extLst xmlns:a="http://schemas.openxmlformats.org/drawingml/2006/main">
              <a:ext uri="{FF2B5EF4-FFF2-40B4-BE49-F238E27FC236}">
                <a16:creationId xmlns:a16="http://schemas.microsoft.com/office/drawing/2014/main" id="{5F80BD18-2D2E-4934-AED3-250163F0B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779775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拒绝</a:t>
            </a:r>
          </a:p>
        </p:txBody>
      </p:sp>
      <p:sp>
        <p:nvSpPr>
          <p:cNvPr id="19" name="visual-21-15-TextBox 34">
            <a:extLst xmlns:a="http://schemas.openxmlformats.org/drawingml/2006/main">
              <a:ext uri="{FF2B5EF4-FFF2-40B4-BE49-F238E27FC236}">
                <a16:creationId xmlns:a16="http://schemas.microsoft.com/office/drawing/2014/main" id="{C2BFEC08-9581-47BA-BB9E-0D859722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3438144"/>
            <a:ext cx="181965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把建议写成结论</a:t>
            </a:r>
          </a:p>
        </p:txBody>
      </p:sp>
      <p:sp>
        <p:nvSpPr>
          <p:cNvPr id="20" name="visual-21-16-TextBox 36">
            <a:extLst xmlns:a="http://schemas.openxmlformats.org/drawingml/2006/main">
              <a:ext uri="{FF2B5EF4-FFF2-40B4-BE49-F238E27FC236}">
                <a16:creationId xmlns:a16="http://schemas.microsoft.com/office/drawing/2014/main" id="{5DF806C7-56C3-41E5-A703-FBD40A0F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3438144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不可证伪</a:t>
            </a:r>
          </a:p>
        </p:txBody>
      </p:sp>
      <p:sp>
        <p:nvSpPr>
          <p:cNvPr id="21" name="visual-21-17-TextBox 38">
            <a:extLst xmlns:a="http://schemas.openxmlformats.org/drawingml/2006/main">
              <a:ext uri="{FF2B5EF4-FFF2-40B4-BE49-F238E27FC236}">
                <a16:creationId xmlns:a16="http://schemas.microsoft.com/office/drawing/2014/main" id="{9399F9CC-2013-4A37-AD4E-CB1FF453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438144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未核验</a:t>
            </a:r>
          </a:p>
        </p:txBody>
      </p:sp>
      <p:sp>
        <p:nvSpPr>
          <p:cNvPr id="22" name="visual-21-18-TextBox 40">
            <a:extLst xmlns:a="http://schemas.openxmlformats.org/drawingml/2006/main">
              <a:ext uri="{FF2B5EF4-FFF2-40B4-BE49-F238E27FC236}">
                <a16:creationId xmlns:a16="http://schemas.microsoft.com/office/drawing/2014/main" id="{D1C996F5-1B24-438F-9EF3-86D0BBE0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38144"/>
            <a:ext cx="1865376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越过研究链</a:t>
            </a:r>
          </a:p>
        </p:txBody>
      </p:sp>
      <p:sp>
        <p:nvSpPr>
          <p:cNvPr id="23" name="visual-21-19-TextBox 42">
            <a:extLst xmlns:a="http://schemas.openxmlformats.org/drawingml/2006/main">
              <a:ext uri="{FF2B5EF4-FFF2-40B4-BE49-F238E27FC236}">
                <a16:creationId xmlns:a16="http://schemas.microsoft.com/office/drawing/2014/main" id="{A0398050-04F4-40F9-8FFD-D524A8E5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438144"/>
            <a:ext cx="1911095" cy="6035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改写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E3F8E1-41AB-4F06-ACFA-740760C4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人工确认后，只授权目标文件写回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D962016-D2B7-4D3E-9CF2-C081C2AD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" name="visual-22-0-TextBox 4">
            <a:extLst xmlns:a="http://schemas.openxmlformats.org/drawingml/2006/main">
              <a:ext uri="{FF2B5EF4-FFF2-40B4-BE49-F238E27FC236}">
                <a16:creationId xmlns:a16="http://schemas.microsoft.com/office/drawing/2014/main" id="{B9287677-0412-4FB7-883C-4A5F72C6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19" y="1600200"/>
            <a:ext cx="6144768" cy="352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APPROVED CHANGE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FILE  problem-definition.md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EDIT  仅修改“研究问题”段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DO NOT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- 新建结论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- 修改其他工件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  - 访问网络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AFTER  列出实际修改并等待检查</a:t>
            </a:r>
          </a:p>
        </p:txBody>
      </p:sp>
      <p:sp>
        <p:nvSpPr>
          <p:cNvPr id="5" name="visual-22-1-TextBox 6">
            <a:extLst xmlns:a="http://schemas.openxmlformats.org/drawingml/2006/main">
              <a:ext uri="{FF2B5EF4-FFF2-40B4-BE49-F238E27FC236}">
                <a16:creationId xmlns:a16="http://schemas.microsoft.com/office/drawing/2014/main" id="{5BCFB5FB-7F7C-4905-8880-35EE4B29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825496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批准的是一次变化</a:t>
            </a:r>
          </a:p>
        </p:txBody>
      </p:sp>
      <p:sp>
        <p:nvSpPr>
          <p:cNvPr id="6" name="visual-22-2-TextBox 7">
            <a:extLst xmlns:a="http://schemas.openxmlformats.org/drawingml/2006/main">
              <a:ext uri="{FF2B5EF4-FFF2-40B4-BE49-F238E27FC236}">
                <a16:creationId xmlns:a16="http://schemas.microsoft.com/office/drawing/2014/main" id="{E462C759-B6AD-426C-B276-058172EE0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88336"/>
            <a:ext cx="2825496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不是永久开放写权限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不是批准所有建议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不是批准研究结论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441EA80-7647-4C45-80DC-5ACB1CB6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“完成”之后，检查实际 diff 和使用记录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2989BE-76EE-48C2-BAB9-F0F6F3C0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visual-23-0-TextBox 4">
            <a:extLst xmlns:a="http://schemas.openxmlformats.org/drawingml/2006/main">
              <a:ext uri="{FF2B5EF4-FFF2-40B4-BE49-F238E27FC236}">
                <a16:creationId xmlns:a16="http://schemas.microsoft.com/office/drawing/2014/main" id="{7CA1C231-9BA4-4EF7-A25E-52CFF0FE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19" y="1600200"/>
            <a:ext cx="6144768" cy="352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git diff -- problem-definition.md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+ 收窄任务到公开数据上的引用核验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- 自动证明结构化提示消除幻觉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+ 检验结构化提示是否降低错配率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ai-usage-log.md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用途 / Context / 采用与拒绝 / 人工核验</a:t>
            </a:r>
          </a:p>
        </p:txBody>
      </p:sp>
      <p:sp>
        <p:nvSpPr>
          <p:cNvPr id="5" name="visual-23-1-TextBox 6">
            <a:extLst xmlns:a="http://schemas.openxmlformats.org/drawingml/2006/main">
              <a:ext uri="{FF2B5EF4-FFF2-40B4-BE49-F238E27FC236}">
                <a16:creationId xmlns:a16="http://schemas.microsoft.com/office/drawing/2014/main" id="{E221C9F9-96E7-4A28-96C1-4C6E0DDA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84248"/>
            <a:ext cx="2825496" cy="5303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两项核验</a:t>
            </a:r>
          </a:p>
        </p:txBody>
      </p:sp>
      <p:sp>
        <p:nvSpPr>
          <p:cNvPr id="6" name="visual-23-2-TextBox 7">
            <a:extLst xmlns:a="http://schemas.openxmlformats.org/drawingml/2006/main">
              <a:ext uri="{FF2B5EF4-FFF2-40B4-BE49-F238E27FC236}">
                <a16:creationId xmlns:a16="http://schemas.microsoft.com/office/drawing/2014/main" id="{CA70FF80-E2E9-4599-B7D9-EA8DA70F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88336"/>
            <a:ext cx="2825496" cy="192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diff：实际改了什么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log：为何这样决定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二者缺一不可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BF05B8-E3AF-4D8D-8D89-B4021F42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失败不是“重跑到成功”，而是评价材料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C8FEE4E-1A91-4844-9EAC-112CFA5E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visual-24-0-TextBox 5">
            <a:extLst xmlns:a="http://schemas.openxmlformats.org/drawingml/2006/main">
              <a:ext uri="{FF2B5EF4-FFF2-40B4-BE49-F238E27FC236}">
                <a16:creationId xmlns:a16="http://schemas.microsoft.com/office/drawing/2014/main" id="{42A37D08-E2F9-432D-AF39-98B67C46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24-1-TextBox 6">
            <a:extLst xmlns:a="http://schemas.openxmlformats.org/drawingml/2006/main">
              <a:ext uri="{FF2B5EF4-FFF2-40B4-BE49-F238E27FC236}">
                <a16:creationId xmlns:a16="http://schemas.microsoft.com/office/drawing/2014/main" id="{DBA658A0-667E-4FF5-AF78-29D829FE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sp>
        <p:nvSpPr>
          <p:cNvPr id="6" name="visual-24-2-TextBox 7">
            <a:extLst xmlns:a="http://schemas.openxmlformats.org/drawingml/2006/main">
              <a:ext uri="{FF2B5EF4-FFF2-40B4-BE49-F238E27FC236}">
                <a16:creationId xmlns:a16="http://schemas.microsoft.com/office/drawing/2014/main" id="{5154B475-F449-4B3F-8083-932F2839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不继续扩大影响</a:t>
            </a:r>
          </a:p>
        </p:txBody>
      </p:sp>
      <p:sp>
        <p:nvSpPr>
          <p:cNvPr id="7" name="visual-24-3-TextBox 11">
            <a:extLst xmlns:a="http://schemas.openxmlformats.org/drawingml/2006/main">
              <a:ext uri="{FF2B5EF4-FFF2-40B4-BE49-F238E27FC236}">
                <a16:creationId xmlns:a16="http://schemas.microsoft.com/office/drawing/2014/main" id="{220DA336-38A4-4EB9-83B7-C08E4FAE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86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24-4-TextBox 12">
            <a:extLst xmlns:a="http://schemas.openxmlformats.org/drawingml/2006/main">
              <a:ext uri="{FF2B5EF4-FFF2-40B4-BE49-F238E27FC236}">
                <a16:creationId xmlns:a16="http://schemas.microsoft.com/office/drawing/2014/main" id="{3C45F6E9-2CC3-46FB-ACEB-A50DB13E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9" name="visual-24-5-TextBox 13">
            <a:extLst xmlns:a="http://schemas.openxmlformats.org/drawingml/2006/main">
              <a:ext uri="{FF2B5EF4-FFF2-40B4-BE49-F238E27FC236}">
                <a16:creationId xmlns:a16="http://schemas.microsoft.com/office/drawing/2014/main" id="{20C06778-7994-4BBF-B773-7D85090C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15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保留失败与实际状态</a:t>
            </a:r>
          </a:p>
        </p:txBody>
      </p:sp>
      <p:sp>
        <p:nvSpPr>
          <p:cNvPr id="10" name="visual-24-6-TextBox 17">
            <a:extLst xmlns:a="http://schemas.openxmlformats.org/drawingml/2006/main">
              <a:ext uri="{FF2B5EF4-FFF2-40B4-BE49-F238E27FC236}">
                <a16:creationId xmlns:a16="http://schemas.microsoft.com/office/drawing/2014/main" id="{B10852CD-93DB-4322-A628-1B823765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305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24-7-TextBox 18">
            <a:extLst xmlns:a="http://schemas.openxmlformats.org/drawingml/2006/main">
              <a:ext uri="{FF2B5EF4-FFF2-40B4-BE49-F238E27FC236}">
                <a16:creationId xmlns:a16="http://schemas.microsoft.com/office/drawing/2014/main" id="{2F61B703-E7A8-4F59-8759-363E7B17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收窄</a:t>
            </a:r>
          </a:p>
        </p:txBody>
      </p:sp>
      <p:sp>
        <p:nvSpPr>
          <p:cNvPr id="12" name="visual-24-8-TextBox 19">
            <a:extLst xmlns:a="http://schemas.openxmlformats.org/drawingml/2006/main">
              <a:ext uri="{FF2B5EF4-FFF2-40B4-BE49-F238E27FC236}">
                <a16:creationId xmlns:a16="http://schemas.microsoft.com/office/drawing/2014/main" id="{0FACD979-6FB2-47A9-AECE-117834D0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340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减少输入、权限或目标</a:t>
            </a:r>
          </a:p>
        </p:txBody>
      </p:sp>
      <p:sp>
        <p:nvSpPr>
          <p:cNvPr id="13" name="visual-24-9-TextBox 23">
            <a:extLst xmlns:a="http://schemas.openxmlformats.org/drawingml/2006/main">
              <a:ext uri="{FF2B5EF4-FFF2-40B4-BE49-F238E27FC236}">
                <a16:creationId xmlns:a16="http://schemas.microsoft.com/office/drawing/2014/main" id="{E9C352A3-CF31-4EF9-9407-7E9F920B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24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24-10-TextBox 24">
            <a:extLst xmlns:a="http://schemas.openxmlformats.org/drawingml/2006/main">
              <a:ext uri="{FF2B5EF4-FFF2-40B4-BE49-F238E27FC236}">
                <a16:creationId xmlns:a16="http://schemas.microsoft.com/office/drawing/2014/main" id="{BBCAAB8D-1C6C-48E8-B261-E115EBC5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重试</a:t>
            </a:r>
          </a:p>
        </p:txBody>
      </p:sp>
      <p:sp>
        <p:nvSpPr>
          <p:cNvPr id="15" name="visual-24-11-TextBox 25">
            <a:extLst xmlns:a="http://schemas.openxmlformats.org/drawingml/2006/main">
              <a:ext uri="{FF2B5EF4-FFF2-40B4-BE49-F238E27FC236}">
                <a16:creationId xmlns:a16="http://schemas.microsoft.com/office/drawing/2014/main" id="{72BDC250-8D7A-422C-9448-CDDD55AC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53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在新契约内运行</a:t>
            </a:r>
          </a:p>
        </p:txBody>
      </p:sp>
      <p:sp>
        <p:nvSpPr>
          <p:cNvPr id="16" name="visual-24-12-TextBox 29">
            <a:extLst xmlns:a="http://schemas.openxmlformats.org/drawingml/2006/main">
              <a:ext uri="{FF2B5EF4-FFF2-40B4-BE49-F238E27FC236}">
                <a16:creationId xmlns:a16="http://schemas.microsoft.com/office/drawing/2014/main" id="{5B2BFC6B-E9B0-45D9-8D7E-D4A7B57A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1433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7" name="visual-24-13-TextBox 30">
            <a:extLst xmlns:a="http://schemas.openxmlformats.org/drawingml/2006/main">
              <a:ext uri="{FF2B5EF4-FFF2-40B4-BE49-F238E27FC236}">
                <a16:creationId xmlns:a16="http://schemas.microsoft.com/office/drawing/2014/main" id="{75883934-391A-4B90-A693-0A64AFDB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2807208"/>
            <a:ext cx="1678838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</a:t>
            </a:r>
          </a:p>
        </p:txBody>
      </p:sp>
      <p:sp>
        <p:nvSpPr>
          <p:cNvPr id="18" name="visual-24-14-TextBox 31">
            <a:extLst xmlns:a="http://schemas.openxmlformats.org/drawingml/2006/main">
              <a:ext uri="{FF2B5EF4-FFF2-40B4-BE49-F238E27FC236}">
                <a16:creationId xmlns:a16="http://schemas.microsoft.com/office/drawing/2014/main" id="{F6309798-EC5F-4140-98FE-579CB1E5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9721" y="3355848"/>
            <a:ext cx="1678838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检查 diff、日志与外部状态</a:t>
            </a:r>
          </a:p>
        </p:txBody>
      </p:sp>
      <p:sp>
        <p:nvSpPr>
          <p:cNvPr id="19" name="visual-24-15-TextBox 32">
            <a:extLst xmlns:a="http://schemas.openxmlformats.org/drawingml/2006/main">
              <a:ext uri="{FF2B5EF4-FFF2-40B4-BE49-F238E27FC236}">
                <a16:creationId xmlns:a16="http://schemas.microsoft.com/office/drawing/2014/main" id="{676F0B60-E9AC-4533-8F1D-B415A2CD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失败若改变了研究判断，就应回写；不能只保留成功截图。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9AEBA67-92F5-42E9-9AE5-AC1DD45F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选择一个小到能留下证据的问题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CC05A2-8957-48A4-B138-9986B7D4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visual-25-0-TextBox 4">
            <a:extLst xmlns:a="http://schemas.openxmlformats.org/drawingml/2006/main">
              <a:ext uri="{FF2B5EF4-FFF2-40B4-BE49-F238E27FC236}">
                <a16:creationId xmlns:a16="http://schemas.microsoft.com/office/drawing/2014/main" id="{1F82C71F-4931-4942-BF42-7CF97C4F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自己的研究兴趣</a:t>
            </a:r>
          </a:p>
        </p:txBody>
      </p:sp>
      <p:sp>
        <p:nvSpPr>
          <p:cNvPr id="5" name="visual-25-1-TextBox 5">
            <a:extLst xmlns:a="http://schemas.openxmlformats.org/drawingml/2006/main">
              <a:ext uri="{FF2B5EF4-FFF2-40B4-BE49-F238E27FC236}">
                <a16:creationId xmlns:a16="http://schemas.microsoft.com/office/drawing/2014/main" id="{F709D60C-C394-458E-A00B-E1FEB017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只取一个可在课程周期内检验的局部问题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先写不确定性，不追求最终题目</a:t>
            </a:r>
          </a:p>
        </p:txBody>
      </p:sp>
      <p:sp>
        <p:nvSpPr>
          <p:cNvPr id="6" name="visual-25-2-TextBox 7">
            <a:extLst xmlns:a="http://schemas.openxmlformats.org/drawingml/2006/main">
              <a:ext uri="{FF2B5EF4-FFF2-40B4-BE49-F238E27FC236}">
                <a16:creationId xmlns:a16="http://schemas.microsoft.com/office/drawing/2014/main" id="{3452638C-9F81-4CE0-BA4D-911B12D2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备用小问题</a:t>
            </a:r>
          </a:p>
        </p:txBody>
      </p:sp>
      <p:sp>
        <p:nvSpPr>
          <p:cNvPr id="7" name="visual-25-3-TextBox 8">
            <a:extLst xmlns:a="http://schemas.openxmlformats.org/drawingml/2006/main">
              <a:ext uri="{FF2B5EF4-FFF2-40B4-BE49-F238E27FC236}">
                <a16:creationId xmlns:a16="http://schemas.microsoft.com/office/drawing/2014/main" id="{09A53D12-82ED-46F6-9675-7538E5EC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结构化核验是否降低引用错配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只用公开材料与虚构样例</a:t>
            </a:r>
          </a:p>
        </p:txBody>
      </p:sp>
      <p:sp>
        <p:nvSpPr>
          <p:cNvPr id="8" name="visual-25-4-TextBox 9">
            <a:extLst xmlns:a="http://schemas.openxmlformats.org/drawingml/2006/main">
              <a:ext uri="{FF2B5EF4-FFF2-40B4-BE49-F238E27FC236}">
                <a16:creationId xmlns:a16="http://schemas.microsoft.com/office/drawing/2014/main" id="{E1EE87D3-F201-4FA0-90FE-1D77AEA8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76088"/>
            <a:ext cx="9015984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本课目标不是形成完整方案，而是留下一个可检查的起点。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20C75B-15CD-456D-BF64-CAF062D9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练习一：完成一次最小变更并检查 diff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E86DF5-04A7-41B3-A739-3CBDECC0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practice-action">
            <a:extLst xmlns:a="http://schemas.openxmlformats.org/drawingml/2006/main">
              <a:ext uri="{FF2B5EF4-FFF2-40B4-BE49-F238E27FC236}">
                <a16:creationId xmlns:a16="http://schemas.microsoft.com/office/drawing/2014/main" id="{662E2C3A-B9A4-403E-B028-B105EB0F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4429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只针对一个不确定性，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完成一次可检查的修改。</a:t>
            </a:r>
          </a:p>
        </p:txBody>
      </p:sp>
      <p:sp>
        <p:nvSpPr>
          <p:cNvPr id="5" name="practice-rule">
            <a:extLst xmlns:a="http://schemas.openxmlformats.org/drawingml/2006/main">
              <a:ext uri="{FF2B5EF4-FFF2-40B4-BE49-F238E27FC236}">
                <a16:creationId xmlns:a16="http://schemas.microsoft.com/office/drawing/2014/main" id="{CCBDCBE3-35A6-45B6-9984-9AE4A7FF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130492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6" name="practice-label-0">
            <a:extLst xmlns:a="http://schemas.openxmlformats.org/drawingml/2006/main">
              <a:ext uri="{FF2B5EF4-FFF2-40B4-BE49-F238E27FC236}">
                <a16:creationId xmlns:a16="http://schemas.microsoft.com/office/drawing/2014/main" id="{E7BF3106-CD00-4FAA-ABF2-94516D2F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352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practice-detail-0">
            <a:extLst xmlns:a="http://schemas.openxmlformats.org/drawingml/2006/main">
              <a:ext uri="{FF2B5EF4-FFF2-40B4-BE49-F238E27FC236}">
                <a16:creationId xmlns:a16="http://schemas.microsoft.com/office/drawing/2014/main" id="{287B81A5-3215-4587-9F88-0DECE283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525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只读提出建议</a:t>
            </a:r>
          </a:p>
        </p:txBody>
      </p:sp>
      <p:sp>
        <p:nvSpPr>
          <p:cNvPr id="8" name="practice-sep-0">
            <a:extLst xmlns:a="http://schemas.openxmlformats.org/drawingml/2006/main">
              <a:ext uri="{FF2B5EF4-FFF2-40B4-BE49-F238E27FC236}">
                <a16:creationId xmlns:a16="http://schemas.microsoft.com/office/drawing/2014/main" id="{A35F0D02-DE3F-4CD8-8434-9E44D487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431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practice-label-1">
            <a:extLst xmlns:a="http://schemas.openxmlformats.org/drawingml/2006/main">
              <a:ext uri="{FF2B5EF4-FFF2-40B4-BE49-F238E27FC236}">
                <a16:creationId xmlns:a16="http://schemas.microsoft.com/office/drawing/2014/main" id="{ABF22EAD-9715-4D43-916E-CA63C2DD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050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practice-detail-1">
            <a:extLst xmlns:a="http://schemas.openxmlformats.org/drawingml/2006/main">
              <a:ext uri="{FF2B5EF4-FFF2-40B4-BE49-F238E27FC236}">
                <a16:creationId xmlns:a16="http://schemas.microsoft.com/office/drawing/2014/main" id="{EA824BE7-6CF2-48E4-BE7C-5E9085A7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05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人工决定是否改写一处</a:t>
            </a:r>
          </a:p>
        </p:txBody>
      </p:sp>
      <p:sp>
        <p:nvSpPr>
          <p:cNvPr id="11" name="practice-sep-1">
            <a:extLst xmlns:a="http://schemas.openxmlformats.org/drawingml/2006/main">
              <a:ext uri="{FF2B5EF4-FFF2-40B4-BE49-F238E27FC236}">
                <a16:creationId xmlns:a16="http://schemas.microsoft.com/office/drawing/2014/main" id="{AA477D2C-0E12-45A3-B55A-074C1DD3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956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practice-label-2">
            <a:extLst xmlns:a="http://schemas.openxmlformats.org/drawingml/2006/main">
              <a:ext uri="{FF2B5EF4-FFF2-40B4-BE49-F238E27FC236}">
                <a16:creationId xmlns:a16="http://schemas.microsoft.com/office/drawing/2014/main" id="{0E7B6783-7300-4BF3-B621-58A56892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57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practice-detail-2">
            <a:extLst xmlns:a="http://schemas.openxmlformats.org/drawingml/2006/main">
              <a:ext uri="{FF2B5EF4-FFF2-40B4-BE49-F238E27FC236}">
                <a16:creationId xmlns:a16="http://schemas.microsoft.com/office/drawing/2014/main" id="{13963C2A-377E-474F-BDEB-58725C00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仅授权目标文件写回</a:t>
            </a:r>
          </a:p>
        </p:txBody>
      </p:sp>
      <p:sp>
        <p:nvSpPr>
          <p:cNvPr id="14" name="practice-sep-2">
            <a:extLst xmlns:a="http://schemas.openxmlformats.org/drawingml/2006/main">
              <a:ext uri="{FF2B5EF4-FFF2-40B4-BE49-F238E27FC236}">
                <a16:creationId xmlns:a16="http://schemas.microsoft.com/office/drawing/2014/main" id="{60C38F06-E0CB-4405-9E2B-0A6CC56F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481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practice-label-3">
            <a:extLst xmlns:a="http://schemas.openxmlformats.org/drawingml/2006/main">
              <a:ext uri="{FF2B5EF4-FFF2-40B4-BE49-F238E27FC236}">
                <a16:creationId xmlns:a16="http://schemas.microsoft.com/office/drawing/2014/main" id="{5B5A6309-9637-40E5-AC3D-E2206425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100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practice-detail-3">
            <a:extLst xmlns:a="http://schemas.openxmlformats.org/drawingml/2006/main">
              <a:ext uri="{FF2B5EF4-FFF2-40B4-BE49-F238E27FC236}">
                <a16:creationId xmlns:a16="http://schemas.microsoft.com/office/drawing/2014/main" id="{1C8DB748-D13C-4792-80DF-BD106411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10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检查实际 diff</a:t>
            </a:r>
          </a:p>
        </p:txBody>
      </p:sp>
      <p:sp>
        <p:nvSpPr>
          <p:cNvPr id="17" name="practice-finish">
            <a:extLst xmlns:a="http://schemas.openxmlformats.org/drawingml/2006/main">
              <a:ext uri="{FF2B5EF4-FFF2-40B4-BE49-F238E27FC236}">
                <a16:creationId xmlns:a16="http://schemas.microsoft.com/office/drawing/2014/main" id="{58A2E6AB-1518-49EE-B493-1998AA1E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完成标志｜一处人工确认的修改 + 对应 diff</a:t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D9EBDEAE-777E-48CC-9C93-030E5986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写入：problem-definition.md · 不扩展任务范围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5E4F40-E15A-4145-BE75-37F12AB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练习二：补日志，并标出研究链位置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53CA39-D316-4047-B5C4-3287462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practice-action">
            <a:extLst xmlns:a="http://schemas.openxmlformats.org/drawingml/2006/main">
              <a:ext uri="{FF2B5EF4-FFF2-40B4-BE49-F238E27FC236}">
                <a16:creationId xmlns:a16="http://schemas.microsoft.com/office/drawing/2014/main" id="{0CDEF2BB-B100-49FF-8518-653AAB80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4429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 diff 反推：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建议、判断、修改位于哪里？</a:t>
            </a:r>
          </a:p>
        </p:txBody>
      </p:sp>
      <p:sp>
        <p:nvSpPr>
          <p:cNvPr id="5" name="practice-rule">
            <a:extLst xmlns:a="http://schemas.openxmlformats.org/drawingml/2006/main">
              <a:ext uri="{FF2B5EF4-FFF2-40B4-BE49-F238E27FC236}">
                <a16:creationId xmlns:a16="http://schemas.microsoft.com/office/drawing/2014/main" id="{A3722B17-ED75-4573-9629-117B677D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130492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6" name="practice-label-0">
            <a:extLst xmlns:a="http://schemas.openxmlformats.org/drawingml/2006/main">
              <a:ext uri="{FF2B5EF4-FFF2-40B4-BE49-F238E27FC236}">
                <a16:creationId xmlns:a16="http://schemas.microsoft.com/office/drawing/2014/main" id="{C1F1672E-6242-44D0-BB84-5382358E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352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practice-detail-0">
            <a:extLst xmlns:a="http://schemas.openxmlformats.org/drawingml/2006/main">
              <a:ext uri="{FF2B5EF4-FFF2-40B4-BE49-F238E27FC236}">
                <a16:creationId xmlns:a16="http://schemas.microsoft.com/office/drawing/2014/main" id="{EF19D0DD-ED5C-43D5-89C4-3CE3C915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525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 AI 建议了什么</a:t>
            </a:r>
          </a:p>
        </p:txBody>
      </p:sp>
      <p:sp>
        <p:nvSpPr>
          <p:cNvPr id="8" name="practice-sep-0">
            <a:extLst xmlns:a="http://schemas.openxmlformats.org/drawingml/2006/main">
              <a:ext uri="{FF2B5EF4-FFF2-40B4-BE49-F238E27FC236}">
                <a16:creationId xmlns:a16="http://schemas.microsoft.com/office/drawing/2014/main" id="{F0DA9B46-0747-42DD-90EA-C29BAA1B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431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practice-label-1">
            <a:extLst xmlns:a="http://schemas.openxmlformats.org/drawingml/2006/main">
              <a:ext uri="{FF2B5EF4-FFF2-40B4-BE49-F238E27FC236}">
                <a16:creationId xmlns:a16="http://schemas.microsoft.com/office/drawing/2014/main" id="{AE9B6556-FEC0-42F5-8C5B-475BF93C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050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practice-detail-1">
            <a:extLst xmlns:a="http://schemas.openxmlformats.org/drawingml/2006/main">
              <a:ext uri="{FF2B5EF4-FFF2-40B4-BE49-F238E27FC236}">
                <a16:creationId xmlns:a16="http://schemas.microsoft.com/office/drawing/2014/main" id="{7C126670-71C2-4942-8BEB-DD10C849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05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写明采纳、修改或拒绝理由</a:t>
            </a:r>
          </a:p>
        </p:txBody>
      </p:sp>
      <p:sp>
        <p:nvSpPr>
          <p:cNvPr id="11" name="practice-sep-1">
            <a:extLst xmlns:a="http://schemas.openxmlformats.org/drawingml/2006/main">
              <a:ext uri="{FF2B5EF4-FFF2-40B4-BE49-F238E27FC236}">
                <a16:creationId xmlns:a16="http://schemas.microsoft.com/office/drawing/2014/main" id="{10DE037E-5B33-4C01-B028-DAD43CFC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956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practice-label-2">
            <a:extLst xmlns:a="http://schemas.openxmlformats.org/drawingml/2006/main">
              <a:ext uri="{FF2B5EF4-FFF2-40B4-BE49-F238E27FC236}">
                <a16:creationId xmlns:a16="http://schemas.microsoft.com/office/drawing/2014/main" id="{542BCA08-1572-413D-9AB6-B0107BF2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575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practice-detail-2">
            <a:extLst xmlns:a="http://schemas.openxmlformats.org/drawingml/2006/main">
              <a:ext uri="{FF2B5EF4-FFF2-40B4-BE49-F238E27FC236}">
                <a16:creationId xmlns:a16="http://schemas.microsoft.com/office/drawing/2014/main" id="{CA3771B1-5237-4571-B8B8-B54849B1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标出八阶段中的当前位置</a:t>
            </a:r>
          </a:p>
        </p:txBody>
      </p:sp>
      <p:sp>
        <p:nvSpPr>
          <p:cNvPr id="14" name="practice-sep-2">
            <a:extLst xmlns:a="http://schemas.openxmlformats.org/drawingml/2006/main">
              <a:ext uri="{FF2B5EF4-FFF2-40B4-BE49-F238E27FC236}">
                <a16:creationId xmlns:a16="http://schemas.microsoft.com/office/drawing/2014/main" id="{D4DF9075-3DFF-462D-8B87-28358F57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48125"/>
            <a:ext cx="552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practice-label-3">
            <a:extLst xmlns:a="http://schemas.openxmlformats.org/drawingml/2006/main">
              <a:ext uri="{FF2B5EF4-FFF2-40B4-BE49-F238E27FC236}">
                <a16:creationId xmlns:a16="http://schemas.microsoft.com/office/drawing/2014/main" id="{46FAA16C-9060-4348-A212-CACD2CA8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100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practice-detail-3">
            <a:extLst xmlns:a="http://schemas.openxmlformats.org/drawingml/2006/main">
              <a:ext uri="{FF2B5EF4-FFF2-40B4-BE49-F238E27FC236}">
                <a16:creationId xmlns:a16="http://schemas.microsoft.com/office/drawing/2014/main" id="{937FA55C-6B2B-471A-9EF3-ACD3134D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10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留下下一步回退点</a:t>
            </a:r>
          </a:p>
        </p:txBody>
      </p:sp>
      <p:sp>
        <p:nvSpPr>
          <p:cNvPr id="17" name="practice-finish">
            <a:extLst xmlns:a="http://schemas.openxmlformats.org/drawingml/2006/main">
              <a:ext uri="{FF2B5EF4-FFF2-40B4-BE49-F238E27FC236}">
                <a16:creationId xmlns:a16="http://schemas.microsoft.com/office/drawing/2014/main" id="{07C1F401-5903-41BF-A867-D791F811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完成标志｜一条 AI 使用记录 + 一个链路位置</a:t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CF7A5CD5-30F5-42FA-BCF4-C19A1845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写入：AI 使用记录与当前项目日志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F092265-2721-44E3-8192-46F0DA29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临时结对：只提问题，不替作者决定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D6DED02-35EC-4859-8ECD-BCF1FCE4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" name="visual-28-0-TextBox 4">
            <a:extLst xmlns:a="http://schemas.openxmlformats.org/drawingml/2006/main">
              <a:ext uri="{FF2B5EF4-FFF2-40B4-BE49-F238E27FC236}">
                <a16:creationId xmlns:a16="http://schemas.microsoft.com/office/drawing/2014/main" id="{80A7479C-AA16-499F-BCD0-BBFEC0AA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反馈者</a:t>
            </a:r>
          </a:p>
        </p:txBody>
      </p:sp>
      <p:sp>
        <p:nvSpPr>
          <p:cNvPr id="5" name="visual-28-1-TextBox 5">
            <a:extLst xmlns:a="http://schemas.openxmlformats.org/drawingml/2006/main">
              <a:ext uri="{FF2B5EF4-FFF2-40B4-BE49-F238E27FC236}">
                <a16:creationId xmlns:a16="http://schemas.microsoft.com/office/drawing/2014/main" id="{9E5BF6F3-5B72-406A-960E-878AAC7E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指出一处证据或边界缺口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不直接改对方文件</a:t>
            </a:r>
          </a:p>
        </p:txBody>
      </p:sp>
      <p:sp>
        <p:nvSpPr>
          <p:cNvPr id="6" name="visual-28-2-TextBox 7">
            <a:extLst xmlns:a="http://schemas.openxmlformats.org/drawingml/2006/main">
              <a:ext uri="{FF2B5EF4-FFF2-40B4-BE49-F238E27FC236}">
                <a16:creationId xmlns:a16="http://schemas.microsoft.com/office/drawing/2014/main" id="{61D2FA0D-CA83-4552-81F3-9352F85E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45920"/>
            <a:ext cx="46268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7" name="visual-28-3-TextBox 8">
            <a:extLst xmlns:a="http://schemas.openxmlformats.org/drawingml/2006/main">
              <a:ext uri="{FF2B5EF4-FFF2-40B4-BE49-F238E27FC236}">
                <a16:creationId xmlns:a16="http://schemas.microsoft.com/office/drawing/2014/main" id="{84F4FC1D-5C09-41F2-A092-AA9D104D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377440"/>
            <a:ext cx="4626864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决定采纳、修改或拒绝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记录理由并独立提交</a:t>
            </a:r>
          </a:p>
        </p:txBody>
      </p:sp>
      <p:sp>
        <p:nvSpPr>
          <p:cNvPr id="8" name="visual-28-4-TextBox 9">
            <a:extLst xmlns:a="http://schemas.openxmlformats.org/drawingml/2006/main">
              <a:ext uri="{FF2B5EF4-FFF2-40B4-BE49-F238E27FC236}">
                <a16:creationId xmlns:a16="http://schemas.microsoft.com/office/drawing/2014/main" id="{FC3D3FD2-512D-4AD3-9DDB-A112F90C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276088"/>
            <a:ext cx="9015984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固定同伴组在第 6 课前建立；今天的结对不构成小组。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4E89834-45BB-48B2-964D-577A7605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191856-C4F2-490D-BEE0-A6F4D2A7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4" name="visual-29-0-TextBox 5">
            <a:extLst xmlns:a="http://schemas.openxmlformats.org/drawingml/2006/main">
              <a:ext uri="{FF2B5EF4-FFF2-40B4-BE49-F238E27FC236}">
                <a16:creationId xmlns:a16="http://schemas.microsoft.com/office/drawing/2014/main" id="{D1B59AA2-6D54-4FBB-BEEA-AC78D387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29-1-TextBox 6">
            <a:extLst xmlns:a="http://schemas.openxmlformats.org/drawingml/2006/main">
              <a:ext uri="{FF2B5EF4-FFF2-40B4-BE49-F238E27FC236}">
                <a16:creationId xmlns:a16="http://schemas.microsoft.com/office/drawing/2014/main" id="{DE066D2C-A9D9-49E7-B278-690D6D4A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输出</a:t>
            </a:r>
          </a:p>
        </p:txBody>
      </p:sp>
      <p:sp>
        <p:nvSpPr>
          <p:cNvPr id="6" name="visual-29-2-TextBox 7">
            <a:extLst xmlns:a="http://schemas.openxmlformats.org/drawingml/2006/main">
              <a:ext uri="{FF2B5EF4-FFF2-40B4-BE49-F238E27FC236}">
                <a16:creationId xmlns:a16="http://schemas.microsoft.com/office/drawing/2014/main" id="{8F9477E4-3705-4240-BFC5-FE4990E7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先判断证据身份</a:t>
            </a:r>
          </a:p>
        </p:txBody>
      </p:sp>
      <p:sp>
        <p:nvSpPr>
          <p:cNvPr id="7" name="visual-29-3-TextBox 11">
            <a:extLst xmlns:a="http://schemas.openxmlformats.org/drawingml/2006/main">
              <a:ext uri="{FF2B5EF4-FFF2-40B4-BE49-F238E27FC236}">
                <a16:creationId xmlns:a16="http://schemas.microsoft.com/office/drawing/2014/main" id="{04ED315D-F1DD-4590-9F87-25D07676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29-4-TextBox 12">
            <a:extLst xmlns:a="http://schemas.openxmlformats.org/drawingml/2006/main">
              <a:ext uri="{FF2B5EF4-FFF2-40B4-BE49-F238E27FC236}">
                <a16:creationId xmlns:a16="http://schemas.microsoft.com/office/drawing/2014/main" id="{B623CB11-E46A-4BDA-AEC9-FA9768D2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研究链</a:t>
            </a:r>
          </a:p>
        </p:txBody>
      </p:sp>
      <p:sp>
        <p:nvSpPr>
          <p:cNvPr id="9" name="visual-29-5-TextBox 13">
            <a:extLst xmlns:a="http://schemas.openxmlformats.org/drawingml/2006/main">
              <a:ext uri="{FF2B5EF4-FFF2-40B4-BE49-F238E27FC236}">
                <a16:creationId xmlns:a16="http://schemas.microsoft.com/office/drawing/2014/main" id="{760EE199-843C-40DC-9955-A803A3533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定位正在修改什么</a:t>
            </a:r>
          </a:p>
        </p:txBody>
      </p:sp>
      <p:sp>
        <p:nvSpPr>
          <p:cNvPr id="10" name="visual-29-6-TextBox 17">
            <a:extLst xmlns:a="http://schemas.openxmlformats.org/drawingml/2006/main">
              <a:ext uri="{FF2B5EF4-FFF2-40B4-BE49-F238E27FC236}">
                <a16:creationId xmlns:a16="http://schemas.microsoft.com/office/drawing/2014/main" id="{28BAA75C-375C-4524-BE67-83E7C4D1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29-7-TextBox 18">
            <a:extLst xmlns:a="http://schemas.openxmlformats.org/drawingml/2006/main">
              <a:ext uri="{FF2B5EF4-FFF2-40B4-BE49-F238E27FC236}">
                <a16:creationId xmlns:a16="http://schemas.microsoft.com/office/drawing/2014/main" id="{83868F7E-A9F1-4092-9BF1-DDF8E16F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人类判断</a:t>
            </a:r>
          </a:p>
        </p:txBody>
      </p:sp>
      <p:sp>
        <p:nvSpPr>
          <p:cNvPr id="12" name="visual-29-8-TextBox 19">
            <a:extLst xmlns:a="http://schemas.openxmlformats.org/drawingml/2006/main">
              <a:ext uri="{FF2B5EF4-FFF2-40B4-BE49-F238E27FC236}">
                <a16:creationId xmlns:a16="http://schemas.microsoft.com/office/drawing/2014/main" id="{B7E9EED0-B63F-4358-912C-C3615ED2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决定是否写回</a:t>
            </a:r>
          </a:p>
        </p:txBody>
      </p:sp>
      <p:sp>
        <p:nvSpPr>
          <p:cNvPr id="13" name="visual-29-9-TextBox 23">
            <a:extLst xmlns:a="http://schemas.openxmlformats.org/drawingml/2006/main">
              <a:ext uri="{FF2B5EF4-FFF2-40B4-BE49-F238E27FC236}">
                <a16:creationId xmlns:a16="http://schemas.microsoft.com/office/drawing/2014/main" id="{839220CD-B813-481E-9140-F35103B1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29-10-TextBox 24">
            <a:extLst xmlns:a="http://schemas.openxmlformats.org/drawingml/2006/main">
              <a:ext uri="{FF2B5EF4-FFF2-40B4-BE49-F238E27FC236}">
                <a16:creationId xmlns:a16="http://schemas.microsoft.com/office/drawing/2014/main" id="{F414D234-BB01-4D2E-ABF7-6E2CCC67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可审计记录</a:t>
            </a:r>
          </a:p>
        </p:txBody>
      </p:sp>
      <p:sp>
        <p:nvSpPr>
          <p:cNvPr id="15" name="visual-29-11-TextBox 25">
            <a:extLst xmlns:a="http://schemas.openxmlformats.org/drawingml/2006/main">
              <a:ext uri="{FF2B5EF4-FFF2-40B4-BE49-F238E27FC236}">
                <a16:creationId xmlns:a16="http://schemas.microsoft.com/office/drawing/2014/main" id="{D22489B7-437A-4B2B-ABA4-D9FFDE6F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diff、日志、边界</a:t>
            </a:r>
          </a:p>
        </p:txBody>
      </p:sp>
      <p:sp>
        <p:nvSpPr>
          <p:cNvPr id="16" name="visual-29-12-TextBox 26">
            <a:extLst xmlns:a="http://schemas.openxmlformats.org/drawingml/2006/main">
              <a:ext uri="{FF2B5EF4-FFF2-40B4-BE49-F238E27FC236}">
                <a16:creationId xmlns:a16="http://schemas.microsoft.com/office/drawing/2014/main" id="{BCB4F96F-1A8A-491F-9719-3393ED67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可以参与科研；研究责任仍由人承担。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AA3CCB6-FC14-4FB5-8A62-F0F1486B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离场前，只检查三件事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19C3383-3EE8-4756-8769-F1AB5397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4" name="visual-30-0-TextBox 4">
            <a:extLst xmlns:a="http://schemas.openxmlformats.org/drawingml/2006/main">
              <a:ext uri="{FF2B5EF4-FFF2-40B4-BE49-F238E27FC236}">
                <a16:creationId xmlns:a16="http://schemas.microsoft.com/office/drawing/2014/main" id="{CFDA4F83-30A2-4CFB-89F8-64908A71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15568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YOUR MOVE</a:t>
            </a:r>
          </a:p>
        </p:txBody>
      </p:sp>
      <p:sp>
        <p:nvSpPr>
          <p:cNvPr id="5" name="visual-30-1-TextBox 5">
            <a:extLst xmlns:a="http://schemas.openxmlformats.org/drawingml/2006/main">
              <a:ext uri="{FF2B5EF4-FFF2-40B4-BE49-F238E27FC236}">
                <a16:creationId xmlns:a16="http://schemas.microsoft.com/office/drawing/2014/main" id="{83619D15-B189-4791-A879-71C402F7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1682496"/>
            <a:ext cx="10113263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你的项目是否已经留下一个别人可以检查的起点？</a:t>
            </a:r>
          </a:p>
        </p:txBody>
      </p:sp>
      <p:sp>
        <p:nvSpPr>
          <p:cNvPr id="6" name="visual-30-2-TextBox 7">
            <a:extLst xmlns:a="http://schemas.openxmlformats.org/drawingml/2006/main">
              <a:ext uri="{FF2B5EF4-FFF2-40B4-BE49-F238E27FC236}">
                <a16:creationId xmlns:a16="http://schemas.microsoft.com/office/drawing/2014/main" id="{86E3339D-405E-45DE-8E6D-A339ED6B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688" y="3191256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7" name="visual-30-3-TextBox 8">
            <a:extLst xmlns:a="http://schemas.openxmlformats.org/drawingml/2006/main">
              <a:ext uri="{FF2B5EF4-FFF2-40B4-BE49-F238E27FC236}">
                <a16:creationId xmlns:a16="http://schemas.microsoft.com/office/drawing/2014/main" id="{2BD745B6-DB77-43B4-8799-DC3E101B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7" y="3154680"/>
            <a:ext cx="7598663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一处经人工确认的修改与对应 diff</a:t>
            </a:r>
          </a:p>
        </p:txBody>
      </p:sp>
      <p:sp>
        <p:nvSpPr>
          <p:cNvPr id="8" name="visual-30-4-TextBox 10">
            <a:extLst xmlns:a="http://schemas.openxmlformats.org/drawingml/2006/main">
              <a:ext uri="{FF2B5EF4-FFF2-40B4-BE49-F238E27FC236}">
                <a16:creationId xmlns:a16="http://schemas.microsoft.com/office/drawing/2014/main" id="{C3771720-31EA-45B7-B1FE-90E921A5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688" y="3849624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9" name="visual-30-5-TextBox 11">
            <a:extLst xmlns:a="http://schemas.openxmlformats.org/drawingml/2006/main">
              <a:ext uri="{FF2B5EF4-FFF2-40B4-BE49-F238E27FC236}">
                <a16:creationId xmlns:a16="http://schemas.microsoft.com/office/drawing/2014/main" id="{92BD4E32-D2E9-4353-8FDB-F4FF03A3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7" y="3813048"/>
            <a:ext cx="7598663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一条 AI 使用记录</a:t>
            </a:r>
          </a:p>
        </p:txBody>
      </p:sp>
      <p:sp>
        <p:nvSpPr>
          <p:cNvPr id="10" name="visual-30-6-TextBox 13">
            <a:extLst xmlns:a="http://schemas.openxmlformats.org/drawingml/2006/main">
              <a:ext uri="{FF2B5EF4-FFF2-40B4-BE49-F238E27FC236}">
                <a16:creationId xmlns:a16="http://schemas.microsoft.com/office/drawing/2014/main" id="{48AAB238-26B0-4C0A-8EF8-05812285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688" y="4507992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1" name="visual-30-7-TextBox 14">
            <a:extLst xmlns:a="http://schemas.openxmlformats.org/drawingml/2006/main">
              <a:ext uri="{FF2B5EF4-FFF2-40B4-BE49-F238E27FC236}">
                <a16:creationId xmlns:a16="http://schemas.microsoft.com/office/drawing/2014/main" id="{DF5EAFE0-58D9-4E14-895E-D65E0561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7" y="4471416"/>
            <a:ext cx="7598663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一个明确写出的当前不确定性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11D47F4-173F-4872-927B-4DCB6C2C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5720"/>
            <a:ext cx="103784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课后：完善起点，不新增正式提交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A3EFDA-6CF1-4479-9701-6009F7DC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9648" y="6473952"/>
            <a:ext cx="5669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4" name="visual-31-0-TextBox 5">
            <a:extLst xmlns:a="http://schemas.openxmlformats.org/drawingml/2006/main">
              <a:ext uri="{FF2B5EF4-FFF2-40B4-BE49-F238E27FC236}">
                <a16:creationId xmlns:a16="http://schemas.microsoft.com/office/drawing/2014/main" id="{66297226-95D3-4430-BF15-A406DA53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visual-31-1-TextBox 6">
            <a:extLst xmlns:a="http://schemas.openxmlformats.org/drawingml/2006/main">
              <a:ext uri="{FF2B5EF4-FFF2-40B4-BE49-F238E27FC236}">
                <a16:creationId xmlns:a16="http://schemas.microsoft.com/office/drawing/2014/main" id="{91BB506C-0F3B-4BA0-BD07-A33AB60D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完善问题</a:t>
            </a:r>
          </a:p>
        </p:txBody>
      </p:sp>
      <p:sp>
        <p:nvSpPr>
          <p:cNvPr id="6" name="visual-31-2-TextBox 7">
            <a:extLst xmlns:a="http://schemas.openxmlformats.org/drawingml/2006/main">
              <a:ext uri="{FF2B5EF4-FFF2-40B4-BE49-F238E27FC236}">
                <a16:creationId xmlns:a16="http://schemas.microsoft.com/office/drawing/2014/main" id="{9C740A8F-3E63-441C-B9F0-744D0FBD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补范围与非例</a:t>
            </a:r>
          </a:p>
        </p:txBody>
      </p:sp>
      <p:sp>
        <p:nvSpPr>
          <p:cNvPr id="7" name="visual-31-3-TextBox 11">
            <a:extLst xmlns:a="http://schemas.openxmlformats.org/drawingml/2006/main">
              <a:ext uri="{FF2B5EF4-FFF2-40B4-BE49-F238E27FC236}">
                <a16:creationId xmlns:a16="http://schemas.microsoft.com/office/drawing/2014/main" id="{5CC348B2-5376-4E92-B498-50C95E04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" name="visual-31-4-TextBox 12">
            <a:extLst xmlns:a="http://schemas.openxmlformats.org/drawingml/2006/main">
              <a:ext uri="{FF2B5EF4-FFF2-40B4-BE49-F238E27FC236}">
                <a16:creationId xmlns:a16="http://schemas.microsoft.com/office/drawing/2014/main" id="{A69098E7-6170-4D37-8282-8ED56E0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保留记录</a:t>
            </a:r>
          </a:p>
        </p:txBody>
      </p:sp>
      <p:sp>
        <p:nvSpPr>
          <p:cNvPr id="9" name="visual-31-5-TextBox 13">
            <a:extLst xmlns:a="http://schemas.openxmlformats.org/drawingml/2006/main">
              <a:ext uri="{FF2B5EF4-FFF2-40B4-BE49-F238E27FC236}">
                <a16:creationId xmlns:a16="http://schemas.microsoft.com/office/drawing/2014/main" id="{5C5F89B4-0D41-4F57-B773-035816EB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448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diff 与日志不删除</a:t>
            </a:r>
          </a:p>
        </p:txBody>
      </p:sp>
      <p:sp>
        <p:nvSpPr>
          <p:cNvPr id="10" name="visual-31-6-TextBox 17">
            <a:extLst xmlns:a="http://schemas.openxmlformats.org/drawingml/2006/main">
              <a:ext uri="{FF2B5EF4-FFF2-40B4-BE49-F238E27FC236}">
                <a16:creationId xmlns:a16="http://schemas.microsoft.com/office/drawing/2014/main" id="{479404E1-D8CC-4C75-AFA0-C71D0B77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31-7-TextBox 18">
            <a:extLst xmlns:a="http://schemas.openxmlformats.org/drawingml/2006/main">
              <a:ext uri="{FF2B5EF4-FFF2-40B4-BE49-F238E27FC236}">
                <a16:creationId xmlns:a16="http://schemas.microsoft.com/office/drawing/2014/main" id="{3F46BBA3-6792-4498-970F-DD56790A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阅读核心材料</a:t>
            </a:r>
          </a:p>
        </p:txBody>
      </p:sp>
      <p:sp>
        <p:nvSpPr>
          <p:cNvPr id="12" name="visual-31-8-TextBox 19">
            <a:extLst xmlns:a="http://schemas.openxmlformats.org/drawingml/2006/main">
              <a:ext uri="{FF2B5EF4-FFF2-40B4-BE49-F238E27FC236}">
                <a16:creationId xmlns:a16="http://schemas.microsoft.com/office/drawing/2014/main" id="{4FE15603-D034-44FF-8508-C64B9264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问题形成与人类判断</a:t>
            </a:r>
          </a:p>
        </p:txBody>
      </p:sp>
      <p:sp>
        <p:nvSpPr>
          <p:cNvPr id="13" name="visual-31-9-TextBox 23">
            <a:extLst xmlns:a="http://schemas.openxmlformats.org/drawingml/2006/main">
              <a:ext uri="{FF2B5EF4-FFF2-40B4-BE49-F238E27FC236}">
                <a16:creationId xmlns:a16="http://schemas.microsoft.com/office/drawing/2014/main" id="{4E7E3EE1-8466-4E37-B39D-F2DB0942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22576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31-10-TextBox 24">
            <a:extLst xmlns:a="http://schemas.openxmlformats.org/drawingml/2006/main">
              <a:ext uri="{FF2B5EF4-FFF2-40B4-BE49-F238E27FC236}">
                <a16:creationId xmlns:a16="http://schemas.microsoft.com/office/drawing/2014/main" id="{3C7BAC50-8709-4871-A0F7-C2E1F686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807208"/>
            <a:ext cx="2231136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带入第 2 课</a:t>
            </a:r>
          </a:p>
        </p:txBody>
      </p:sp>
      <p:sp>
        <p:nvSpPr>
          <p:cNvPr id="15" name="visual-31-11-TextBox 25">
            <a:extLst xmlns:a="http://schemas.openxmlformats.org/drawingml/2006/main">
              <a:ext uri="{FF2B5EF4-FFF2-40B4-BE49-F238E27FC236}">
                <a16:creationId xmlns:a16="http://schemas.microsoft.com/office/drawing/2014/main" id="{22FC48CC-05F3-441E-9521-0474D77F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3355848"/>
            <a:ext cx="2231136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风险、权限与披露</a:t>
            </a:r>
          </a:p>
        </p:txBody>
      </p:sp>
      <p:sp>
        <p:nvSpPr>
          <p:cNvPr id="16" name="visual-31-12-TextBox 26">
            <a:extLst xmlns:a="http://schemas.openxmlformats.org/drawingml/2006/main">
              <a:ext uri="{FF2B5EF4-FFF2-40B4-BE49-F238E27FC236}">
                <a16:creationId xmlns:a16="http://schemas.microsoft.com/office/drawing/2014/main" id="{20B372E7-0644-415B-8C1B-1668FA9B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888" y="4818888"/>
            <a:ext cx="9381744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正式提交仍只在第 6、9、13、16 课。</a:t>
            </a:r>
          </a:p>
        </p:txBody>
      </p:sp>
    </p:spTree>
    <p:extLst>
      <p:ext uri="{BB962C8B-B14F-4D97-AF65-F5344CB8AC3E}">
        <p14:creationId xmlns:p14="http://schemas.microsoft.com/office/powerpoint/2010/main" val="2114239164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2026-09-12T11:41:34.7570000Z</dcterms:created>
  <dcterms:modified xsi:type="dcterms:W3CDTF">2026-09-12T11:41:34.7570000Z</dcterms:modified>
</coreProperties>
</file>