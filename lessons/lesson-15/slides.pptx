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2009e97e014877" /><Relationship Type="http://schemas.openxmlformats.org/officeDocument/2006/relationships/extended-properties" Target="/docProps/app.xml" Id="R2ad6841cea7c43e2" /><Relationship Type="http://schemas.openxmlformats.org/officeDocument/2006/relationships/officeDocument" Target="/ppt/presentation.xml" Id="Rc1bc7ab1bbdd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d3b98e1cec43b9"/>
  </p:sldMasterIdLst>
  <p:notesMasterIdLst>
    <p:notesMasterId xmlns:r="http://schemas.openxmlformats.org/officeDocument/2006/relationships" r:id="R39b0be5e10a64aaa"/>
  </p:notesMasterIdLst>
  <p:sldIdLst>
    <p:sldId xmlns:r="http://schemas.openxmlformats.org/officeDocument/2006/relationships" id="256" r:id="R309c1a4a42b74ca4"/>
    <p:sldId xmlns:r="http://schemas.openxmlformats.org/officeDocument/2006/relationships" id="257" r:id="R77ac0abd831a4af0"/>
    <p:sldId xmlns:r="http://schemas.openxmlformats.org/officeDocument/2006/relationships" id="258" r:id="Rb943dd9466f1451a"/>
    <p:sldId xmlns:r="http://schemas.openxmlformats.org/officeDocument/2006/relationships" id="259" r:id="R83cab154b21a4c27"/>
    <p:sldId xmlns:r="http://schemas.openxmlformats.org/officeDocument/2006/relationships" id="260" r:id="Rd1e37d3696d9419a"/>
    <p:sldId xmlns:r="http://schemas.openxmlformats.org/officeDocument/2006/relationships" id="261" r:id="R7614ddab4ac54cca"/>
    <p:sldId xmlns:r="http://schemas.openxmlformats.org/officeDocument/2006/relationships" id="262" r:id="R4188a7528aa04d0b"/>
    <p:sldId xmlns:r="http://schemas.openxmlformats.org/officeDocument/2006/relationships" id="263" r:id="Recab76510d184004"/>
    <p:sldId xmlns:r="http://schemas.openxmlformats.org/officeDocument/2006/relationships" id="264" r:id="Re514afe0064242be"/>
    <p:sldId xmlns:r="http://schemas.openxmlformats.org/officeDocument/2006/relationships" id="265" r:id="Rea36086ffabd4d40"/>
    <p:sldId xmlns:r="http://schemas.openxmlformats.org/officeDocument/2006/relationships" id="266" r:id="R49332fc4a43d4198"/>
    <p:sldId xmlns:r="http://schemas.openxmlformats.org/officeDocument/2006/relationships" id="267" r:id="R29e7609c61f04a1c"/>
    <p:sldId xmlns:r="http://schemas.openxmlformats.org/officeDocument/2006/relationships" id="268" r:id="R15293bcfd3914a9b"/>
    <p:sldId xmlns:r="http://schemas.openxmlformats.org/officeDocument/2006/relationships" id="269" r:id="Rda2c449b7b214ab1"/>
    <p:sldId xmlns:r="http://schemas.openxmlformats.org/officeDocument/2006/relationships" id="270" r:id="R0ed03fbcca5747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424dbf1250422d" /><Relationship Type="http://schemas.openxmlformats.org/officeDocument/2006/relationships/slideMaster" Target="/ppt/slideMasters/slideMaster1.xml" Id="R52d3b98e1cec43b9" /><Relationship Type="http://schemas.openxmlformats.org/officeDocument/2006/relationships/notesMaster" Target="/ppt/notesMasters/notesMaster1.xml" Id="R39b0be5e10a64aaa" /><Relationship Type="http://schemas.openxmlformats.org/officeDocument/2006/relationships/presProps" Target="/ppt/presProps.xml" Id="R2b38fb2418934495" /><Relationship Type="http://schemas.openxmlformats.org/officeDocument/2006/relationships/viewProps" Target="/ppt/viewProps.xml" Id="Rd273af5b29894753" /><Relationship Type="http://schemas.openxmlformats.org/officeDocument/2006/relationships/tableStyles" Target="/ppt/tableStyles.xml" Id="Rf5d672b77c424eb3" /><Relationship Type="http://schemas.openxmlformats.org/officeDocument/2006/relationships/slide" Target="/ppt/slides/slide1.xml" Id="R309c1a4a42b74ca4" /><Relationship Type="http://schemas.openxmlformats.org/officeDocument/2006/relationships/slide" Target="/ppt/slides/slide2.xml" Id="R77ac0abd831a4af0" /><Relationship Type="http://schemas.openxmlformats.org/officeDocument/2006/relationships/slide" Target="/ppt/slides/slide3.xml" Id="Rb943dd9466f1451a" /><Relationship Type="http://schemas.openxmlformats.org/officeDocument/2006/relationships/slide" Target="/ppt/slides/slide4.xml" Id="R83cab154b21a4c27" /><Relationship Type="http://schemas.openxmlformats.org/officeDocument/2006/relationships/slide" Target="/ppt/slides/slide5.xml" Id="Rd1e37d3696d9419a" /><Relationship Type="http://schemas.openxmlformats.org/officeDocument/2006/relationships/slide" Target="/ppt/slides/slide6.xml" Id="R7614ddab4ac54cca" /><Relationship Type="http://schemas.openxmlformats.org/officeDocument/2006/relationships/slide" Target="/ppt/slides/slide7.xml" Id="R4188a7528aa04d0b" /><Relationship Type="http://schemas.openxmlformats.org/officeDocument/2006/relationships/slide" Target="/ppt/slides/slide8.xml" Id="Recab76510d184004" /><Relationship Type="http://schemas.openxmlformats.org/officeDocument/2006/relationships/slide" Target="/ppt/slides/slide9.xml" Id="Re514afe0064242be" /><Relationship Type="http://schemas.openxmlformats.org/officeDocument/2006/relationships/slide" Target="/ppt/slides/slide10.xml" Id="Rea36086ffabd4d40" /><Relationship Type="http://schemas.openxmlformats.org/officeDocument/2006/relationships/slide" Target="/ppt/slides/slide11.xml" Id="R49332fc4a43d4198" /><Relationship Type="http://schemas.openxmlformats.org/officeDocument/2006/relationships/slide" Target="/ppt/slides/slide12.xml" Id="R29e7609c61f04a1c" /><Relationship Type="http://schemas.openxmlformats.org/officeDocument/2006/relationships/slide" Target="/ppt/slides/slide13.xml" Id="R15293bcfd3914a9b" /><Relationship Type="http://schemas.openxmlformats.org/officeDocument/2006/relationships/slide" Target="/ppt/slides/slide14.xml" Id="Rda2c449b7b214ab1" /><Relationship Type="http://schemas.openxmlformats.org/officeDocument/2006/relationships/slide" Target="/ppt/slides/slide15.xml" Id="R0ed03fbcca57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4440522138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50b087bc1149c7" /><Relationship Type="http://schemas.openxmlformats.org/officeDocument/2006/relationships/notesMaster" Target="/ppt/notesMasters/notesMaster1.xml" Id="R04837329006f4c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3d0cd9b8c4f41" /><Relationship Type="http://schemas.openxmlformats.org/officeDocument/2006/relationships/notesMaster" Target="/ppt/notesMasters/notesMaster1.xml" Id="R0451b10ad66847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b5ff65ffdf4f34" /><Relationship Type="http://schemas.openxmlformats.org/officeDocument/2006/relationships/notesMaster" Target="/ppt/notesMasters/notesMaster1.xml" Id="R19da7da0a3eb49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44bd48304d4a3e" /><Relationship Type="http://schemas.openxmlformats.org/officeDocument/2006/relationships/notesMaster" Target="/ppt/notesMasters/notesMaster1.xml" Id="Rf04d6746302a40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aaa70048d84cc2" /><Relationship Type="http://schemas.openxmlformats.org/officeDocument/2006/relationships/notesMaster" Target="/ppt/notesMasters/notesMaster1.xml" Id="Ra48376a63c3d41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db06728b454d14" /><Relationship Type="http://schemas.openxmlformats.org/officeDocument/2006/relationships/notesMaster" Target="/ppt/notesMasters/notesMaster1.xml" Id="R06378ef176d641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297234d944d1c" /><Relationship Type="http://schemas.openxmlformats.org/officeDocument/2006/relationships/notesMaster" Target="/ppt/notesMasters/notesMaster1.xml" Id="R95a9dda3976e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41a7b452f14472" /><Relationship Type="http://schemas.openxmlformats.org/officeDocument/2006/relationships/notesMaster" Target="/ppt/notesMasters/notesMaster1.xml" Id="Rf6e9374bacac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073a617c048d5" /><Relationship Type="http://schemas.openxmlformats.org/officeDocument/2006/relationships/notesMaster" Target="/ppt/notesMasters/notesMaster1.xml" Id="Rf42f9c55ed844b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8e0a3c8d66478a" /><Relationship Type="http://schemas.openxmlformats.org/officeDocument/2006/relationships/notesMaster" Target="/ppt/notesMasters/notesMaster1.xml" Id="R38b5e6c19a9342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a21394d72e4a85" /><Relationship Type="http://schemas.openxmlformats.org/officeDocument/2006/relationships/notesMaster" Target="/ppt/notesMasters/notesMaster1.xml" Id="R092012e5c8124e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237bd2d2d9477a" /><Relationship Type="http://schemas.openxmlformats.org/officeDocument/2006/relationships/notesMaster" Target="/ppt/notesMasters/notesMaster1.xml" Id="R736a15b9a44841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91d90eca694985" /><Relationship Type="http://schemas.openxmlformats.org/officeDocument/2006/relationships/notesMaster" Target="/ppt/notesMasters/notesMaster1.xml" Id="R78124b6c80fe41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3bbf2f158c4d25" /><Relationship Type="http://schemas.openxmlformats.org/officeDocument/2006/relationships/notesMaster" Target="/ppt/notesMasters/notesMaster1.xml" Id="R411d988f46f949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28b43a968849cd" /><Relationship Type="http://schemas.openxmlformats.org/officeDocument/2006/relationships/notesMaster" Target="/ppt/notesMasters/notesMaster1.xml" Id="R3986e89278a146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第15讲 同行评审、论证门预检与修改工作坊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把泛泛评价改成可定位意见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评审必须留下修改证据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哪条评审应先处理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同时涉及单位事实和效度，应优先实际修订；B 为次级表达问题；C 忽略了确定性回放，可用方法与版本证据澄清。保留异议需要定位事实，不能以“时间不够”反驳实质错误。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按五个维度检查这份初稿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留下三条能执行的反馈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打开同伴初稿，开始交叉评审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根据真实理由选择处理动作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为这条意见写出回应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A 同时涉及单位事实和效度，应优先实际修订；B 为次级表达问题；C 忽略了确定性回放，可用方法与版本证据澄清。保留异议需要定位事实，不能以“时间不够”反驳实质错误。 按本课专用90分钟流程进行，不套用普通课时间。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保留两轮真实互评和现场修改。作者对意见接受、澄清、补证、保留异议或暂缓，至少完成一项影响论证的实际修订。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证据不足，怎样修改主句？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不要把“机制已证明”简单改成“支持待验证”。证据没有回答机制时，状态应为不能判断；工件成熟度另行检查。修改动作需落到文件并形成diff。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核对一条作者回应是否已经改变正文与追踪记录。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保存第二项修改或一个缺口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逐项预检，不假装全部通过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按优先级修订既有初稿；从现有图表挑展示材料并检查可打开。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72c22ed4a41ac" /><Relationship Type="http://schemas.openxmlformats.org/officeDocument/2006/relationships/image" Target="/ppt/media/image.png" Id="Rf5621e5a525142db" /><Relationship Type="http://schemas.openxmlformats.org/officeDocument/2006/relationships/image" Target="/ppt/media/image2.png" Id="Rf7da8f35b7244203" /><Relationship Type="http://schemas.openxmlformats.org/officeDocument/2006/relationships/image" Target="/ppt/media/image3.png" Id="Rf66b37f1a8974014" /><Relationship Type="http://schemas.openxmlformats.org/officeDocument/2006/relationships/image" Target="/ppt/media/image4.png" Id="R275758a98a3043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903c855534c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162e1a4e24aef" /><Relationship Type="http://schemas.openxmlformats.org/officeDocument/2006/relationships/image" Target="/ppt/media/image2.png" Id="R71c65a631c114145" /><Relationship Type="http://schemas.openxmlformats.org/officeDocument/2006/relationships/image" Target="/ppt/media/image5.png" Id="R578840a791704a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ebb3e7da94e5d" /><Relationship Type="http://schemas.openxmlformats.org/officeDocument/2006/relationships/image" Target="/ppt/media/image.png" Id="Ref35d835950f4b76" /><Relationship Type="http://schemas.openxmlformats.org/officeDocument/2006/relationships/image" Target="/ppt/media/image3.png" Id="R17d504ada779494c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21e5a525142db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da8f35b7244203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6b37f1a8974014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758a98a3043b0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c65a631c114145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840a79170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5d835950f4b76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d504ada779494c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228391bf641e7" /><Relationship Type="http://schemas.openxmlformats.org/officeDocument/2006/relationships/slideLayout" Target="/ppt/slideLayouts/slideLayout1.xml" Id="R3b4df7013c47473f" /><Relationship Type="http://schemas.openxmlformats.org/officeDocument/2006/relationships/slideLayout" Target="/ppt/slideLayouts/slideLayout2.xml" Id="R5567a08a5a8842e5" /><Relationship Type="http://schemas.openxmlformats.org/officeDocument/2006/relationships/slideLayout" Target="/ppt/slideLayouts/slideLayout3.xml" Id="R83afb35c748740ba" /><Relationship Type="http://schemas.openxmlformats.org/officeDocument/2006/relationships/slideLayout" Target="/ppt/slideLayouts/slideLayout4.xml" Id="Rd2186c5d7af3450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df7013c47473f"/>
    <p:sldLayoutId xmlns:r="http://schemas.openxmlformats.org/officeDocument/2006/relationships" id="2147483650" r:id="R5567a08a5a8842e5"/>
    <p:sldLayoutId xmlns:r="http://schemas.openxmlformats.org/officeDocument/2006/relationships" id="2147483651" r:id="R83afb35c748740ba"/>
    <p:sldLayoutId xmlns:r="http://schemas.openxmlformats.org/officeDocument/2006/relationships" id="2147483652" r:id="Rd2186c5d7af3450e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4e5736b064bb4" /><Relationship Type="http://schemas.openxmlformats.org/officeDocument/2006/relationships/notesSlide" Target="/ppt/notesSlides/notesSlide1.xml" Id="R9efa588776c346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90caac58f440f9" /><Relationship Type="http://schemas.openxmlformats.org/officeDocument/2006/relationships/notesSlide" Target="/ppt/notesSlides/notesSlide2.xml" Id="R31304eac3502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b4ca1850f44a92" /><Relationship Type="http://schemas.openxmlformats.org/officeDocument/2006/relationships/notesSlide" Target="/ppt/notesSlides/notesSlide3.xml" Id="R1b6adc2fb5a3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965e1bb50e4002" /><Relationship Type="http://schemas.openxmlformats.org/officeDocument/2006/relationships/notesSlide" Target="/ppt/notesSlides/notesSlide4.xml" Id="R5a9485c5dd8546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2f9d87f37d4182" /><Relationship Type="http://schemas.openxmlformats.org/officeDocument/2006/relationships/notesSlide" Target="/ppt/notesSlides/notesSlide5.xml" Id="Ra3b1ac9d4fed4d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e8bc1f00bb04b4b" /><Relationship Type="http://schemas.openxmlformats.org/officeDocument/2006/relationships/notesSlide" Target="/ppt/notesSlides/notesSlide6.xml" Id="Rfd05859dda9847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d5959c899d432a" /><Relationship Type="http://schemas.openxmlformats.org/officeDocument/2006/relationships/notesSlide" Target="/ppt/notesSlides/notesSlide7.xml" Id="R82b5ee1845a7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fba2f55a51473f" /><Relationship Type="http://schemas.openxmlformats.org/officeDocument/2006/relationships/notesSlide" Target="/ppt/notesSlides/notesSlide8.xml" Id="R7ac97bf1e2db40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09b732933d4100" /><Relationship Type="http://schemas.openxmlformats.org/officeDocument/2006/relationships/notesSlide" Target="/ppt/notesSlides/notesSlide9.xml" Id="Rf7a7238cf09840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c1a2de0613440d" /><Relationship Type="http://schemas.openxmlformats.org/officeDocument/2006/relationships/notesSlide" Target="/ppt/notesSlides/notesSlide10.xml" Id="Rbb7e095b7a854e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c532665a1147f4" /><Relationship Type="http://schemas.openxmlformats.org/officeDocument/2006/relationships/notesSlide" Target="/ppt/notesSlides/notesSlide11.xml" Id="R4c0370155a09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887fce2c4748a6" /><Relationship Type="http://schemas.openxmlformats.org/officeDocument/2006/relationships/notesSlide" Target="/ppt/notesSlides/notesSlide12.xml" Id="Rd0bc563aba9145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7a8a152b894fcc" /><Relationship Type="http://schemas.openxmlformats.org/officeDocument/2006/relationships/notesSlide" Target="/ppt/notesSlides/notesSlide13.xml" Id="R3caae282725b41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bb037b35b049f1" /><Relationship Type="http://schemas.openxmlformats.org/officeDocument/2006/relationships/notesSlide" Target="/ppt/notesSlides/notesSlide14.xml" Id="R2af106f5e52542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e3cbce72dc4849" /><Relationship Type="http://schemas.openxmlformats.org/officeDocument/2006/relationships/notesSlide" Target="/ppt/notesSlides/notesSlide15.xml" Id="R8b576b474a364a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DFB50CD-3045-411F-9A59-3ACEDFE4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第15讲 同行评审、论证门预检与修改工作坊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把泛泛评价改成可定位意见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content-197">
            <a:extLst xmlns:a="http://schemas.openxmlformats.org/drawingml/2006/main">
              <a:ext uri="{FF2B5EF4-FFF2-40B4-BE49-F238E27FC236}">
                <a16:creationId xmlns:a16="http://schemas.microsoft.com/office/drawing/2014/main" id="{7358901E-261D-48DF-9106-A06C272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课程构造的评审表达示例</a:t>
            </a:r>
          </a:p>
        </p:txBody>
      </p:sp>
      <p:sp>
        <p:nvSpPr>
          <p:cNvPr id="7" name="content-198">
            <a:extLst xmlns:a="http://schemas.openxmlformats.org/drawingml/2006/main">
              <a:ext uri="{FF2B5EF4-FFF2-40B4-BE49-F238E27FC236}">
                <a16:creationId xmlns:a16="http://schemas.microsoft.com/office/drawing/2014/main" id="{707F6B1B-77D0-49DC-994A-B07520BF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− 论证不严谨。</a:t>
            </a:r>
          </a:p>
        </p:txBody>
      </p:sp>
      <p:sp>
        <p:nvSpPr>
          <p:cNvPr id="8" name="content-199">
            <a:extLst xmlns:a="http://schemas.openxmlformats.org/drawingml/2006/main">
              <a:ext uri="{FF2B5EF4-FFF2-40B4-BE49-F238E27FC236}">
                <a16:creationId xmlns:a16="http://schemas.microsoft.com/office/drawing/2014/main" id="{4C08204D-104B-4837-BA64-F98E662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798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+ report.md 结果段：主张“机制已证实”，但没有区分 H1/A2，也没有测量其他质量。建议降级结论并补边界。</a:t>
            </a:r>
          </a:p>
        </p:txBody>
      </p:sp>
      <p:sp>
        <p:nvSpPr>
          <p:cNvPr id="9" name="content-200">
            <a:extLst xmlns:a="http://schemas.openxmlformats.org/drawingml/2006/main">
              <a:ext uri="{FF2B5EF4-FFF2-40B4-BE49-F238E27FC236}">
                <a16:creationId xmlns:a16="http://schemas.microsoft.com/office/drawing/2014/main" id="{AACC0971-376C-4F37-84C2-1D75CD8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621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指向工作，不评价作者人格或选题时髦度；作者保留判断责任。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评审必须留下修改证据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C5EC8D64-9AE7-4001-88DA-4B8C396E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课程虚构评审工件 · 同一条意见的处理链</a:t>
            </a:r>
          </a:p>
        </p:txBody>
      </p:sp>
      <p:sp>
        <p:nvSpPr>
          <p:cNvPr id="7" name="file0-top">
            <a:extLst xmlns:a="http://schemas.openxmlformats.org/drawingml/2006/main">
              <a:ext uri="{FF2B5EF4-FFF2-40B4-BE49-F238E27FC236}">
                <a16:creationId xmlns:a16="http://schemas.microsoft.com/office/drawing/2014/main" id="{F95BCE73-CC65-4C45-82FA-CD85FEE1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8" name="file0-file">
            <a:extLst xmlns:a="http://schemas.openxmlformats.org/drawingml/2006/main">
              <a:ext uri="{FF2B5EF4-FFF2-40B4-BE49-F238E27FC236}">
                <a16:creationId xmlns:a16="http://schemas.microsoft.com/office/drawing/2014/main" id="{3CD1BE5B-49E5-43F0-869C-79BB51BE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peer-review.md</a:t>
            </a:r>
          </a:p>
        </p:txBody>
      </p:sp>
      <p:sp>
        <p:nvSpPr>
          <p:cNvPr id="9" name="file0-line0">
            <a:extLst xmlns:a="http://schemas.openxmlformats.org/drawingml/2006/main">
              <a:ext uri="{FF2B5EF4-FFF2-40B4-BE49-F238E27FC236}">
                <a16:creationId xmlns:a16="http://schemas.microsoft.com/office/drawing/2014/main" id="{256DC208-CF57-4792-B65A-639DFE0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结果段：结论越界</a:t>
            </a:r>
          </a:p>
        </p:txBody>
      </p:sp>
      <p:sp>
        <p:nvSpPr>
          <p:cNvPr id="10" name="file0-line1">
            <a:extLst xmlns:a="http://schemas.openxmlformats.org/drawingml/2006/main">
              <a:ext uri="{FF2B5EF4-FFF2-40B4-BE49-F238E27FC236}">
                <a16:creationId xmlns:a16="http://schemas.microsoft.com/office/drawing/2014/main" id="{780A5EA4-67E9-433E-8B80-5831B2D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采纳：降低结论强度</a:t>
            </a:r>
          </a:p>
        </p:txBody>
      </p:sp>
      <p:sp>
        <p:nvSpPr>
          <p:cNvPr id="11" name="file1-top">
            <a:extLst xmlns:a="http://schemas.openxmlformats.org/drawingml/2006/main">
              <a:ext uri="{FF2B5EF4-FFF2-40B4-BE49-F238E27FC236}">
                <a16:creationId xmlns:a16="http://schemas.microsoft.com/office/drawing/2014/main" id="{F6D81035-356D-4D2B-8CF9-C91C831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0020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file1-file">
            <a:extLst xmlns:a="http://schemas.openxmlformats.org/drawingml/2006/main">
              <a:ext uri="{FF2B5EF4-FFF2-40B4-BE49-F238E27FC236}">
                <a16:creationId xmlns:a16="http://schemas.microsoft.com/office/drawing/2014/main" id="{6B438290-3E2D-4C2A-AF38-A39A715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5260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实际文件 diff</a:t>
            </a:r>
          </a:p>
        </p:txBody>
      </p:sp>
      <p:sp>
        <p:nvSpPr>
          <p:cNvPr id="13" name="file1-line0">
            <a:extLst xmlns:a="http://schemas.openxmlformats.org/drawingml/2006/main">
              <a:ext uri="{FF2B5EF4-FFF2-40B4-BE49-F238E27FC236}">
                <a16:creationId xmlns:a16="http://schemas.microsoft.com/office/drawing/2014/main" id="{30EFAE74-23AC-4150-B0C1-6B3909E9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− stable</a:t>
            </a:r>
          </a:p>
        </p:txBody>
      </p:sp>
      <p:sp>
        <p:nvSpPr>
          <p:cNvPr id="14" name="file1-line1">
            <a:extLst xmlns:a="http://schemas.openxmlformats.org/drawingml/2006/main">
              <a:ext uri="{FF2B5EF4-FFF2-40B4-BE49-F238E27FC236}">
                <a16:creationId xmlns:a16="http://schemas.microsoft.com/office/drawing/2014/main" id="{089303E4-1616-402E-B57A-5AD2036C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48025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+ 支持（待验证）</a:t>
            </a:r>
          </a:p>
        </p:txBody>
      </p:sp>
      <p:sp>
        <p:nvSpPr>
          <p:cNvPr id="15" name="file2-top">
            <a:extLst xmlns:a="http://schemas.openxmlformats.org/drawingml/2006/main">
              <a:ext uri="{FF2B5EF4-FFF2-40B4-BE49-F238E27FC236}">
                <a16:creationId xmlns:a16="http://schemas.microsoft.com/office/drawing/2014/main" id="{94B715CA-51E5-45A2-AAD7-633C481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314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6" name="file2-file">
            <a:extLst xmlns:a="http://schemas.openxmlformats.org/drawingml/2006/main">
              <a:ext uri="{FF2B5EF4-FFF2-40B4-BE49-F238E27FC236}">
                <a16:creationId xmlns:a16="http://schemas.microsoft.com/office/drawing/2014/main" id="{C436421C-CF53-4A68-A542-BF7F1486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revision-plan.md</a:t>
            </a:r>
          </a:p>
        </p:txBody>
      </p:sp>
      <p:sp>
        <p:nvSpPr>
          <p:cNvPr id="17" name="file2-line0">
            <a:extLst xmlns:a="http://schemas.openxmlformats.org/drawingml/2006/main">
              <a:ext uri="{FF2B5EF4-FFF2-40B4-BE49-F238E27FC236}">
                <a16:creationId xmlns:a16="http://schemas.microsoft.com/office/drawing/2014/main" id="{B3FC4D39-D473-4871-B675-87A14A4E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仍缺：替代解释对照</a:t>
            </a:r>
          </a:p>
        </p:txBody>
      </p:sp>
      <p:sp>
        <p:nvSpPr>
          <p:cNvPr id="18" name="file2-line1">
            <a:extLst xmlns:a="http://schemas.openxmlformats.org/drawingml/2006/main">
              <a:ext uri="{FF2B5EF4-FFF2-40B4-BE49-F238E27FC236}">
                <a16:creationId xmlns:a16="http://schemas.microsoft.com/office/drawing/2014/main" id="{F440C57A-EB52-4C97-B69D-BC55729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48025"/>
            <a:ext cx="3086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进入第 16 课复核</a:t>
            </a:r>
          </a:p>
        </p:txBody>
      </p:sp>
      <p:sp>
        <p:nvSpPr>
          <p:cNvPr id="19" name="no-fake">
            <a:extLst xmlns:a="http://schemas.openxmlformats.org/drawingml/2006/main">
              <a:ext uri="{FF2B5EF4-FFF2-40B4-BE49-F238E27FC236}">
                <a16:creationId xmlns:a16="http://schemas.microsoft.com/office/drawing/2014/main" id="{3DC65783-36E6-49F5-96F6-10DBB1A6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真实意见不足时处理全部，不虚构反馈。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FFA260EB-B25B-4515-8C16-4BA3244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D538EC21-1892-4E71-B421-04FD7178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哪条评审应先处理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694124DB-5EAE-4CF7-A816-C3DF7C6F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正文：8 篇独立论文证明机制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实际：3 个文本、8 条条件；确定性回放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BC682C77-FB86-4B01-A788-46821A7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A｜修正单位与机制结论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B｜重画配色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C｜无随机种子，因此不可复现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07B98DA1-20CD-4731-AC5A-A5D0A997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逐项定位事实、影响与最小修订；可澄清或保留异议，但须有证据。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8E551F6F-B802-415C-84E7-24B36B13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7467979A-7285-4C6C-81CD-B5970E5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按五个维度检查这份初稿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rubric0-key">
            <a:extLst xmlns:a="http://schemas.openxmlformats.org/drawingml/2006/main">
              <a:ext uri="{FF2B5EF4-FFF2-40B4-BE49-F238E27FC236}">
                <a16:creationId xmlns:a16="http://schemas.microsoft.com/office/drawing/2014/main" id="{AA3AE37D-8DF6-4E60-BF55-91EA73E0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论证链</a:t>
            </a:r>
          </a:p>
        </p:txBody>
      </p:sp>
      <p:sp>
        <p:nvSpPr>
          <p:cNvPr id="7" name="rubric0-value">
            <a:extLst xmlns:a="http://schemas.openxmlformats.org/drawingml/2006/main">
              <a:ext uri="{FF2B5EF4-FFF2-40B4-BE49-F238E27FC236}">
                <a16:creationId xmlns:a16="http://schemas.microsoft.com/office/drawing/2014/main" id="{235D61C5-53A5-4F10-AA63-E6983406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287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能反查证据与上游判断？</a:t>
            </a:r>
          </a:p>
        </p:txBody>
      </p:sp>
      <p:sp>
        <p:nvSpPr>
          <p:cNvPr id="8" name="rubric0-rule">
            <a:extLst xmlns:a="http://schemas.openxmlformats.org/drawingml/2006/main">
              <a:ext uri="{FF2B5EF4-FFF2-40B4-BE49-F238E27FC236}">
                <a16:creationId xmlns:a16="http://schemas.microsoft.com/office/drawing/2014/main" id="{B783CECE-4C15-4D8E-96FF-3370C37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rubric1-key">
            <a:extLst xmlns:a="http://schemas.openxmlformats.org/drawingml/2006/main">
              <a:ext uri="{FF2B5EF4-FFF2-40B4-BE49-F238E27FC236}">
                <a16:creationId xmlns:a16="http://schemas.microsoft.com/office/drawing/2014/main" id="{8D1F7A0F-2974-4EB3-AF2B-7CDAE519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证据充分</a:t>
            </a:r>
          </a:p>
        </p:txBody>
      </p:sp>
      <p:sp>
        <p:nvSpPr>
          <p:cNvPr id="10" name="rubric1-value">
            <a:extLst xmlns:a="http://schemas.openxmlformats.org/drawingml/2006/main">
              <a:ext uri="{FF2B5EF4-FFF2-40B4-BE49-F238E27FC236}">
                <a16:creationId xmlns:a16="http://schemas.microsoft.com/office/drawing/2014/main" id="{BAB19033-D058-42E2-A762-7F4EF1F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050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状态强度匹配？失败是否保留？</a:t>
            </a:r>
          </a:p>
        </p:txBody>
      </p:sp>
      <p:sp>
        <p:nvSpPr>
          <p:cNvPr id="11" name="rubric1-rule">
            <a:extLst xmlns:a="http://schemas.openxmlformats.org/drawingml/2006/main">
              <a:ext uri="{FF2B5EF4-FFF2-40B4-BE49-F238E27FC236}">
                <a16:creationId xmlns:a16="http://schemas.microsoft.com/office/drawing/2014/main" id="{EBFB433A-D665-49B5-9196-21ED52A9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rubric2-key">
            <a:extLst xmlns:a="http://schemas.openxmlformats.org/drawingml/2006/main">
              <a:ext uri="{FF2B5EF4-FFF2-40B4-BE49-F238E27FC236}">
                <a16:creationId xmlns:a16="http://schemas.microsoft.com/office/drawing/2014/main" id="{9C1EC156-0618-49BE-8320-2DF5A03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局限</a:t>
            </a:r>
          </a:p>
        </p:txBody>
      </p:sp>
      <p:sp>
        <p:nvSpPr>
          <p:cNvPr id="13" name="rubric2-value">
            <a:extLst xmlns:a="http://schemas.openxmlformats.org/drawingml/2006/main">
              <a:ext uri="{FF2B5EF4-FFF2-40B4-BE49-F238E27FC236}">
                <a16:creationId xmlns:a16="http://schemas.microsoft.com/office/drawing/2014/main" id="{3BF10C0C-F3D9-4094-8CA4-A703B41C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813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替代解释与适用边界具体？</a:t>
            </a:r>
          </a:p>
        </p:txBody>
      </p:sp>
      <p:sp>
        <p:nvSpPr>
          <p:cNvPr id="14" name="rubric2-rule">
            <a:extLst xmlns:a="http://schemas.openxmlformats.org/drawingml/2006/main">
              <a:ext uri="{FF2B5EF4-FFF2-40B4-BE49-F238E27FC236}">
                <a16:creationId xmlns:a16="http://schemas.microsoft.com/office/drawing/2014/main" id="{86EA2830-805C-4D59-96B5-86A3338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rubric3-key">
            <a:extLst xmlns:a="http://schemas.openxmlformats.org/drawingml/2006/main">
              <a:ext uri="{FF2B5EF4-FFF2-40B4-BE49-F238E27FC236}">
                <a16:creationId xmlns:a16="http://schemas.microsoft.com/office/drawing/2014/main" id="{811F82B6-39ED-41F7-A05B-3A7C6A55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可复现</a:t>
            </a:r>
          </a:p>
        </p:txBody>
      </p:sp>
      <p:sp>
        <p:nvSpPr>
          <p:cNvPr id="16" name="rubric3-value">
            <a:extLst xmlns:a="http://schemas.openxmlformats.org/drawingml/2006/main">
              <a:ext uri="{FF2B5EF4-FFF2-40B4-BE49-F238E27FC236}">
                <a16:creationId xmlns:a16="http://schemas.microsoft.com/office/drawing/2014/main" id="{7DD6ACD2-F95F-4C96-96C9-612622C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576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表图能定位运行记录？</a:t>
            </a:r>
          </a:p>
        </p:txBody>
      </p:sp>
      <p:sp>
        <p:nvSpPr>
          <p:cNvPr id="17" name="rubric3-rule">
            <a:extLst xmlns:a="http://schemas.openxmlformats.org/drawingml/2006/main">
              <a:ext uri="{FF2B5EF4-FFF2-40B4-BE49-F238E27FC236}">
                <a16:creationId xmlns:a16="http://schemas.microsoft.com/office/drawing/2014/main" id="{B0EEBC1E-7A0D-4736-8C0E-9696205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rubric4-key">
            <a:extLst xmlns:a="http://schemas.openxmlformats.org/drawingml/2006/main">
              <a:ext uri="{FF2B5EF4-FFF2-40B4-BE49-F238E27FC236}">
                <a16:creationId xmlns:a16="http://schemas.microsoft.com/office/drawing/2014/main" id="{CFFE7848-46B1-4351-89DE-BF6494BE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伦理</a:t>
            </a:r>
          </a:p>
        </p:txBody>
      </p:sp>
      <p:sp>
        <p:nvSpPr>
          <p:cNvPr id="19" name="rubric4-value">
            <a:extLst xmlns:a="http://schemas.openxmlformats.org/drawingml/2006/main">
              <a:ext uri="{FF2B5EF4-FFF2-40B4-BE49-F238E27FC236}">
                <a16:creationId xmlns:a16="http://schemas.microsoft.com/office/drawing/2014/main" id="{8BD1C2CF-C252-4785-8F1D-54EBA1BE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33925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数据、权限、贡献与 AI 披露透明？</a:t>
            </a:r>
          </a:p>
        </p:txBody>
      </p:sp>
      <p:sp>
        <p:nvSpPr>
          <p:cNvPr id="20" name="rubric4-rule">
            <a:extLst xmlns:a="http://schemas.openxmlformats.org/drawingml/2006/main">
              <a:ext uri="{FF2B5EF4-FFF2-40B4-BE49-F238E27FC236}">
                <a16:creationId xmlns:a16="http://schemas.microsoft.com/office/drawing/2014/main" id="{EFE57D10-918F-4135-9F4D-9873D28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no-score">
            <a:extLst xmlns:a="http://schemas.openxmlformats.org/drawingml/2006/main">
              <a:ext uri="{FF2B5EF4-FFF2-40B4-BE49-F238E27FC236}">
                <a16:creationId xmlns:a16="http://schemas.microsoft.com/office/drawing/2014/main" id="{546B7F60-1C84-4064-B00A-921871D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29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rubric 用于诊断，不打总分。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D008F139-6B6F-4BB0-ABA6-54E7F07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Smith (1990), The Task of the Referee, Computer 23(4):65–71 · 本课五维 rubric 为课程改编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留下三条能执行的反馈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content-205">
            <a:extLst xmlns:a="http://schemas.openxmlformats.org/drawingml/2006/main">
              <a:ext uri="{FF2B5EF4-FFF2-40B4-BE49-F238E27FC236}">
                <a16:creationId xmlns:a16="http://schemas.microsoft.com/office/drawing/2014/main" id="{2981A15C-69DF-427C-B0A7-0909342A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留下三条能执行的反馈：</a:t>
            </a:r>
          </a:p>
        </p:txBody>
      </p:sp>
      <p:sp>
        <p:nvSpPr>
          <p:cNvPr id="7" name="content-206">
            <a:extLst xmlns:a="http://schemas.openxmlformats.org/drawingml/2006/main">
              <a:ext uri="{FF2B5EF4-FFF2-40B4-BE49-F238E27FC236}">
                <a16:creationId xmlns:a16="http://schemas.microsoft.com/office/drawing/2014/main" id="{CDF84AC0-AEFB-482D-B4B6-F8F5A64B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最强处：证据在哪里？</a:t>
            </a:r>
          </a:p>
        </p:txBody>
      </p:sp>
      <p:sp>
        <p:nvSpPr>
          <p:cNvPr id="8" name="content-207">
            <a:extLst xmlns:a="http://schemas.openxmlformats.org/drawingml/2006/main">
              <a:ext uri="{FF2B5EF4-FFF2-40B4-BE49-F238E27FC236}">
                <a16:creationId xmlns:a16="http://schemas.microsoft.com/office/drawing/2014/main" id="{7B3FAC74-D72C-4FBA-B282-193BE925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最大风险：会卡住哪条门条件？</a:t>
            </a:r>
          </a:p>
        </p:txBody>
      </p:sp>
      <p:sp>
        <p:nvSpPr>
          <p:cNvPr id="9" name="content-208">
            <a:extLst xmlns:a="http://schemas.openxmlformats.org/drawingml/2006/main">
              <a:ext uri="{FF2B5EF4-FFF2-40B4-BE49-F238E27FC236}">
                <a16:creationId xmlns:a16="http://schemas.microsoft.com/office/drawing/2014/main" id="{8081188F-56F5-41EC-8B85-A4821511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可执行建议：最小改动是什么？</a:t>
            </a:r>
          </a:p>
        </p:txBody>
      </p:sp>
      <p:sp>
        <p:nvSpPr>
          <p:cNvPr id="10" name="content-209">
            <a:extLst xmlns:a="http://schemas.openxmlformats.org/drawingml/2006/main">
              <a:ext uri="{FF2B5EF4-FFF2-40B4-BE49-F238E27FC236}">
                <a16:creationId xmlns:a16="http://schemas.microsoft.com/office/drawing/2014/main" id="{0732160F-3A9E-4858-BD0A-AB6DAF7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指向具体段落、表、证据项或运行记录。</a:t>
            </a:r>
          </a:p>
        </p:txBody>
      </p:sp>
      <p:sp>
        <p:nvSpPr>
          <p:cNvPr id="11" name="content-210">
            <a:extLst xmlns:a="http://schemas.openxmlformats.org/drawingml/2006/main">
              <a:ext uri="{FF2B5EF4-FFF2-40B4-BE49-F238E27FC236}">
                <a16:creationId xmlns:a16="http://schemas.microsoft.com/office/drawing/2014/main" id="{75AD6FB3-5992-4E33-BBD6-796B2425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本例核对点：Q1 包内一致；H1/A2 未决；质量与范围仍有缺口。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打开同伴初稿，开始交叉评审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70E8B8F7-32D9-4316-9B0F-BD34CCE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完成样例为课程构造评审记录</a:t>
            </a:r>
          </a:p>
        </p:txBody>
      </p:sp>
      <p:sp>
        <p:nvSpPr>
          <p:cNvPr id="7" name="action">
            <a:extLst xmlns:a="http://schemas.openxmlformats.org/drawingml/2006/main">
              <a:ext uri="{FF2B5EF4-FFF2-40B4-BE49-F238E27FC236}">
                <a16:creationId xmlns:a16="http://schemas.microsoft.com/office/drawing/2014/main" id="{DEFA4358-DF2D-4F71-B187-63C823FB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打开同伴初稿，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按三问留下反馈。</a:t>
            </a:r>
          </a:p>
        </p:txBody>
      </p:sp>
      <p:sp>
        <p:nvSpPr>
          <p:cNvPr id="8" name="roles">
            <a:extLst xmlns:a="http://schemas.openxmlformats.org/drawingml/2006/main">
              <a:ext uri="{FF2B5EF4-FFF2-40B4-BE49-F238E27FC236}">
                <a16:creationId xmlns:a16="http://schemas.microsoft.com/office/drawing/2014/main" id="{C48D5BE8-1BA5-4642-8294-C6F1FC62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695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第一轮：固定同伴 A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第二轮：同伴 B 或三人轮转</a:t>
            </a:r>
          </a:p>
        </p:txBody>
      </p:sp>
      <p:sp>
        <p:nvSpPr>
          <p:cNvPr id="9" name="save">
            <a:extLst xmlns:a="http://schemas.openxmlformats.org/drawingml/2006/main">
              <a:ext uri="{FF2B5EF4-FFF2-40B4-BE49-F238E27FC236}">
                <a16:creationId xmlns:a16="http://schemas.microsoft.com/office/drawing/2014/main" id="{CBC294D8-841D-4532-8589-7E9B3614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写入 peer-review.md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只记录，不当场辩论。</a:t>
            </a:r>
          </a:p>
        </p:txBody>
      </p:sp>
      <p:sp>
        <p:nvSpPr>
          <p:cNvPr id="10" name="sample0-key">
            <a:extLst xmlns:a="http://schemas.openxmlformats.org/drawingml/2006/main">
              <a:ext uri="{FF2B5EF4-FFF2-40B4-BE49-F238E27FC236}">
                <a16:creationId xmlns:a16="http://schemas.microsoft.com/office/drawing/2014/main" id="{FEC151CF-8613-42DA-A8A9-4BB9CEF0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495425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版本／位置</a:t>
            </a:r>
          </a:p>
        </p:txBody>
      </p:sp>
      <p:sp>
        <p:nvSpPr>
          <p:cNvPr id="11" name="sample0-value">
            <a:extLst xmlns:a="http://schemas.openxmlformats.org/drawingml/2006/main">
              <a:ext uri="{FF2B5EF4-FFF2-40B4-BE49-F238E27FC236}">
                <a16:creationId xmlns:a16="http://schemas.microsoft.com/office/drawing/2014/main" id="{B61DEDBC-AB2F-4945-8C6A-1D50C6D8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4954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当前初稿 · 结果段</a:t>
            </a:r>
          </a:p>
        </p:txBody>
      </p:sp>
      <p:sp>
        <p:nvSpPr>
          <p:cNvPr id="12" name="sample0-rule">
            <a:extLst xmlns:a="http://schemas.openxmlformats.org/drawingml/2006/main">
              <a:ext uri="{FF2B5EF4-FFF2-40B4-BE49-F238E27FC236}">
                <a16:creationId xmlns:a16="http://schemas.microsoft.com/office/drawing/2014/main" id="{14218E42-C259-4A33-9F0C-068F1DDC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86000"/>
            <a:ext cx="5486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sample1-key">
            <a:extLst xmlns:a="http://schemas.openxmlformats.org/drawingml/2006/main">
              <a:ext uri="{FF2B5EF4-FFF2-40B4-BE49-F238E27FC236}">
                <a16:creationId xmlns:a16="http://schemas.microsoft.com/office/drawing/2014/main" id="{EF72353D-4135-400D-A3A5-D34EE1F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43175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观察</a:t>
            </a:r>
          </a:p>
        </p:txBody>
      </p:sp>
      <p:sp>
        <p:nvSpPr>
          <p:cNvPr id="14" name="sample1-value">
            <a:extLst xmlns:a="http://schemas.openxmlformats.org/drawingml/2006/main">
              <a:ext uri="{FF2B5EF4-FFF2-40B4-BE49-F238E27FC236}">
                <a16:creationId xmlns:a16="http://schemas.microsoft.com/office/drawing/2014/main" id="{0B5BB18F-066C-47C2-8576-63D9880C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431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待验证被写成 stable</a:t>
            </a:r>
          </a:p>
        </p:txBody>
      </p:sp>
      <p:sp>
        <p:nvSpPr>
          <p:cNvPr id="15" name="sample1-rule">
            <a:extLst xmlns:a="http://schemas.openxmlformats.org/drawingml/2006/main">
              <a:ext uri="{FF2B5EF4-FFF2-40B4-BE49-F238E27FC236}">
                <a16:creationId xmlns:a16="http://schemas.microsoft.com/office/drawing/2014/main" id="{D9D92CEE-71B6-4502-B19E-3DCB5810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33750"/>
            <a:ext cx="5486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sample2-key">
            <a:extLst xmlns:a="http://schemas.openxmlformats.org/drawingml/2006/main">
              <a:ext uri="{FF2B5EF4-FFF2-40B4-BE49-F238E27FC236}">
                <a16:creationId xmlns:a16="http://schemas.microsoft.com/office/drawing/2014/main" id="{0C4E9E0B-E69E-44E3-852B-EF4B42D3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90925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17" name="sample2-value">
            <a:extLst xmlns:a="http://schemas.openxmlformats.org/drawingml/2006/main">
              <a:ext uri="{FF2B5EF4-FFF2-40B4-BE49-F238E27FC236}">
                <a16:creationId xmlns:a16="http://schemas.microsoft.com/office/drawing/2014/main" id="{05EF37DC-EE9C-4ED7-9802-31C49EE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5909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证据强度越界</a:t>
            </a:r>
          </a:p>
        </p:txBody>
      </p:sp>
      <p:sp>
        <p:nvSpPr>
          <p:cNvPr id="18" name="sample2-rule">
            <a:extLst xmlns:a="http://schemas.openxmlformats.org/drawingml/2006/main">
              <a:ext uri="{FF2B5EF4-FFF2-40B4-BE49-F238E27FC236}">
                <a16:creationId xmlns:a16="http://schemas.microsoft.com/office/drawing/2014/main" id="{59B64E49-0474-4DCC-BDB7-EE24C64D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81500"/>
            <a:ext cx="5486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sample3-key">
            <a:extLst xmlns:a="http://schemas.openxmlformats.org/drawingml/2006/main">
              <a:ext uri="{FF2B5EF4-FFF2-40B4-BE49-F238E27FC236}">
                <a16:creationId xmlns:a16="http://schemas.microsoft.com/office/drawing/2014/main" id="{9B09FF3C-2EBD-4ED9-8C99-C5D156F3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638675"/>
            <a:ext cx="1390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20" name="sample3-value">
            <a:extLst xmlns:a="http://schemas.openxmlformats.org/drawingml/2006/main">
              <a:ext uri="{FF2B5EF4-FFF2-40B4-BE49-F238E27FC236}">
                <a16:creationId xmlns:a16="http://schemas.microsoft.com/office/drawing/2014/main" id="{2710D9EA-6FCF-4766-8CE2-7D08C56A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386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降级并补替代解释</a:t>
            </a:r>
          </a:p>
        </p:txBody>
      </p:sp>
      <p:sp>
        <p:nvSpPr>
          <p:cNvPr id="21" name="sample3-rule">
            <a:extLst xmlns:a="http://schemas.openxmlformats.org/drawingml/2006/main">
              <a:ext uri="{FF2B5EF4-FFF2-40B4-BE49-F238E27FC236}">
                <a16:creationId xmlns:a16="http://schemas.microsoft.com/office/drawing/2014/main" id="{C2DC7E13-2C9D-4FE7-AFF2-10DBD508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429250"/>
            <a:ext cx="5486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86C8D313-730E-4346-AA18-8E4650E4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根据真实理由选择处理动作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action0-key">
            <a:extLst xmlns:a="http://schemas.openxmlformats.org/drawingml/2006/main">
              <a:ext uri="{FF2B5EF4-FFF2-40B4-BE49-F238E27FC236}">
                <a16:creationId xmlns:a16="http://schemas.microsoft.com/office/drawing/2014/main" id="{5D2077C1-230D-4052-B71E-5BFF992C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7" name="action0-value">
            <a:extLst xmlns:a="http://schemas.openxmlformats.org/drawingml/2006/main">
              <a:ext uri="{FF2B5EF4-FFF2-40B4-BE49-F238E27FC236}">
                <a16:creationId xmlns:a16="http://schemas.microsoft.com/office/drawing/2014/main" id="{455E68DF-06CB-4ED1-BDD1-37EC28DF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209675"/>
            <a:ext cx="840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缺陷成立，直接修改。</a:t>
            </a:r>
          </a:p>
        </p:txBody>
      </p:sp>
      <p:sp>
        <p:nvSpPr>
          <p:cNvPr id="8" name="action0-rule">
            <a:extLst xmlns:a="http://schemas.openxmlformats.org/drawingml/2006/main">
              <a:ext uri="{FF2B5EF4-FFF2-40B4-BE49-F238E27FC236}">
                <a16:creationId xmlns:a16="http://schemas.microsoft.com/office/drawing/2014/main" id="{4811A84D-9F1F-40B8-8811-6FACF501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action1-key">
            <a:extLst xmlns:a="http://schemas.openxmlformats.org/drawingml/2006/main">
              <a:ext uri="{FF2B5EF4-FFF2-40B4-BE49-F238E27FC236}">
                <a16:creationId xmlns:a16="http://schemas.microsoft.com/office/drawing/2014/main" id="{28C3A62E-1F43-432F-BF20-73BB89E1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澄清</a:t>
            </a:r>
          </a:p>
        </p:txBody>
      </p:sp>
      <p:sp>
        <p:nvSpPr>
          <p:cNvPr id="10" name="action1-value">
            <a:extLst xmlns:a="http://schemas.openxmlformats.org/drawingml/2006/main">
              <a:ext uri="{FF2B5EF4-FFF2-40B4-BE49-F238E27FC236}">
                <a16:creationId xmlns:a16="http://schemas.microsoft.com/office/drawing/2014/main" id="{A2E9AA71-D8A1-4D4F-9981-457755F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840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内容已有，但表达导致误读。</a:t>
            </a:r>
          </a:p>
        </p:txBody>
      </p:sp>
      <p:sp>
        <p:nvSpPr>
          <p:cNvPr id="11" name="action1-rule">
            <a:extLst xmlns:a="http://schemas.openxmlformats.org/drawingml/2006/main">
              <a:ext uri="{FF2B5EF4-FFF2-40B4-BE49-F238E27FC236}">
                <a16:creationId xmlns:a16="http://schemas.microsoft.com/office/drawing/2014/main" id="{82525CA6-7141-4B9E-B452-3B732D05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action2-key">
            <a:extLst xmlns:a="http://schemas.openxmlformats.org/drawingml/2006/main">
              <a:ext uri="{FF2B5EF4-FFF2-40B4-BE49-F238E27FC236}">
                <a16:creationId xmlns:a16="http://schemas.microsoft.com/office/drawing/2014/main" id="{CF42B413-9E92-4263-8E5C-8F1D5F9F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补证</a:t>
            </a:r>
          </a:p>
        </p:txBody>
      </p:sp>
      <p:sp>
        <p:nvSpPr>
          <p:cNvPr id="13" name="action2-value">
            <a:extLst xmlns:a="http://schemas.openxmlformats.org/drawingml/2006/main">
              <a:ext uri="{FF2B5EF4-FFF2-40B4-BE49-F238E27FC236}">
                <a16:creationId xmlns:a16="http://schemas.microsoft.com/office/drawing/2014/main" id="{E7A152F4-E3C3-48C4-B7BE-AB84CA34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24175"/>
            <a:ext cx="840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需要新增证据或实验。</a:t>
            </a:r>
          </a:p>
        </p:txBody>
      </p:sp>
      <p:sp>
        <p:nvSpPr>
          <p:cNvPr id="14" name="action2-rule">
            <a:extLst xmlns:a="http://schemas.openxmlformats.org/drawingml/2006/main">
              <a:ext uri="{FF2B5EF4-FFF2-40B4-BE49-F238E27FC236}">
                <a16:creationId xmlns:a16="http://schemas.microsoft.com/office/drawing/2014/main" id="{F53C13D9-8BA8-4417-B3B7-49F75B4D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action3-key">
            <a:extLst xmlns:a="http://schemas.openxmlformats.org/drawingml/2006/main">
              <a:ext uri="{FF2B5EF4-FFF2-40B4-BE49-F238E27FC236}">
                <a16:creationId xmlns:a16="http://schemas.microsoft.com/office/drawing/2014/main" id="{6D86444C-009B-42D0-910A-6CC4E74D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保留异议</a:t>
            </a:r>
          </a:p>
        </p:txBody>
      </p:sp>
      <p:sp>
        <p:nvSpPr>
          <p:cNvPr id="16" name="action3-value">
            <a:extLst xmlns:a="http://schemas.openxmlformats.org/drawingml/2006/main">
              <a:ext uri="{FF2B5EF4-FFF2-40B4-BE49-F238E27FC236}">
                <a16:creationId xmlns:a16="http://schemas.microsoft.com/office/drawing/2014/main" id="{28E2B6C7-95AB-4909-AED2-55CCECA4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81425"/>
            <a:ext cx="840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意见与证据或约束冲突。</a:t>
            </a:r>
          </a:p>
        </p:txBody>
      </p:sp>
      <p:sp>
        <p:nvSpPr>
          <p:cNvPr id="17" name="action3-rule">
            <a:extLst xmlns:a="http://schemas.openxmlformats.org/drawingml/2006/main">
              <a:ext uri="{FF2B5EF4-FFF2-40B4-BE49-F238E27FC236}">
                <a16:creationId xmlns:a16="http://schemas.microsoft.com/office/drawing/2014/main" id="{453C4C40-03BA-44FB-815D-36AFD9F6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action4-key">
            <a:extLst xmlns:a="http://schemas.openxmlformats.org/drawingml/2006/main">
              <a:ext uri="{FF2B5EF4-FFF2-40B4-BE49-F238E27FC236}">
                <a16:creationId xmlns:a16="http://schemas.microsoft.com/office/drawing/2014/main" id="{2B90E1EA-B13A-4FAB-A216-2E94FA01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暂缓</a:t>
            </a:r>
          </a:p>
        </p:txBody>
      </p:sp>
      <p:sp>
        <p:nvSpPr>
          <p:cNvPr id="19" name="action4-value">
            <a:extLst xmlns:a="http://schemas.openxmlformats.org/drawingml/2006/main">
              <a:ext uri="{FF2B5EF4-FFF2-40B4-BE49-F238E27FC236}">
                <a16:creationId xmlns:a16="http://schemas.microsoft.com/office/drawing/2014/main" id="{1F58590A-D0C6-4010-8149-727CB16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38675"/>
            <a:ext cx="8401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条件不足：写阻塞、风险与复核点。</a:t>
            </a:r>
          </a:p>
        </p:txBody>
      </p:sp>
      <p:sp>
        <p:nvSpPr>
          <p:cNvPr id="20" name="action4-rule">
            <a:extLst xmlns:a="http://schemas.openxmlformats.org/drawingml/2006/main">
              <a:ext uri="{FF2B5EF4-FFF2-40B4-BE49-F238E27FC236}">
                <a16:creationId xmlns:a16="http://schemas.microsoft.com/office/drawing/2014/main" id="{25C3FA32-945E-43F6-81DE-954C00E7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truth">
            <a:extLst xmlns:a="http://schemas.openxmlformats.org/drawingml/2006/main">
              <a:ext uri="{FF2B5EF4-FFF2-40B4-BE49-F238E27FC236}">
                <a16:creationId xmlns:a16="http://schemas.microsoft.com/office/drawing/2014/main" id="{4EAF02D9-DF47-4355-9098-A7A5D43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39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按真实理由选择，不要求五类齐全或机械拒绝。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BCA45776-9EBE-4D1D-853B-17B180C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为这条意见写出回应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content-211">
            <a:extLst xmlns:a="http://schemas.openxmlformats.org/drawingml/2006/main">
              <a:ext uri="{FF2B5EF4-FFF2-40B4-BE49-F238E27FC236}">
                <a16:creationId xmlns:a16="http://schemas.microsoft.com/office/drawing/2014/main" id="{AC09D240-4C4E-40CA-80BF-A72C3513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课程虚构回应样例</a:t>
            </a:r>
          </a:p>
        </p:txBody>
      </p:sp>
      <p:sp>
        <p:nvSpPr>
          <p:cNvPr id="7" name="content-212">
            <a:extLst xmlns:a="http://schemas.openxmlformats.org/drawingml/2006/main">
              <a:ext uri="{FF2B5EF4-FFF2-40B4-BE49-F238E27FC236}">
                <a16:creationId xmlns:a16="http://schemas.microsoft.com/office/drawing/2014/main" id="{CD69D12A-DD16-4BA6-AA26-39D18EC4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动作：采纳；理由：当前证据不能排除替代解释。</a:t>
            </a:r>
          </a:p>
        </p:txBody>
      </p:sp>
      <p:sp>
        <p:nvSpPr>
          <p:cNvPr id="8" name="content-213">
            <a:extLst xmlns:a="http://schemas.openxmlformats.org/drawingml/2006/main">
              <a:ext uri="{FF2B5EF4-FFF2-40B4-BE49-F238E27FC236}">
                <a16:creationId xmlns:a16="http://schemas.microsoft.com/office/drawing/2014/main" id="{85A17E1E-4C67-40FC-BACB-731F682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边界：同一批 3 份构造源文本；依据：评价报告 §2。</a:t>
            </a:r>
          </a:p>
        </p:txBody>
      </p:sp>
      <p:sp>
        <p:nvSpPr>
          <p:cNvPr id="9" name="content-214">
            <a:extLst xmlns:a="http://schemas.openxmlformats.org/drawingml/2006/main">
              <a:ext uri="{FF2B5EF4-FFF2-40B4-BE49-F238E27FC236}">
                <a16:creationId xmlns:a16="http://schemas.microsoft.com/office/drawing/2014/main" id="{EE8A3F9E-98DA-4CA2-A2B7-C0856542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798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主张方向：Q1 包内一致、H1/A2 未决；工件：review；影响工件：report.md、结论追踪记录。</a:t>
            </a:r>
          </a:p>
        </p:txBody>
      </p:sp>
      <p:sp>
        <p:nvSpPr>
          <p:cNvPr id="10" name="content-215">
            <a:extLst xmlns:a="http://schemas.openxmlformats.org/drawingml/2006/main">
              <a:ext uri="{FF2B5EF4-FFF2-40B4-BE49-F238E27FC236}">
                <a16:creationId xmlns:a16="http://schemas.microsoft.com/office/drawing/2014/main" id="{ED0BF685-C103-4EFA-BA23-B51E0EE4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回应写入 peer-review.md；优先级写入 revision-plan.md。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38D8EBAA-C889-4DC1-A1A1-D806DA4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5F7D3881-668A-487A-AB4A-A677B3BB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保留两轮真实互评和现场修改。作者对意见接受、澄清、补证、保留异议或暂缓，至少完成一项影响论证的实际修订。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911509BA-F02E-416E-B23B-10AA364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检查正文与表格、追踪记录、状态同时更新；真实意见逐条回应，处理类别不凑数；剩余缺口在 L16 抽查中可解释。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9854EBBC-AEF7-4876-A9BF-E79E3B2B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保存：真实评审意见、处理理由、实际 diff 与论证门预检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255FBC3D-A212-4073-B2FF-6A3152AF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07EBA216-9E69-4B77-8487-26732FC0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证据不足，怎样修改主句？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221">
            <a:extLst xmlns:a="http://schemas.openxmlformats.org/drawingml/2006/main">
              <a:ext uri="{FF2B5EF4-FFF2-40B4-BE49-F238E27FC236}">
                <a16:creationId xmlns:a16="http://schemas.microsoft.com/office/drawing/2014/main" id="{8B2BD9E2-6553-469E-9F01-95948DB1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Q1：在构造包中方向一致。</a:t>
            </a:r>
          </a:p>
        </p:txBody>
      </p:sp>
      <p:sp>
        <p:nvSpPr>
          <p:cNvPr id="7" name="content-222">
            <a:extLst xmlns:a="http://schemas.openxmlformats.org/drawingml/2006/main">
              <a:ext uri="{FF2B5EF4-FFF2-40B4-BE49-F238E27FC236}">
                <a16:creationId xmlns:a16="http://schemas.microsoft.com/office/drawing/2014/main" id="{D85D8A01-D737-4928-9CF7-501463E0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H1/A2：仍不能区分。</a:t>
            </a:r>
          </a:p>
        </p:txBody>
      </p:sp>
      <p:sp>
        <p:nvSpPr>
          <p:cNvPr id="8" name="content-223">
            <a:extLst xmlns:a="http://schemas.openxmlformats.org/drawingml/2006/main">
              <a:ext uri="{FF2B5EF4-FFF2-40B4-BE49-F238E27FC236}">
                <a16:creationId xmlns:a16="http://schemas.microsoft.com/office/drawing/2014/main" id="{7BB022D5-DB03-4C9F-B54E-8327280A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其他质量：尚未测量。</a:t>
            </a:r>
          </a:p>
        </p:txBody>
      </p:sp>
      <p:sp>
        <p:nvSpPr>
          <p:cNvPr id="9" name="content-224">
            <a:extLst xmlns:a="http://schemas.openxmlformats.org/drawingml/2006/main">
              <a:ext uri="{FF2B5EF4-FFF2-40B4-BE49-F238E27FC236}">
                <a16:creationId xmlns:a16="http://schemas.microsoft.com/office/drawing/2014/main" id="{0C23E53D-2FC2-489C-BFEC-F89D7ECD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范围：保留T03负例，撤回“所有文本”。</a:t>
            </a:r>
          </a:p>
        </p:txBody>
      </p:sp>
      <p:sp>
        <p:nvSpPr>
          <p:cNvPr id="10" name="content-225">
            <a:extLst xmlns:a="http://schemas.openxmlformats.org/drawingml/2006/main">
              <a:ext uri="{FF2B5EF4-FFF2-40B4-BE49-F238E27FC236}">
                <a16:creationId xmlns:a16="http://schemas.microsoft.com/office/drawing/2014/main" id="{C6A5454B-F99B-4206-9AA8-C9396E25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修改正文，再更新追踪状态。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保存第二项修改或一个缺口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59C3DCD2-37E6-4C74-927C-A62D879D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完成样例为课程构造处理记录</a:t>
            </a:r>
          </a:p>
        </p:txBody>
      </p:sp>
      <p:sp>
        <p:nvSpPr>
          <p:cNvPr id="7" name="action">
            <a:extLst xmlns:a="http://schemas.openxmlformats.org/drawingml/2006/main">
              <a:ext uri="{FF2B5EF4-FFF2-40B4-BE49-F238E27FC236}">
                <a16:creationId xmlns:a16="http://schemas.microsoft.com/office/drawing/2014/main" id="{B3359AC5-8820-4AAC-8780-50B5A004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19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从当前稿件选一项，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完成第二次修改。</a:t>
            </a:r>
          </a:p>
        </p:txBody>
      </p:sp>
      <p:sp>
        <p:nvSpPr>
          <p:cNvPr id="8" name="options">
            <a:extLst xmlns:a="http://schemas.openxmlformats.org/drawingml/2006/main">
              <a:ext uri="{FF2B5EF4-FFF2-40B4-BE49-F238E27FC236}">
                <a16:creationId xmlns:a16="http://schemas.microsoft.com/office/drawing/2014/main" id="{8793CA95-E21A-460D-8B1A-8E6C54A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52197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高优先级修改／证据定位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结论降级与边界／AI 与伦理披露</a:t>
            </a:r>
          </a:p>
        </p:txBody>
      </p:sp>
      <p:sp>
        <p:nvSpPr>
          <p:cNvPr id="9" name="save">
            <a:extLst xmlns:a="http://schemas.openxmlformats.org/drawingml/2006/main">
              <a:ext uri="{FF2B5EF4-FFF2-40B4-BE49-F238E27FC236}">
                <a16:creationId xmlns:a16="http://schemas.microsoft.com/office/drawing/2014/main" id="{7F6B45D6-9D5C-4F70-A945-BC5DFB5E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00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保存到相应项目文件。</a:t>
            </a:r>
          </a:p>
        </p:txBody>
      </p:sp>
      <p:sp>
        <p:nvSpPr>
          <p:cNvPr id="10" name="record-top">
            <a:extLst xmlns:a="http://schemas.openxmlformats.org/drawingml/2006/main">
              <a:ext uri="{FF2B5EF4-FFF2-40B4-BE49-F238E27FC236}">
                <a16:creationId xmlns:a16="http://schemas.microsoft.com/office/drawing/2014/main" id="{993A2315-CE69-41D3-A3E9-5CB10EA5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9725"/>
            <a:ext cx="4962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record-file">
            <a:extLst xmlns:a="http://schemas.openxmlformats.org/drawingml/2006/main">
              <a:ext uri="{FF2B5EF4-FFF2-40B4-BE49-F238E27FC236}">
                <a16:creationId xmlns:a16="http://schemas.microsoft.com/office/drawing/2014/main" id="{C4F0F05C-DDB3-4682-80C5-81E1DEA2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496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未修复项的处理记录</a:t>
            </a:r>
          </a:p>
        </p:txBody>
      </p:sp>
      <p:sp>
        <p:nvSpPr>
          <p:cNvPr id="12" name="record-line0">
            <a:extLst xmlns:a="http://schemas.openxmlformats.org/drawingml/2006/main">
              <a:ext uri="{FF2B5EF4-FFF2-40B4-BE49-F238E27FC236}">
                <a16:creationId xmlns:a16="http://schemas.microsoft.com/office/drawing/2014/main" id="{18E77DBC-E6E2-4680-AC9E-6745744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95525"/>
            <a:ext cx="4733925" cy="745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缺口：未能补做对照</a:t>
            </a:r>
          </a:p>
        </p:txBody>
      </p:sp>
      <p:sp>
        <p:nvSpPr>
          <p:cNvPr id="13" name="record-line1">
            <a:extLst xmlns:a="http://schemas.openxmlformats.org/drawingml/2006/main">
              <a:ext uri="{FF2B5EF4-FFF2-40B4-BE49-F238E27FC236}">
                <a16:creationId xmlns:a16="http://schemas.microsoft.com/office/drawing/2014/main" id="{82563BD4-F43C-4F54-A9A4-3A23D60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0856"/>
            <a:ext cx="4733925" cy="745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动作：暂缓机制结论</a:t>
            </a:r>
          </a:p>
        </p:txBody>
      </p:sp>
      <p:sp>
        <p:nvSpPr>
          <p:cNvPr id="14" name="record-line2">
            <a:extLst xmlns:a="http://schemas.openxmlformats.org/drawingml/2006/main">
              <a:ext uri="{FF2B5EF4-FFF2-40B4-BE49-F238E27FC236}">
                <a16:creationId xmlns:a16="http://schemas.microsoft.com/office/drawing/2014/main" id="{BE3EB9AB-2629-4032-85D8-AF9BA1F6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86188"/>
            <a:ext cx="4733925" cy="745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留下：阻塞与复核点</a:t>
            </a:r>
          </a:p>
        </p:txBody>
      </p:sp>
      <p:sp>
        <p:nvSpPr>
          <p:cNvPr id="15" name="record-line3">
            <a:extLst xmlns:a="http://schemas.openxmlformats.org/drawingml/2006/main">
              <a:ext uri="{FF2B5EF4-FFF2-40B4-BE49-F238E27FC236}">
                <a16:creationId xmlns:a16="http://schemas.microsoft.com/office/drawing/2014/main" id="{1CBF28E1-74FB-4B21-8C5D-B6822EF2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1519"/>
            <a:ext cx="4733925" cy="745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完成：文件保存、风险可定位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CDBD5D28-AC5B-46E7-92EC-47A446B6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逐项预检，不假装全部通过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states">
            <a:extLst xmlns:a="http://schemas.openxmlformats.org/drawingml/2006/main">
              <a:ext uri="{FF2B5EF4-FFF2-40B4-BE49-F238E27FC236}">
                <a16:creationId xmlns:a16="http://schemas.microsoft.com/office/drawing/2014/main" id="{967F96D3-536C-4192-B8C1-B17C330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逐项选择状态，写明剩余缺口。</a:t>
            </a:r>
          </a:p>
        </p:txBody>
      </p:sp>
      <p:sp>
        <p:nvSpPr>
          <p:cNvPr id="7" name="status-head0">
            <a:extLst xmlns:a="http://schemas.openxmlformats.org/drawingml/2006/main">
              <a:ext uri="{FF2B5EF4-FFF2-40B4-BE49-F238E27FC236}">
                <a16:creationId xmlns:a16="http://schemas.microsoft.com/office/drawing/2014/main" id="{F6ACDC1B-30AF-44DF-B2B9-F60588EB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已满足</a:t>
            </a:r>
          </a:p>
        </p:txBody>
      </p:sp>
      <p:sp>
        <p:nvSpPr>
          <p:cNvPr id="8" name="status-head1">
            <a:extLst xmlns:a="http://schemas.openxmlformats.org/drawingml/2006/main">
              <a:ext uri="{FF2B5EF4-FFF2-40B4-BE49-F238E27FC236}">
                <a16:creationId xmlns:a16="http://schemas.microsoft.com/office/drawing/2014/main" id="{0F435F6D-4DA2-4A72-B47B-52694994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00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部分满足</a:t>
            </a:r>
          </a:p>
        </p:txBody>
      </p:sp>
      <p:sp>
        <p:nvSpPr>
          <p:cNvPr id="9" name="status-head2">
            <a:extLst xmlns:a="http://schemas.openxmlformats.org/drawingml/2006/main">
              <a:ext uri="{FF2B5EF4-FFF2-40B4-BE49-F238E27FC236}">
                <a16:creationId xmlns:a16="http://schemas.microsoft.com/office/drawing/2014/main" id="{D182A175-96D5-4449-9978-D404A7B3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600200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未覆盖</a:t>
            </a:r>
          </a:p>
        </p:txBody>
      </p:sp>
      <p:sp>
        <p:nvSpPr>
          <p:cNvPr id="10" name="item0">
            <a:extLst xmlns:a="http://schemas.openxmlformats.org/drawingml/2006/main">
              <a:ext uri="{FF2B5EF4-FFF2-40B4-BE49-F238E27FC236}">
                <a16:creationId xmlns:a16="http://schemas.microsoft.com/office/drawing/2014/main" id="{378D2CDC-2DA8-44C6-81D1-4F82DFD5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关键结论可追溯</a:t>
            </a:r>
          </a:p>
        </p:txBody>
      </p:sp>
      <p:sp>
        <p:nvSpPr>
          <p:cNvPr id="11" name="blank00">
            <a:extLst xmlns:a="http://schemas.openxmlformats.org/drawingml/2006/main">
              <a:ext uri="{FF2B5EF4-FFF2-40B4-BE49-F238E27FC236}">
                <a16:creationId xmlns:a16="http://schemas.microsoft.com/office/drawing/2014/main" id="{9D3A69A7-A3ED-4C84-A9FB-7C87F82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2" name="blank01">
            <a:extLst xmlns:a="http://schemas.openxmlformats.org/drawingml/2006/main">
              <a:ext uri="{FF2B5EF4-FFF2-40B4-BE49-F238E27FC236}">
                <a16:creationId xmlns:a16="http://schemas.microsoft.com/office/drawing/2014/main" id="{CC37507B-D9B0-4BDE-816A-9D95A2B0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3" name="blank02">
            <a:extLst xmlns:a="http://schemas.openxmlformats.org/drawingml/2006/main">
              <a:ext uri="{FF2B5EF4-FFF2-40B4-BE49-F238E27FC236}">
                <a16:creationId xmlns:a16="http://schemas.microsoft.com/office/drawing/2014/main" id="{7DE5A6A5-F250-481C-ABB7-FE8F1A5C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4" name="line0">
            <a:extLst xmlns:a="http://schemas.openxmlformats.org/drawingml/2006/main">
              <a:ext uri="{FF2B5EF4-FFF2-40B4-BE49-F238E27FC236}">
                <a16:creationId xmlns:a16="http://schemas.microsoft.com/office/drawing/2014/main" id="{AFF02020-9CD0-4AB9-84AE-40339D1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item1">
            <a:extLst xmlns:a="http://schemas.openxmlformats.org/drawingml/2006/main">
              <a:ext uri="{FF2B5EF4-FFF2-40B4-BE49-F238E27FC236}">
                <a16:creationId xmlns:a16="http://schemas.microsoft.com/office/drawing/2014/main" id="{81F8D3CA-12C9-4947-AC66-F66253F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stable 符合证据条件</a:t>
            </a:r>
          </a:p>
        </p:txBody>
      </p:sp>
      <p:sp>
        <p:nvSpPr>
          <p:cNvPr id="16" name="blank10">
            <a:extLst xmlns:a="http://schemas.openxmlformats.org/drawingml/2006/main">
              <a:ext uri="{FF2B5EF4-FFF2-40B4-BE49-F238E27FC236}">
                <a16:creationId xmlns:a16="http://schemas.microsoft.com/office/drawing/2014/main" id="{8580F959-AF42-4D75-8540-1F0335FF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52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7" name="blank11">
            <a:extLst xmlns:a="http://schemas.openxmlformats.org/drawingml/2006/main">
              <a:ext uri="{FF2B5EF4-FFF2-40B4-BE49-F238E27FC236}">
                <a16:creationId xmlns:a16="http://schemas.microsoft.com/office/drawing/2014/main" id="{DA24606F-C512-433E-9130-D1CC7C6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52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8" name="blank12">
            <a:extLst xmlns:a="http://schemas.openxmlformats.org/drawingml/2006/main">
              <a:ext uri="{FF2B5EF4-FFF2-40B4-BE49-F238E27FC236}">
                <a16:creationId xmlns:a16="http://schemas.microsoft.com/office/drawing/2014/main" id="{F61E8A17-C138-4BC3-9CA6-5BC92AB4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52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19" name="line1">
            <a:extLst xmlns:a="http://schemas.openxmlformats.org/drawingml/2006/main">
              <a:ext uri="{FF2B5EF4-FFF2-40B4-BE49-F238E27FC236}">
                <a16:creationId xmlns:a16="http://schemas.microsoft.com/office/drawing/2014/main" id="{8F7AAAE8-C7CE-4D8E-841E-ADB22A0E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0" name="item2">
            <a:extLst xmlns:a="http://schemas.openxmlformats.org/drawingml/2006/main">
              <a:ext uri="{FF2B5EF4-FFF2-40B4-BE49-F238E27FC236}">
                <a16:creationId xmlns:a16="http://schemas.microsoft.com/office/drawing/2014/main" id="{460CF3F5-82DE-4D7C-9F47-3A5F660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工作流含运行、权限、评价与失败</a:t>
            </a:r>
          </a:p>
        </p:txBody>
      </p:sp>
      <p:sp>
        <p:nvSpPr>
          <p:cNvPr id="21" name="blank20">
            <a:extLst xmlns:a="http://schemas.openxmlformats.org/drawingml/2006/main">
              <a:ext uri="{FF2B5EF4-FFF2-40B4-BE49-F238E27FC236}">
                <a16:creationId xmlns:a16="http://schemas.microsoft.com/office/drawing/2014/main" id="{AED3D2BB-9AB0-41BC-9835-C4E03334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29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2" name="blank21">
            <a:extLst xmlns:a="http://schemas.openxmlformats.org/drawingml/2006/main">
              <a:ext uri="{FF2B5EF4-FFF2-40B4-BE49-F238E27FC236}">
                <a16:creationId xmlns:a16="http://schemas.microsoft.com/office/drawing/2014/main" id="{BB8D4D40-D033-4571-B5A9-95D8E918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29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3" name="blank22">
            <a:extLst xmlns:a="http://schemas.openxmlformats.org/drawingml/2006/main">
              <a:ext uri="{FF2B5EF4-FFF2-40B4-BE49-F238E27FC236}">
                <a16:creationId xmlns:a16="http://schemas.microsoft.com/office/drawing/2014/main" id="{89E5075A-EC8C-40C2-AF6B-72260A11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29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4" name="line2">
            <a:extLst xmlns:a="http://schemas.openxmlformats.org/drawingml/2006/main">
              <a:ext uri="{FF2B5EF4-FFF2-40B4-BE49-F238E27FC236}">
                <a16:creationId xmlns:a16="http://schemas.microsoft.com/office/drawing/2014/main" id="{24862CE7-D196-4EA8-906A-7B35E96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5" name="item3">
            <a:extLst xmlns:a="http://schemas.openxmlformats.org/drawingml/2006/main">
              <a:ext uri="{FF2B5EF4-FFF2-40B4-BE49-F238E27FC236}">
                <a16:creationId xmlns:a16="http://schemas.microsoft.com/office/drawing/2014/main" id="{D953A965-6EAF-4DED-956B-EFA8FB6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伦理、许可、贡献与 AI 完整</a:t>
            </a:r>
          </a:p>
        </p:txBody>
      </p:sp>
      <p:sp>
        <p:nvSpPr>
          <p:cNvPr id="26" name="blank30">
            <a:extLst xmlns:a="http://schemas.openxmlformats.org/drawingml/2006/main">
              <a:ext uri="{FF2B5EF4-FFF2-40B4-BE49-F238E27FC236}">
                <a16:creationId xmlns:a16="http://schemas.microsoft.com/office/drawing/2014/main" id="{507DE011-4D3B-490C-A156-1B12428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05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7" name="blank31">
            <a:extLst xmlns:a="http://schemas.openxmlformats.org/drawingml/2006/main">
              <a:ext uri="{FF2B5EF4-FFF2-40B4-BE49-F238E27FC236}">
                <a16:creationId xmlns:a16="http://schemas.microsoft.com/office/drawing/2014/main" id="{06AF2712-D09A-4194-9730-1FDAD3E2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05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8" name="blank32">
            <a:extLst xmlns:a="http://schemas.openxmlformats.org/drawingml/2006/main">
              <a:ext uri="{FF2B5EF4-FFF2-40B4-BE49-F238E27FC236}">
                <a16:creationId xmlns:a16="http://schemas.microsoft.com/office/drawing/2014/main" id="{F6B4EB54-6A15-4062-8C71-6ACAFCA6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29" name="line3">
            <a:extLst xmlns:a="http://schemas.openxmlformats.org/drawingml/2006/main">
              <a:ext uri="{FF2B5EF4-FFF2-40B4-BE49-F238E27FC236}">
                <a16:creationId xmlns:a16="http://schemas.microsoft.com/office/drawing/2014/main" id="{8D50211A-9CF0-40BF-B260-8123A8C9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0" name="item4">
            <a:extLst xmlns:a="http://schemas.openxmlformats.org/drawingml/2006/main">
              <a:ext uri="{FF2B5EF4-FFF2-40B4-BE49-F238E27FC236}">
                <a16:creationId xmlns:a16="http://schemas.microsoft.com/office/drawing/2014/main" id="{B10A422F-F4EA-4808-9413-0608A348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工件状态与门检一致</a:t>
            </a:r>
          </a:p>
        </p:txBody>
      </p:sp>
      <p:sp>
        <p:nvSpPr>
          <p:cNvPr id="31" name="blank40">
            <a:extLst xmlns:a="http://schemas.openxmlformats.org/drawingml/2006/main">
              <a:ext uri="{FF2B5EF4-FFF2-40B4-BE49-F238E27FC236}">
                <a16:creationId xmlns:a16="http://schemas.microsoft.com/office/drawing/2014/main" id="{87B85096-D715-469B-B848-D68C8CCE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81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32" name="blank41">
            <a:extLst xmlns:a="http://schemas.openxmlformats.org/drawingml/2006/main">
              <a:ext uri="{FF2B5EF4-FFF2-40B4-BE49-F238E27FC236}">
                <a16:creationId xmlns:a16="http://schemas.microsoft.com/office/drawing/2014/main" id="{85065B49-B840-4050-B40C-A82C64C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781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33" name="blank42">
            <a:extLst xmlns:a="http://schemas.openxmlformats.org/drawingml/2006/main">
              <a:ext uri="{FF2B5EF4-FFF2-40B4-BE49-F238E27FC236}">
                <a16:creationId xmlns:a16="http://schemas.microsoft.com/office/drawing/2014/main" id="{D19572C8-BCF0-4CC3-9ED9-B21CBC8E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815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□</a:t>
            </a:r>
          </a:p>
        </p:txBody>
      </p:sp>
      <p:sp>
        <p:nvSpPr>
          <p:cNvPr id="34" name="line4">
            <a:extLst xmlns:a="http://schemas.openxmlformats.org/drawingml/2006/main">
              <a:ext uri="{FF2B5EF4-FFF2-40B4-BE49-F238E27FC236}">
                <a16:creationId xmlns:a16="http://schemas.microsoft.com/office/drawing/2014/main" id="{181FFF82-B3FC-46D9-8EF2-B1F77E05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35" name="save">
            <a:extLst xmlns:a="http://schemas.openxmlformats.org/drawingml/2006/main">
              <a:ext uri="{FF2B5EF4-FFF2-40B4-BE49-F238E27FC236}">
                <a16:creationId xmlns:a16="http://schemas.microsoft.com/office/drawing/2014/main" id="{DFF5D6D8-8BE6-4DD5-A61F-3619CEC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剩余缺口 → revision-plan.md</a:t>
            </a:r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C2267029-0FAD-482D-BFF9-4DA88D8A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hain">
            <a:extLst xmlns:a="http://schemas.openxmlformats.org/drawingml/2006/main">
              <a:ext uri="{FF2B5EF4-FFF2-40B4-BE49-F238E27FC236}">
                <a16:creationId xmlns:a16="http://schemas.microsoft.com/office/drawing/2014/main" id="{6FA3A187-2BAA-4665-BED9-08A26BFB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真实意见 → 处理决定 → 实际修改 → 剩余边界</a:t>
            </a:r>
          </a:p>
        </p:txBody>
      </p:sp>
      <p:sp>
        <p:nvSpPr>
          <p:cNvPr id="7" name="summary">
            <a:extLst xmlns:a="http://schemas.openxmlformats.org/drawingml/2006/main">
              <a:ext uri="{FF2B5EF4-FFF2-40B4-BE49-F238E27FC236}">
                <a16:creationId xmlns:a16="http://schemas.microsoft.com/office/drawing/2014/main" id="{31C80B56-FD6F-40EE-ABE0-6F9C0AC4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完成标志是修改证据，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不只是修改计划。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9B72016-2E3F-4F42-B896-F4B3648F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judgment">
            <a:extLst xmlns:a="http://schemas.openxmlformats.org/drawingml/2006/main">
              <a:ext uri="{FF2B5EF4-FFF2-40B4-BE49-F238E27FC236}">
                <a16:creationId xmlns:a16="http://schemas.microsoft.com/office/drawing/2014/main" id="{C28B8648-FA4D-4022-AA0C-37D2A77A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反馈不替代作者判断；理由回到证据与约束。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6F86D20F-3C82-4AE2-B0BA-6E46B4A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来源：本课讲义与课程评审模板；课程研究门规范 · 教学构造样例不冒充学生记录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EFCB6525-4EB2-4E49-B70A-7E551D8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AB5B977B-7F7A-4A1A-B93B-B6B49021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L16 展示现有结论与工件，不另起展示项目。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950BF108-FDB8-436D-8B91-1BFDEBB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回写已有项目：真实评审意见、处理理由、实际 diff 与论证门预检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AC92A75D-E89C-429F-B0D5-ADA5F317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6E4DC6F3-ACF5-4D2E-BBE8-7463F49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B2245186-B031-4DE3-AA89-AC86C609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2026-09-16T01:34:21.8080000Z</dcterms:created>
  <dcterms:modified xsi:type="dcterms:W3CDTF">2026-09-16T01:34:21.8080000Z</dcterms:modified>
</coreProperties>
</file>