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70d10fb2d64041" /><Relationship Type="http://schemas.openxmlformats.org/officeDocument/2006/relationships/extended-properties" Target="/docProps/app.xml" Id="Ra2d0408c66d6436e" /><Relationship Type="http://schemas.openxmlformats.org/officeDocument/2006/relationships/officeDocument" Target="/ppt/presentation.xml" Id="R6ceb585981c640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0965df81c949e8"/>
  </p:sldMasterIdLst>
  <p:notesMasterIdLst>
    <p:notesMasterId xmlns:r="http://schemas.openxmlformats.org/officeDocument/2006/relationships" r:id="R3cc09c38781f43cc"/>
  </p:notesMasterIdLst>
  <p:sldIdLst>
    <p:sldId xmlns:r="http://schemas.openxmlformats.org/officeDocument/2006/relationships" id="256" r:id="R83703425be644445"/>
    <p:sldId xmlns:r="http://schemas.openxmlformats.org/officeDocument/2006/relationships" id="257" r:id="R891abea688524bd6"/>
    <p:sldId xmlns:r="http://schemas.openxmlformats.org/officeDocument/2006/relationships" id="258" r:id="R39885ba4a8b7452a"/>
    <p:sldId xmlns:r="http://schemas.openxmlformats.org/officeDocument/2006/relationships" id="259" r:id="R94b2ab7fbc8a4fc8"/>
    <p:sldId xmlns:r="http://schemas.openxmlformats.org/officeDocument/2006/relationships" id="260" r:id="R1749cb5ba9414e20"/>
    <p:sldId xmlns:r="http://schemas.openxmlformats.org/officeDocument/2006/relationships" id="261" r:id="R75f647b153d44851"/>
    <p:sldId xmlns:r="http://schemas.openxmlformats.org/officeDocument/2006/relationships" id="262" r:id="Re0f89067fb1345f4"/>
    <p:sldId xmlns:r="http://schemas.openxmlformats.org/officeDocument/2006/relationships" id="263" r:id="R1bf53443a70d4900"/>
    <p:sldId xmlns:r="http://schemas.openxmlformats.org/officeDocument/2006/relationships" id="264" r:id="Rcaae7c888f3a41db"/>
    <p:sldId xmlns:r="http://schemas.openxmlformats.org/officeDocument/2006/relationships" id="265" r:id="R980b875a66aa4e72"/>
    <p:sldId xmlns:r="http://schemas.openxmlformats.org/officeDocument/2006/relationships" id="266" r:id="R4663dad3674d45f8"/>
    <p:sldId xmlns:r="http://schemas.openxmlformats.org/officeDocument/2006/relationships" id="267" r:id="R553b9651ce194192"/>
    <p:sldId xmlns:r="http://schemas.openxmlformats.org/officeDocument/2006/relationships" id="268" r:id="R367b43f646364737"/>
    <p:sldId xmlns:r="http://schemas.openxmlformats.org/officeDocument/2006/relationships" id="269" r:id="R17689e2ade24408f"/>
    <p:sldId xmlns:r="http://schemas.openxmlformats.org/officeDocument/2006/relationships" id="270" r:id="R9bd5231d2ef84528"/>
    <p:sldId xmlns:r="http://schemas.openxmlformats.org/officeDocument/2006/relationships" id="271" r:id="Rce08b1ed6aab4654"/>
    <p:sldId xmlns:r="http://schemas.openxmlformats.org/officeDocument/2006/relationships" id="272" r:id="Raeb9876e33294a05"/>
    <p:sldId xmlns:r="http://schemas.openxmlformats.org/officeDocument/2006/relationships" id="273" r:id="R53176c9058444bb7"/>
    <p:sldId xmlns:r="http://schemas.openxmlformats.org/officeDocument/2006/relationships" id="274" r:id="R7c478d5327414d0f"/>
    <p:sldId xmlns:r="http://schemas.openxmlformats.org/officeDocument/2006/relationships" id="275" r:id="R0de0c1389bc741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2e2c5782494ba7" /><Relationship Type="http://schemas.openxmlformats.org/officeDocument/2006/relationships/slideMaster" Target="/ppt/slideMasters/slideMaster1.xml" Id="Rdc0965df81c949e8" /><Relationship Type="http://schemas.openxmlformats.org/officeDocument/2006/relationships/notesMaster" Target="/ppt/notesMasters/notesMaster1.xml" Id="R3cc09c38781f43cc" /><Relationship Type="http://schemas.openxmlformats.org/officeDocument/2006/relationships/presProps" Target="/ppt/presProps.xml" Id="Rac842db9f22945cf" /><Relationship Type="http://schemas.openxmlformats.org/officeDocument/2006/relationships/viewProps" Target="/ppt/viewProps.xml" Id="Rabb90ab8ec1e4c8c" /><Relationship Type="http://schemas.openxmlformats.org/officeDocument/2006/relationships/tableStyles" Target="/ppt/tableStyles.xml" Id="R54f75554181f4560" /><Relationship Type="http://schemas.openxmlformats.org/officeDocument/2006/relationships/slide" Target="/ppt/slides/slide1.xml" Id="R83703425be644445" /><Relationship Type="http://schemas.openxmlformats.org/officeDocument/2006/relationships/slide" Target="/ppt/slides/slide2.xml" Id="R891abea688524bd6" /><Relationship Type="http://schemas.openxmlformats.org/officeDocument/2006/relationships/slide" Target="/ppt/slides/slide3.xml" Id="R39885ba4a8b7452a" /><Relationship Type="http://schemas.openxmlformats.org/officeDocument/2006/relationships/slide" Target="/ppt/slides/slide4.xml" Id="R94b2ab7fbc8a4fc8" /><Relationship Type="http://schemas.openxmlformats.org/officeDocument/2006/relationships/slide" Target="/ppt/slides/slide5.xml" Id="R1749cb5ba9414e20" /><Relationship Type="http://schemas.openxmlformats.org/officeDocument/2006/relationships/slide" Target="/ppt/slides/slide6.xml" Id="R75f647b153d44851" /><Relationship Type="http://schemas.openxmlformats.org/officeDocument/2006/relationships/slide" Target="/ppt/slides/slide7.xml" Id="Re0f89067fb1345f4" /><Relationship Type="http://schemas.openxmlformats.org/officeDocument/2006/relationships/slide" Target="/ppt/slides/slide8.xml" Id="R1bf53443a70d4900" /><Relationship Type="http://schemas.openxmlformats.org/officeDocument/2006/relationships/slide" Target="/ppt/slides/slide9.xml" Id="Rcaae7c888f3a41db" /><Relationship Type="http://schemas.openxmlformats.org/officeDocument/2006/relationships/slide" Target="/ppt/slides/slide10.xml" Id="R980b875a66aa4e72" /><Relationship Type="http://schemas.openxmlformats.org/officeDocument/2006/relationships/slide" Target="/ppt/slides/slide11.xml" Id="R4663dad3674d45f8" /><Relationship Type="http://schemas.openxmlformats.org/officeDocument/2006/relationships/slide" Target="/ppt/slides/slide12.xml" Id="R553b9651ce194192" /><Relationship Type="http://schemas.openxmlformats.org/officeDocument/2006/relationships/slide" Target="/ppt/slides/slide13.xml" Id="R367b43f646364737" /><Relationship Type="http://schemas.openxmlformats.org/officeDocument/2006/relationships/slide" Target="/ppt/slides/slide14.xml" Id="R17689e2ade24408f" /><Relationship Type="http://schemas.openxmlformats.org/officeDocument/2006/relationships/slide" Target="/ppt/slides/slide15.xml" Id="R9bd5231d2ef84528" /><Relationship Type="http://schemas.openxmlformats.org/officeDocument/2006/relationships/slide" Target="/ppt/slides/slide16.xml" Id="Rce08b1ed6aab4654" /><Relationship Type="http://schemas.openxmlformats.org/officeDocument/2006/relationships/slide" Target="/ppt/slides/slide17.xml" Id="Raeb9876e33294a05" /><Relationship Type="http://schemas.openxmlformats.org/officeDocument/2006/relationships/slide" Target="/ppt/slides/slide18.xml" Id="R53176c9058444bb7" /><Relationship Type="http://schemas.openxmlformats.org/officeDocument/2006/relationships/slide" Target="/ppt/slides/slide19.xml" Id="R7c478d5327414d0f" /><Relationship Type="http://schemas.openxmlformats.org/officeDocument/2006/relationships/slide" Target="/ppt/slides/slide20.xml" Id="R0de0c1389bc741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f38be127f347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d8d1b04ad543b2" /><Relationship Type="http://schemas.openxmlformats.org/officeDocument/2006/relationships/notesMaster" Target="/ppt/notesMasters/notesMaster1.xml" Id="Rbbc85424b02648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3d49efa12f45c5" /><Relationship Type="http://schemas.openxmlformats.org/officeDocument/2006/relationships/notesMaster" Target="/ppt/notesMasters/notesMaster1.xml" Id="Rfb91ce0ba68c46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522ece804a42ed" /><Relationship Type="http://schemas.openxmlformats.org/officeDocument/2006/relationships/notesMaster" Target="/ppt/notesMasters/notesMaster1.xml" Id="R1d0acd792a1d43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332665cfc146c8" /><Relationship Type="http://schemas.openxmlformats.org/officeDocument/2006/relationships/notesMaster" Target="/ppt/notesMasters/notesMaster1.xml" Id="Rae2125f890bf46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6c92b7db9146d6" /><Relationship Type="http://schemas.openxmlformats.org/officeDocument/2006/relationships/notesMaster" Target="/ppt/notesMasters/notesMaster1.xml" Id="R3c0b1fe7a8be42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3bd958e5934b9d" /><Relationship Type="http://schemas.openxmlformats.org/officeDocument/2006/relationships/notesMaster" Target="/ppt/notesMasters/notesMaster1.xml" Id="R25783e83e91e43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dcdbc29d4e4a07" /><Relationship Type="http://schemas.openxmlformats.org/officeDocument/2006/relationships/notesMaster" Target="/ppt/notesMasters/notesMaster1.xml" Id="R5b90e5206ab541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7690dc700e406a" /><Relationship Type="http://schemas.openxmlformats.org/officeDocument/2006/relationships/notesMaster" Target="/ppt/notesMasters/notesMaster1.xml" Id="Rc3a8d6e37e4a4c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112abace3564f72" /><Relationship Type="http://schemas.openxmlformats.org/officeDocument/2006/relationships/notesMaster" Target="/ppt/notesMasters/notesMaster1.xml" Id="R02f1cf61e1304b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8debf2c27d49cc" /><Relationship Type="http://schemas.openxmlformats.org/officeDocument/2006/relationships/notesMaster" Target="/ppt/notesMasters/notesMaster1.xml" Id="Rbd7e704fbd9e4e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3492e8cc344d91" /><Relationship Type="http://schemas.openxmlformats.org/officeDocument/2006/relationships/notesMaster" Target="/ppt/notesMasters/notesMaster1.xml" Id="Rea162af82d604d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b3292a532f9463b" /><Relationship Type="http://schemas.openxmlformats.org/officeDocument/2006/relationships/notesMaster" Target="/ppt/notesMasters/notesMaster1.xml" Id="Rd72e62a28c9e4d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96d22ae59ec4bc1" /><Relationship Type="http://schemas.openxmlformats.org/officeDocument/2006/relationships/notesMaster" Target="/ppt/notesMasters/notesMaster1.xml" Id="R5415f27ec321482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4eb8409a9a84372" /><Relationship Type="http://schemas.openxmlformats.org/officeDocument/2006/relationships/notesMaster" Target="/ppt/notesMasters/notesMaster1.xml" Id="Rdc9075895a11422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3bbef34a0a4bb9" /><Relationship Type="http://schemas.openxmlformats.org/officeDocument/2006/relationships/notesMaster" Target="/ppt/notesMasters/notesMaster1.xml" Id="R87a72ff7d85b46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0404a316c5e4884" /><Relationship Type="http://schemas.openxmlformats.org/officeDocument/2006/relationships/notesMaster" Target="/ppt/notesMasters/notesMaster1.xml" Id="Rf708216e45a34b8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40630c7bb0b4e73" /><Relationship Type="http://schemas.openxmlformats.org/officeDocument/2006/relationships/notesMaster" Target="/ppt/notesMasters/notesMaster1.xml" Id="R026c79d6a703452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03f5138c6374ed8" /><Relationship Type="http://schemas.openxmlformats.org/officeDocument/2006/relationships/notesMaster" Target="/ppt/notesMasters/notesMaster1.xml" Id="R4bff2bde53824ee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518e6aecdee45a7" /><Relationship Type="http://schemas.openxmlformats.org/officeDocument/2006/relationships/notesMaster" Target="/ppt/notesMasters/notesMaster1.xml" Id="R7815ce06cdf94ac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303e56094784f2e" /><Relationship Type="http://schemas.openxmlformats.org/officeDocument/2006/relationships/notesMaster" Target="/ppt/notesMasters/notesMaster1.xml" Id="R3c64a5fd253343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本讲聚焦“最终分享、论证门与项目提交”。封面只保留正式课名，课堂问题从下一页展开。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/Users/bright/Projects/courses/graduate/lessons/lesson-16/slides.md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快速盘点第 14 课短文和第 15 课同行评审。今天只补缺口：追溯、修改落实、最终一致性。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/Users/bright/Projects/courses/graduate/lessons/lesson-16/slides.md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六项目标对应六段课堂。强调正式提交在课后，课堂完成分享、抽查、补全、互查和复盘。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/Users/bright/Projects/courses/graduate/lessons/lesson-16/teaching-plan.md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用一条结论做现场反向追溯。不能追到运行记录的表图不能承担关键结论。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Booth et al. The Craft of Research, 4th ed., 2016.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沿五节点来回走一遍。关键结论至少绑定一项可核验直接证据或实验，并连接上游研究判断。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表图不是装饰。要求学生能从表图打开实验 ID 和运行记录；数值仅为虚构教学示例。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把泛泛免责声明改写成对具体结论的限制。至少两类与项目相关的具体威胁。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五问来自第 16 课备课规划。学生不按章节目录讲，而按问题、证据、工作流、AI 和边界讲。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用计时器练一次。压缩信息不能以删除失败、冲突或不确定性为代价。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Simon Peyton Jones. How to give a great research talk.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最终工作流是验证门材料的收口。失败不选择性删除；人工审核与工件状态必须真实。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披露不是工具清单，而是说明 AI 在哪里影响了判断、如何核验以及人如何承担责任。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逐项读十项门，语义与 assignments.md Checkpoint 4 一致。评分四维度来自 assessment.md，合计 100%。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示范九步链。案例数值为虚构教学示例，重点是如何从结论回到证据、运行、评审处理、披露和复盘。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 20 分钟。教师可抽查一项复现、一个引用或一条 trace，不要求所有学生现场完整重跑。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/Users/bright/Projects/courses/graduate/lessons/lesson-16/teaching-plan.md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 20 分钟。学生只修抽查和自查暴露的缺口，所有更新写回同一项目版本。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/Users/bright/Projects/courses/graduate/lessons/lesson-16/teaching-plan.md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要求每个阶段给一条具体变化，并指出 AI 何时有效、何时误导、如何被核验。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/Users/bright/Projects/courses/graduate/course/curriculum.md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65:00–78:00 同伴互查。检查口径仍是 Checkpoint 4 十项；作者记录采纳、拒绝、待核验及理由。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/Users/bright/Projects/courses/graduate/lessons/lesson-16/teaching-plan.md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/Users/bright/Projects/courses/graduate/lessons/lesson-16/slides.md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说明提交、回退和重检。教师可抽查复现、引用或 trace；失败选择性删除属于必须修复项。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收束全课。请学生用一句话回答：AI 改善了哪个研究动作？哪一个判断仍必须由自己承担？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/Users/bright/Projects/courses/graduate/lessons/lesson-16/handout.md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a8f2d6ffe74132" /><Relationship Type="http://schemas.openxmlformats.org/officeDocument/2006/relationships/image" Target="/ppt/media/image.png" Id="Rc52c352bb52544bc" /><Relationship Type="http://schemas.openxmlformats.org/officeDocument/2006/relationships/image" Target="/ppt/media/image2.png" Id="R43871dce2f5e404f" /><Relationship Type="http://schemas.openxmlformats.org/officeDocument/2006/relationships/image" Target="/ppt/media/image3.png" Id="Rc665ed156e2c4c5b" /><Relationship Type="http://schemas.openxmlformats.org/officeDocument/2006/relationships/image" Target="/ppt/media/image4.png" Id="R677861eeba1644b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fb723397b41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122f319c4047db" /><Relationship Type="http://schemas.openxmlformats.org/officeDocument/2006/relationships/image" Target="/ppt/media/image2.png" Id="Rea2670abaf954aa2" /><Relationship Type="http://schemas.openxmlformats.org/officeDocument/2006/relationships/image" Target="/ppt/media/image5.png" Id="Rd02407f0fec448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bbb3c401244fe6" /><Relationship Type="http://schemas.openxmlformats.org/officeDocument/2006/relationships/image" Target="/ppt/media/image.png" Id="R6212434a469f49ed" /><Relationship Type="http://schemas.openxmlformats.org/officeDocument/2006/relationships/image" Target="/ppt/media/image3.png" Id="Rc4c828f7c566468c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2c352bb52544bc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871dce2f5e404f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65ed156e2c4c5b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861eeba1644b7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2670abaf954aa2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2407f0fec448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2434a469f49ed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c828f7c566468c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07a2d20b024f41" /><Relationship Type="http://schemas.openxmlformats.org/officeDocument/2006/relationships/slideLayout" Target="/ppt/slideLayouts/slideLayout1.xml" Id="R8ae85bc8ed714c33" /><Relationship Type="http://schemas.openxmlformats.org/officeDocument/2006/relationships/slideLayout" Target="/ppt/slideLayouts/slideLayout2.xml" Id="Rdbc72cffa4564d8a" /><Relationship Type="http://schemas.openxmlformats.org/officeDocument/2006/relationships/slideLayout" Target="/ppt/slideLayouts/slideLayout3.xml" Id="Rb6bb0a4f5bd74023" /><Relationship Type="http://schemas.openxmlformats.org/officeDocument/2006/relationships/slideLayout" Target="/ppt/slideLayouts/slideLayout4.xml" Id="Re831c7c3fa8f4eb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e85bc8ed714c33"/>
    <p:sldLayoutId xmlns:r="http://schemas.openxmlformats.org/officeDocument/2006/relationships" id="2147483650" r:id="Rdbc72cffa4564d8a"/>
    <p:sldLayoutId xmlns:r="http://schemas.openxmlformats.org/officeDocument/2006/relationships" id="2147483651" r:id="Rb6bb0a4f5bd74023"/>
    <p:sldLayoutId xmlns:r="http://schemas.openxmlformats.org/officeDocument/2006/relationships" id="2147483652" r:id="Re831c7c3fa8f4eb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e764e14e1401f" /><Relationship Type="http://schemas.openxmlformats.org/officeDocument/2006/relationships/notesSlide" Target="/ppt/notesSlides/notesSlide1.xml" Id="R950d9d90142843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09d325621744ca" /><Relationship Type="http://schemas.openxmlformats.org/officeDocument/2006/relationships/notesSlide" Target="/ppt/notesSlides/notesSlide2.xml" Id="R309ada333b6347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0871a4a738c44e6" /><Relationship Type="http://schemas.openxmlformats.org/officeDocument/2006/relationships/notesSlide" Target="/ppt/notesSlides/notesSlide3.xml" Id="R204e36d8a1de42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c85c15f480d4fd7" /><Relationship Type="http://schemas.openxmlformats.org/officeDocument/2006/relationships/notesSlide" Target="/ppt/notesSlides/notesSlide4.xml" Id="R194019da49ed46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ec6595fde5d4196" /><Relationship Type="http://schemas.openxmlformats.org/officeDocument/2006/relationships/notesSlide" Target="/ppt/notesSlides/notesSlide5.xml" Id="R1cc602562f1049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7038b5813a04eb9" /><Relationship Type="http://schemas.openxmlformats.org/officeDocument/2006/relationships/notesSlide" Target="/ppt/notesSlides/notesSlide6.xml" Id="R2c19bf39e4b548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cccb5920fb740db" /><Relationship Type="http://schemas.openxmlformats.org/officeDocument/2006/relationships/notesSlide" Target="/ppt/notesSlides/notesSlide7.xml" Id="Rcbc532689bed4e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828876432e43c2" /><Relationship Type="http://schemas.openxmlformats.org/officeDocument/2006/relationships/notesSlide" Target="/ppt/notesSlides/notesSlide8.xml" Id="Rac49048621174c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3db6643043a402e" /><Relationship Type="http://schemas.openxmlformats.org/officeDocument/2006/relationships/notesSlide" Target="/ppt/notesSlides/notesSlide9.xml" Id="R1d3b6dc587f04e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3a5acdf2aa34e22" /><Relationship Type="http://schemas.openxmlformats.org/officeDocument/2006/relationships/notesSlide" Target="/ppt/notesSlides/notesSlide10.xml" Id="Rb9953811fd0c4e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b4682a01ada4220" /><Relationship Type="http://schemas.openxmlformats.org/officeDocument/2006/relationships/notesSlide" Target="/ppt/notesSlides/notesSlide11.xml" Id="R96c9d3ff3f80465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48bc54e9c0d4448" /><Relationship Type="http://schemas.openxmlformats.org/officeDocument/2006/relationships/notesSlide" Target="/ppt/notesSlides/notesSlide12.xml" Id="R9214e4b775d94f1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b2193a8e95c41e6" /><Relationship Type="http://schemas.openxmlformats.org/officeDocument/2006/relationships/notesSlide" Target="/ppt/notesSlides/notesSlide13.xml" Id="Rf582c593ea2a44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dcebc27d2641de" /><Relationship Type="http://schemas.openxmlformats.org/officeDocument/2006/relationships/notesSlide" Target="/ppt/notesSlides/notesSlide14.xml" Id="R213db50652424e0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8629d8626554f9f" /><Relationship Type="http://schemas.openxmlformats.org/officeDocument/2006/relationships/notesSlide" Target="/ppt/notesSlides/notesSlide15.xml" Id="R60412bfd08ac4bd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cab72ac7d84084" /><Relationship Type="http://schemas.openxmlformats.org/officeDocument/2006/relationships/notesSlide" Target="/ppt/notesSlides/notesSlide16.xml" Id="Reaf38ea1b9fd47e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50dcf8322824db2" /><Relationship Type="http://schemas.openxmlformats.org/officeDocument/2006/relationships/notesSlide" Target="/ppt/notesSlides/notesSlide17.xml" Id="R001303df27f6480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7ae88b5f321408c" /><Relationship Type="http://schemas.openxmlformats.org/officeDocument/2006/relationships/notesSlide" Target="/ppt/notesSlides/notesSlide18.xml" Id="R491d3f73afba407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96b868c0e6143c5" /><Relationship Type="http://schemas.openxmlformats.org/officeDocument/2006/relationships/notesSlide" Target="/ppt/notesSlides/notesSlide19.xml" Id="Reffc05e9ccba437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e323d34b6a74eb7" /><Relationship Type="http://schemas.openxmlformats.org/officeDocument/2006/relationships/notesSlide" Target="/ppt/notesSlides/notesSlide20.xml" Id="Rb76ff3e80b73401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第16讲 最终分享、论证门与项目提交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14–15 课之后，短文和同行评审仍需最终收口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EE9107FE-F7D1-4F93-BE51-15B3F50F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已经形成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66C530BD-F2E5-4426-9807-8C05156C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论文式短文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结论 + 证据 + 边界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3F6E9C85-4795-4419-B219-3BAEA8CF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同行评审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问题 + 修改建议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847DE9E6-69C5-4EA3-924A-8ECD64C0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项目工件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实验 + 工作流 + 披露</a:t>
            </a:r>
          </a:p>
        </p:txBody>
      </p:sp>
      <p:sp>
        <p:nvSpPr>
          <p:cNvPr id="10" name="p02-separator">
            <a:extLst xmlns:a="http://schemas.openxmlformats.org/drawingml/2006/main">
              <a:ext uri="{FF2B5EF4-FFF2-40B4-BE49-F238E27FC236}">
                <a16:creationId xmlns:a16="http://schemas.microsoft.com/office/drawing/2014/main" id="{979165E0-986D-4A0E-B177-BE233DB7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91000" y="2962275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not-equal">
            <a:extLst xmlns:a="http://schemas.openxmlformats.org/drawingml/2006/main">
              <a:ext uri="{FF2B5EF4-FFF2-40B4-BE49-F238E27FC236}">
                <a16:creationId xmlns:a16="http://schemas.microsoft.com/office/drawing/2014/main" id="{F4AF62FE-4181-447D-B08E-8C876279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476500"/>
            <a:ext cx="8953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A555259C-E2FB-4D6C-AEC4-5F3FEB86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仍要确认</a:t>
            </a:r>
          </a:p>
        </p:txBody>
      </p:sp>
      <p:sp>
        <p:nvSpPr>
          <p:cNvPr id="13" name="p02-right-0">
            <a:extLst xmlns:a="http://schemas.openxmlformats.org/drawingml/2006/main">
              <a:ext uri="{FF2B5EF4-FFF2-40B4-BE49-F238E27FC236}">
                <a16:creationId xmlns:a16="http://schemas.microsoft.com/office/drawing/2014/main" id="{E9CD1226-7146-4B2B-8114-CA8574D4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论证追溯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表图能回到运行吗</a:t>
            </a:r>
          </a:p>
        </p:txBody>
      </p:sp>
      <p:sp>
        <p:nvSpPr>
          <p:cNvPr id="14" name="p02-right-1">
            <a:extLst xmlns:a="http://schemas.openxmlformats.org/drawingml/2006/main">
              <a:ext uri="{FF2B5EF4-FFF2-40B4-BE49-F238E27FC236}">
                <a16:creationId xmlns:a16="http://schemas.microsoft.com/office/drawing/2014/main" id="{D403F129-E913-412C-8D8A-FD1BD08D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修改落实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采纳/拒绝有理由吗</a:t>
            </a:r>
          </a:p>
        </p:txBody>
      </p:sp>
      <p:sp>
        <p:nvSpPr>
          <p:cNvPr id="15" name="p02-right-2">
            <a:extLst xmlns:a="http://schemas.openxmlformats.org/drawingml/2006/main">
              <a:ext uri="{FF2B5EF4-FFF2-40B4-BE49-F238E27FC236}">
                <a16:creationId xmlns:a16="http://schemas.microsoft.com/office/drawing/2014/main" id="{42BE3316-0B30-4C19-85DF-F6B1A3C5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最终一致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门结果与工件相符吗</a:t>
            </a:r>
          </a:p>
        </p:txBody>
      </p:sp>
      <p:sp>
        <p:nvSpPr>
          <p:cNvPr id="16" name="p02-bottom">
            <a:extLst xmlns:a="http://schemas.openxmlformats.org/drawingml/2006/main">
              <a:ext uri="{FF2B5EF4-FFF2-40B4-BE49-F238E27FC236}">
                <a16:creationId xmlns:a16="http://schemas.microsoft.com/office/drawing/2014/main" id="{AB29C84D-7416-4005-A4F4-B6DE00A6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9700"/>
            <a:ext cx="571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材料齐全 ≠ 论证闭环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本课完成一条可检查的最终论证闭环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b-0">
            <a:extLst xmlns:a="http://schemas.openxmlformats.org/drawingml/2006/main">
              <a:ext uri="{FF2B5EF4-FFF2-40B4-BE49-F238E27FC236}">
                <a16:creationId xmlns:a16="http://schemas.microsoft.com/office/drawing/2014/main" id="{A53BF1C4-3789-4A8D-90E6-CBA575C0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C2F0CC4D-229B-4401-9AF9-CB2CF275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把表图追溯到证据与实验 ID</a:t>
            </a:r>
          </a:p>
        </p:txBody>
      </p:sp>
      <p:sp>
        <p:nvSpPr>
          <p:cNvPr id="8" name="p03-b-1">
            <a:extLst xmlns:a="http://schemas.openxmlformats.org/drawingml/2006/main">
              <a:ext uri="{FF2B5EF4-FFF2-40B4-BE49-F238E27FC236}">
                <a16:creationId xmlns:a16="http://schemas.microsoft.com/office/drawing/2014/main" id="{D01401FF-6B12-41B1-8A30-0168EA08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AC06FE97-EBE1-4B11-B817-34D69D54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用五问完成 3 分钟陈述</a:t>
            </a:r>
          </a:p>
        </p:txBody>
      </p:sp>
      <p:sp>
        <p:nvSpPr>
          <p:cNvPr id="10" name="p03-b-2">
            <a:extLst xmlns:a="http://schemas.openxmlformats.org/drawingml/2006/main">
              <a:ext uri="{FF2B5EF4-FFF2-40B4-BE49-F238E27FC236}">
                <a16:creationId xmlns:a16="http://schemas.microsoft.com/office/drawing/2014/main" id="{E96B36C5-E59A-4A26-A96D-61EDAF1C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1214C1D0-672B-4496-BFF9-E408638D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接受复现 / 引用 / trace 抽查</a:t>
            </a:r>
          </a:p>
        </p:txBody>
      </p:sp>
      <p:sp>
        <p:nvSpPr>
          <p:cNvPr id="12" name="p03-b-3">
            <a:extLst xmlns:a="http://schemas.openxmlformats.org/drawingml/2006/main">
              <a:ext uri="{FF2B5EF4-FFF2-40B4-BE49-F238E27FC236}">
                <a16:creationId xmlns:a16="http://schemas.microsoft.com/office/drawing/2014/main" id="{7E21DCFA-546A-4230-AC75-FDD229B7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3A3BB176-899F-4A77-9402-54C7DB67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落实同行评审并记录理由</a:t>
            </a:r>
          </a:p>
        </p:txBody>
      </p:sp>
      <p:sp>
        <p:nvSpPr>
          <p:cNvPr id="14" name="p03-b-4">
            <a:extLst xmlns:a="http://schemas.openxmlformats.org/drawingml/2006/main">
              <a:ext uri="{FF2B5EF4-FFF2-40B4-BE49-F238E27FC236}">
                <a16:creationId xmlns:a16="http://schemas.microsoft.com/office/drawing/2014/main" id="{6FE613DC-C69E-4318-A53B-5B0A666C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03-g-4">
            <a:extLst xmlns:a="http://schemas.openxmlformats.org/drawingml/2006/main">
              <a:ext uri="{FF2B5EF4-FFF2-40B4-BE49-F238E27FC236}">
                <a16:creationId xmlns:a16="http://schemas.microsoft.com/office/drawing/2014/main" id="{02631CAF-3955-4A29-978C-580C1B82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核对工作流、AI 与伦理说明</a:t>
            </a:r>
          </a:p>
        </p:txBody>
      </p:sp>
      <p:sp>
        <p:nvSpPr>
          <p:cNvPr id="16" name="p03-b-5">
            <a:extLst xmlns:a="http://schemas.openxmlformats.org/drawingml/2006/main">
              <a:ext uri="{FF2B5EF4-FFF2-40B4-BE49-F238E27FC236}">
                <a16:creationId xmlns:a16="http://schemas.microsoft.com/office/drawing/2014/main" id="{AC450CF2-5CBE-4DF8-8831-1A46BFB0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03-g-5">
            <a:extLst xmlns:a="http://schemas.openxmlformats.org/drawingml/2006/main">
              <a:ext uri="{FF2B5EF4-FFF2-40B4-BE49-F238E27FC236}">
                <a16:creationId xmlns:a16="http://schemas.microsoft.com/office/drawing/2014/main" id="{1FBECE58-2AF3-415F-A4C3-32A53633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按十项门自查并完成课程复盘</a:t>
            </a:r>
          </a:p>
        </p:txBody>
      </p:sp>
      <p:sp>
        <p:nvSpPr>
          <p:cNvPr id="18" name="p03-separator">
            <a:extLst xmlns:a="http://schemas.openxmlformats.org/drawingml/2006/main">
              <a:ext uri="{FF2B5EF4-FFF2-40B4-BE49-F238E27FC236}">
                <a16:creationId xmlns:a16="http://schemas.microsoft.com/office/drawing/2014/main" id="{FAE759D5-478A-4854-A905-3CF6285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762250"/>
            <a:ext cx="344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03-output-title">
            <a:extLst xmlns:a="http://schemas.openxmlformats.org/drawingml/2006/main">
              <a:ext uri="{FF2B5EF4-FFF2-40B4-BE49-F238E27FC236}">
                <a16:creationId xmlns:a16="http://schemas.microsoft.com/office/drawing/2014/main" id="{B3D47DF6-576C-493E-A794-FDE71B88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066800"/>
            <a:ext cx="2990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课堂产出</a:t>
            </a:r>
          </a:p>
        </p:txBody>
      </p:sp>
      <p:sp>
        <p:nvSpPr>
          <p:cNvPr id="20" name="p03-output">
            <a:extLst xmlns:a="http://schemas.openxmlformats.org/drawingml/2006/main">
              <a:ext uri="{FF2B5EF4-FFF2-40B4-BE49-F238E27FC236}">
                <a16:creationId xmlns:a16="http://schemas.microsoft.com/office/drawing/2014/main" id="{1BF29DBD-05CB-4041-8F03-81B233DE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276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个人最终分享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抽查记录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评审处理记录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项目缺口清单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课程复盘</a:t>
            </a:r>
          </a:p>
        </p:txBody>
      </p:sp>
      <p:sp>
        <p:nvSpPr>
          <p:cNvPr id="21" name="p03-minimum">
            <a:extLst xmlns:a="http://schemas.openxmlformats.org/drawingml/2006/main">
              <a:ext uri="{FF2B5EF4-FFF2-40B4-BE49-F238E27FC236}">
                <a16:creationId xmlns:a16="http://schemas.microsoft.com/office/drawing/2014/main" id="{B32198E6-BF51-48B0-94E9-0FD3BBE4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3276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25 分钟开始分享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45 分钟进入个人补全</a:t>
            </a:r>
          </a:p>
        </p:txBody>
      </p:sp>
      <p:sp>
        <p:nvSpPr>
          <p:cNvPr id="22" name="p03-bottom">
            <a:extLst xmlns:a="http://schemas.openxmlformats.org/drawingml/2006/main">
              <a:ext uri="{FF2B5EF4-FFF2-40B4-BE49-F238E27FC236}">
                <a16:creationId xmlns:a16="http://schemas.microsoft.com/office/drawing/2014/main" id="{6385F2FE-D8B1-4793-8229-D7679518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83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课后提交当前个人项目版本；评分四维度合计 100%。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分段汇报材料不等于可追溯的研究论证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rediction">
            <a:extLst xmlns:a="http://schemas.openxmlformats.org/drawingml/2006/main">
              <a:ext uri="{FF2B5EF4-FFF2-40B4-BE49-F238E27FC236}">
                <a16:creationId xmlns:a16="http://schemas.microsoft.com/office/drawing/2014/main" id="{C67761C8-26B9-490A-9740-023586A1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3524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分段汇报｜我做了检索、实验、写作</a:t>
            </a:r>
          </a:p>
        </p:txBody>
      </p:sp>
      <p:sp>
        <p:nvSpPr>
          <p:cNvPr id="7" name="p04-vs">
            <a:extLst xmlns:a="http://schemas.openxmlformats.org/drawingml/2006/main">
              <a:ext uri="{FF2B5EF4-FFF2-40B4-BE49-F238E27FC236}">
                <a16:creationId xmlns:a16="http://schemas.microsoft.com/office/drawing/2014/main" id="{CAA53DAC-51D9-4DD7-A651-AFE1224C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3144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只列过程</a:t>
            </a:r>
          </a:p>
        </p:txBody>
      </p:sp>
      <p:sp>
        <p:nvSpPr>
          <p:cNvPr id="8" name="p04-mechanism">
            <a:extLst xmlns:a="http://schemas.openxmlformats.org/drawingml/2006/main">
              <a:ext uri="{FF2B5EF4-FFF2-40B4-BE49-F238E27FC236}">
                <a16:creationId xmlns:a16="http://schemas.microsoft.com/office/drawing/2014/main" id="{8190F934-831D-4054-9793-9B10465F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066800"/>
            <a:ext cx="45148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研究论证｜每个结论能反向找到依据与边界</a:t>
            </a:r>
          </a:p>
        </p:txBody>
      </p:sp>
      <p:sp>
        <p:nvSpPr>
          <p:cNvPr id="9" name="p04-chain-1">
            <a:extLst xmlns:a="http://schemas.openxmlformats.org/drawingml/2006/main">
              <a:ext uri="{FF2B5EF4-FFF2-40B4-BE49-F238E27FC236}">
                <a16:creationId xmlns:a16="http://schemas.microsoft.com/office/drawing/2014/main" id="{AADCA935-A870-475D-B7DB-EB7C00B0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55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4-chain-2">
            <a:extLst xmlns:a="http://schemas.openxmlformats.org/drawingml/2006/main">
              <a:ext uri="{FF2B5EF4-FFF2-40B4-BE49-F238E27FC236}">
                <a16:creationId xmlns:a16="http://schemas.microsoft.com/office/drawing/2014/main" id="{23D919C7-9DD6-45CB-A2AE-266EC5B6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864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4-chain-node-0">
            <a:extLst xmlns:a="http://schemas.openxmlformats.org/drawingml/2006/main">
              <a:ext uri="{FF2B5EF4-FFF2-40B4-BE49-F238E27FC236}">
                <a16:creationId xmlns:a16="http://schemas.microsoft.com/office/drawing/2014/main" id="{BBB3C465-2F5E-437E-B13E-A4905F09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关键结论</a:t>
            </a:r>
          </a:p>
        </p:txBody>
      </p:sp>
      <p:sp>
        <p:nvSpPr>
          <p:cNvPr id="12" name="p04-chain-node-1">
            <a:extLst xmlns:a="http://schemas.openxmlformats.org/drawingml/2006/main">
              <a:ext uri="{FF2B5EF4-FFF2-40B4-BE49-F238E27FC236}">
                <a16:creationId xmlns:a16="http://schemas.microsoft.com/office/drawing/2014/main" id="{0E4FA7D0-1A91-4BED-9E5D-31F475B3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 / 实验</a:t>
            </a:r>
          </a:p>
        </p:txBody>
      </p:sp>
      <p:sp>
        <p:nvSpPr>
          <p:cNvPr id="13" name="p04-chain-node-2">
            <a:extLst xmlns:a="http://schemas.openxmlformats.org/drawingml/2006/main">
              <a:ext uri="{FF2B5EF4-FFF2-40B4-BE49-F238E27FC236}">
                <a16:creationId xmlns:a16="http://schemas.microsoft.com/office/drawing/2014/main" id="{DF99B12A-DB62-48B4-BB2A-B5F3737E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14" name="p04-e-label-0">
            <a:extLst xmlns:a="http://schemas.openxmlformats.org/drawingml/2006/main">
              <a:ext uri="{FF2B5EF4-FFF2-40B4-BE49-F238E27FC236}">
                <a16:creationId xmlns:a16="http://schemas.microsoft.com/office/drawing/2014/main" id="{F3DDAA3A-81E9-4BC1-8EB7-694C9CD3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15" name="p04-e-detail-0">
            <a:extLst xmlns:a="http://schemas.openxmlformats.org/drawingml/2006/main">
              <a:ext uri="{FF2B5EF4-FFF2-40B4-BE49-F238E27FC236}">
                <a16:creationId xmlns:a16="http://schemas.microsoft.com/office/drawing/2014/main" id="{CC48DD47-E89D-44F7-B83E-E6F73F26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为何重要</a:t>
            </a:r>
          </a:p>
        </p:txBody>
      </p:sp>
      <p:sp>
        <p:nvSpPr>
          <p:cNvPr id="16" name="p04-e-label-1">
            <a:extLst xmlns:a="http://schemas.openxmlformats.org/drawingml/2006/main">
              <a:ext uri="{FF2B5EF4-FFF2-40B4-BE49-F238E27FC236}">
                <a16:creationId xmlns:a16="http://schemas.microsoft.com/office/drawing/2014/main" id="{93B91202-ABD3-4679-AD9A-374B1ABF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17" name="p04-e-detail-1">
            <a:extLst xmlns:a="http://schemas.openxmlformats.org/drawingml/2006/main">
              <a:ext uri="{FF2B5EF4-FFF2-40B4-BE49-F238E27FC236}">
                <a16:creationId xmlns:a16="http://schemas.microsoft.com/office/drawing/2014/main" id="{23E99FB8-4391-41BA-A586-BB368BBA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 / 运行</a:t>
            </a:r>
          </a:p>
        </p:txBody>
      </p:sp>
      <p:sp>
        <p:nvSpPr>
          <p:cNvPr id="18" name="p04-e-label-2">
            <a:extLst xmlns:a="http://schemas.openxmlformats.org/drawingml/2006/main">
              <a:ext uri="{FF2B5EF4-FFF2-40B4-BE49-F238E27FC236}">
                <a16:creationId xmlns:a16="http://schemas.microsoft.com/office/drawing/2014/main" id="{4F9FCD2B-8A72-4728-A0BD-D12F9F53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动作</a:t>
            </a:r>
          </a:p>
        </p:txBody>
      </p:sp>
      <p:sp>
        <p:nvSpPr>
          <p:cNvPr id="19" name="p04-e-detail-2">
            <a:extLst xmlns:a="http://schemas.openxmlformats.org/drawingml/2006/main">
              <a:ext uri="{FF2B5EF4-FFF2-40B4-BE49-F238E27FC236}">
                <a16:creationId xmlns:a16="http://schemas.microsoft.com/office/drawing/2014/main" id="{E924B18D-DB4F-4A8E-A168-81A82BCC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采纳 / 拒绝</a:t>
            </a:r>
          </a:p>
        </p:txBody>
      </p:sp>
      <p:sp>
        <p:nvSpPr>
          <p:cNvPr id="20" name="p04-e-label-3">
            <a:extLst xmlns:a="http://schemas.openxmlformats.org/drawingml/2006/main">
              <a:ext uri="{FF2B5EF4-FFF2-40B4-BE49-F238E27FC236}">
                <a16:creationId xmlns:a16="http://schemas.microsoft.com/office/drawing/2014/main" id="{34E80374-E6ED-4805-94F7-790775C7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21" name="p04-e-detail-3">
            <a:extLst xmlns:a="http://schemas.openxmlformats.org/drawingml/2006/main">
              <a:ext uri="{FF2B5EF4-FFF2-40B4-BE49-F238E27FC236}">
                <a16:creationId xmlns:a16="http://schemas.microsoft.com/office/drawing/2014/main" id="{CEA41BB2-3172-4D05-B23E-EB287316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何时不成立</a:t>
            </a:r>
          </a:p>
        </p:txBody>
      </p:sp>
      <p:sp>
        <p:nvSpPr>
          <p:cNvPr id="22" name="p04-errors">
            <a:extLst xmlns:a="http://schemas.openxmlformats.org/drawingml/2006/main">
              <a:ext uri="{FF2B5EF4-FFF2-40B4-BE49-F238E27FC236}">
                <a16:creationId xmlns:a16="http://schemas.microsoft.com/office/drawing/2014/main" id="{A42C9100-C34C-4FCB-B7D1-1FD1D6FB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952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检查句：听众能从结论追到实验，再追到上游判断吗？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最终论证链必须支持从结论反向追溯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ine-left">
            <a:extLst xmlns:a="http://schemas.openxmlformats.org/drawingml/2006/main">
              <a:ext uri="{FF2B5EF4-FFF2-40B4-BE49-F238E27FC236}">
                <a16:creationId xmlns:a16="http://schemas.microsoft.com/office/drawing/2014/main" id="{0DD1B5E0-E682-46F7-A521-95A0528E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121404">
            <a:off x="2633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5-line-mid">
            <a:extLst xmlns:a="http://schemas.openxmlformats.org/drawingml/2006/main">
              <a:ext uri="{FF2B5EF4-FFF2-40B4-BE49-F238E27FC236}">
                <a16:creationId xmlns:a16="http://schemas.microsoft.com/office/drawing/2014/main" id="{ED160058-FA6B-40CA-BA2E-65EEC790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53100" y="2652713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5-line-right">
            <a:extLst xmlns:a="http://schemas.openxmlformats.org/drawingml/2006/main">
              <a:ext uri="{FF2B5EF4-FFF2-40B4-BE49-F238E27FC236}">
                <a16:creationId xmlns:a16="http://schemas.microsoft.com/office/drawing/2014/main" id="{BCE378CE-5B82-445A-9588-D48C9FD4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78596">
            <a:off x="6062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5-main">
            <a:extLst xmlns:a="http://schemas.openxmlformats.org/drawingml/2006/main">
              <a:ext uri="{FF2B5EF4-FFF2-40B4-BE49-F238E27FC236}">
                <a16:creationId xmlns:a16="http://schemas.microsoft.com/office/drawing/2014/main" id="{A1820B40-0FDE-4874-91C0-EB7F0A3C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066800"/>
            <a:ext cx="5486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 → 证据 → 判断 → 实验 → 结论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结论必须能沿同一路径返回</a:t>
            </a:r>
          </a:p>
        </p:txBody>
      </p:sp>
      <p:sp>
        <p:nvSpPr>
          <p:cNvPr id="10" name="p05-alt-0">
            <a:extLst xmlns:a="http://schemas.openxmlformats.org/drawingml/2006/main">
              <a:ext uri="{FF2B5EF4-FFF2-40B4-BE49-F238E27FC236}">
                <a16:creationId xmlns:a16="http://schemas.microsoft.com/office/drawing/2014/main" id="{797ACF48-5864-4C01-BFD6-36603501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问题与证据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来源、适用边界、冲突</a:t>
            </a:r>
          </a:p>
        </p:txBody>
      </p:sp>
      <p:sp>
        <p:nvSpPr>
          <p:cNvPr id="11" name="p05-alt-1">
            <a:extLst xmlns:a="http://schemas.openxmlformats.org/drawingml/2006/main">
              <a:ext uri="{FF2B5EF4-FFF2-40B4-BE49-F238E27FC236}">
                <a16:creationId xmlns:a16="http://schemas.microsoft.com/office/drawing/2014/main" id="{2E24D3E3-CA90-4535-9E33-BCB071B5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判断与实验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取舍理由、协议、运行 ID</a:t>
            </a:r>
          </a:p>
        </p:txBody>
      </p:sp>
      <p:sp>
        <p:nvSpPr>
          <p:cNvPr id="12" name="p05-alt-2">
            <a:extLst xmlns:a="http://schemas.openxmlformats.org/drawingml/2006/main">
              <a:ext uri="{FF2B5EF4-FFF2-40B4-BE49-F238E27FC236}">
                <a16:creationId xmlns:a16="http://schemas.microsoft.com/office/drawing/2014/main" id="{F85333A9-5640-464B-B277-06FF5CAF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结论与边界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支持强度、威胁、下一步</a:t>
            </a:r>
          </a:p>
        </p:txBody>
      </p:sp>
      <p:sp>
        <p:nvSpPr>
          <p:cNvPr id="13" name="p05-definition">
            <a:extLst xmlns:a="http://schemas.openxmlformats.org/drawingml/2006/main">
              <a:ext uri="{FF2B5EF4-FFF2-40B4-BE49-F238E27FC236}">
                <a16:creationId xmlns:a16="http://schemas.microsoft.com/office/drawing/2014/main" id="{26D0B2DD-D456-4239-BC53-53BF79FB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29100"/>
            <a:ext cx="883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每个箭头都要落到当前项目工件，不靠口头补充。</a:t>
            </a:r>
          </a:p>
        </p:txBody>
      </p:sp>
      <p:sp>
        <p:nvSpPr>
          <p:cNvPr id="14" name="p05-eliminate">
            <a:extLst xmlns:a="http://schemas.openxmlformats.org/drawingml/2006/main">
              <a:ext uri="{FF2B5EF4-FFF2-40B4-BE49-F238E27FC236}">
                <a16:creationId xmlns:a16="http://schemas.microsoft.com/office/drawing/2014/main" id="{E9D8A878-E561-42D9-95B5-6CF02BD4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10629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断链处理：补证据｜降级结论｜标待验证｜删除无依据主张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结果表与图必须绑定证据项、实验 ID 与运行记录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label-0">
            <a:extLst xmlns:a="http://schemas.openxmlformats.org/drawingml/2006/main">
              <a:ext uri="{FF2B5EF4-FFF2-40B4-BE49-F238E27FC236}">
                <a16:creationId xmlns:a16="http://schemas.microsoft.com/office/drawing/2014/main" id="{4DA5BF2D-718C-409A-B220-79B4940E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7" name="p06-type-0">
            <a:extLst xmlns:a="http://schemas.openxmlformats.org/drawingml/2006/main">
              <a:ext uri="{FF2B5EF4-FFF2-40B4-BE49-F238E27FC236}">
                <a16:creationId xmlns:a16="http://schemas.microsoft.com/office/drawing/2014/main" id="{39AABC17-9EEE-48FB-8DCA-2ACDC468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遗漏率 0.18±0.03｜虚构示例</a:t>
            </a:r>
          </a:p>
        </p:txBody>
      </p:sp>
      <p:sp>
        <p:nvSpPr>
          <p:cNvPr id="8" name="p06-label-1">
            <a:extLst xmlns:a="http://schemas.openxmlformats.org/drawingml/2006/main">
              <a:ext uri="{FF2B5EF4-FFF2-40B4-BE49-F238E27FC236}">
                <a16:creationId xmlns:a16="http://schemas.microsoft.com/office/drawing/2014/main" id="{9B575EAA-1EB5-4085-8267-362EED6D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9" name="p06-type-1">
            <a:extLst xmlns:a="http://schemas.openxmlformats.org/drawingml/2006/main">
              <a:ext uri="{FF2B5EF4-FFF2-40B4-BE49-F238E27FC236}">
                <a16:creationId xmlns:a16="http://schemas.microsoft.com/office/drawing/2014/main" id="{68458D5B-53C2-4226-804A-430F238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baseline 0.31±0.04｜同协议</a:t>
            </a:r>
          </a:p>
        </p:txBody>
      </p:sp>
      <p:sp>
        <p:nvSpPr>
          <p:cNvPr id="10" name="p06-label-2">
            <a:extLst xmlns:a="http://schemas.openxmlformats.org/drawingml/2006/main">
              <a:ext uri="{FF2B5EF4-FFF2-40B4-BE49-F238E27FC236}">
                <a16:creationId xmlns:a16="http://schemas.microsoft.com/office/drawing/2014/main" id="{D2F9B52A-C929-4A57-80BC-4717474A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11" name="p06-type-2">
            <a:extLst xmlns:a="http://schemas.openxmlformats.org/drawingml/2006/main">
              <a:ext uri="{FF2B5EF4-FFF2-40B4-BE49-F238E27FC236}">
                <a16:creationId xmlns:a16="http://schemas.microsoft.com/office/drawing/2014/main" id="{A75D245C-F0BD-46BB-B631-C1344DD7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支持 H1，但不标 stable</a:t>
            </a:r>
          </a:p>
        </p:txBody>
      </p:sp>
      <p:sp>
        <p:nvSpPr>
          <p:cNvPr id="12" name="p06-label-3">
            <a:extLst xmlns:a="http://schemas.openxmlformats.org/drawingml/2006/main">
              <a:ext uri="{FF2B5EF4-FFF2-40B4-BE49-F238E27FC236}">
                <a16:creationId xmlns:a16="http://schemas.microsoft.com/office/drawing/2014/main" id="{F507D663-5753-4FB3-9A8E-888A60EE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13" name="p06-type-3">
            <a:extLst xmlns:a="http://schemas.openxmlformats.org/drawingml/2006/main">
              <a:ext uri="{FF2B5EF4-FFF2-40B4-BE49-F238E27FC236}">
                <a16:creationId xmlns:a16="http://schemas.microsoft.com/office/drawing/2014/main" id="{1AB5DEF4-C166-440A-BD69-B92B0D05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n=20 / CS 单一 / A2 未排除</a:t>
            </a:r>
          </a:p>
        </p:txBody>
      </p:sp>
      <p:sp>
        <p:nvSpPr>
          <p:cNvPr id="14" name="p06-record-title">
            <a:extLst xmlns:a="http://schemas.openxmlformats.org/drawingml/2006/main">
              <a:ext uri="{FF2B5EF4-FFF2-40B4-BE49-F238E27FC236}">
                <a16:creationId xmlns:a16="http://schemas.microsoft.com/office/drawing/2014/main" id="{04D2337F-7919-4EB0-A8AD-EAF4DBAF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表图下方最小追溯字段</a:t>
            </a:r>
          </a:p>
        </p:txBody>
      </p:sp>
      <p:sp>
        <p:nvSpPr>
          <p:cNvPr id="15" name="p06-field-label-0">
            <a:extLst xmlns:a="http://schemas.openxmlformats.org/drawingml/2006/main">
              <a:ext uri="{FF2B5EF4-FFF2-40B4-BE49-F238E27FC236}">
                <a16:creationId xmlns:a16="http://schemas.microsoft.com/office/drawing/2014/main" id="{A5C85025-1E26-4629-BE59-CC06899C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证据项</a:t>
            </a:r>
          </a:p>
        </p:txBody>
      </p:sp>
      <p:sp>
        <p:nvSpPr>
          <p:cNvPr id="16" name="p06-field-detail-0">
            <a:extLst xmlns:a="http://schemas.openxmlformats.org/drawingml/2006/main">
              <a:ext uri="{FF2B5EF4-FFF2-40B4-BE49-F238E27FC236}">
                <a16:creationId xmlns:a16="http://schemas.microsoft.com/office/drawing/2014/main" id="{87A65883-3699-497F-9C2F-953361EA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E-17</a:t>
            </a:r>
          </a:p>
        </p:txBody>
      </p:sp>
      <p:sp>
        <p:nvSpPr>
          <p:cNvPr id="17" name="p06-field-label-1">
            <a:extLst xmlns:a="http://schemas.openxmlformats.org/drawingml/2006/main">
              <a:ext uri="{FF2B5EF4-FFF2-40B4-BE49-F238E27FC236}">
                <a16:creationId xmlns:a16="http://schemas.microsoft.com/office/drawing/2014/main" id="{E8E962C3-E940-4679-8AE9-0D8A188B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 ID</a:t>
            </a:r>
          </a:p>
        </p:txBody>
      </p:sp>
      <p:sp>
        <p:nvSpPr>
          <p:cNvPr id="18" name="p06-field-detail-1">
            <a:extLst xmlns:a="http://schemas.openxmlformats.org/drawingml/2006/main">
              <a:ext uri="{FF2B5EF4-FFF2-40B4-BE49-F238E27FC236}">
                <a16:creationId xmlns:a16="http://schemas.microsoft.com/office/drawing/2014/main" id="{D456CCC2-6839-4EA5-8D33-07644CA6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exp-010</a:t>
            </a:r>
          </a:p>
        </p:txBody>
      </p:sp>
      <p:sp>
        <p:nvSpPr>
          <p:cNvPr id="19" name="p06-field-label-2">
            <a:extLst xmlns:a="http://schemas.openxmlformats.org/drawingml/2006/main">
              <a:ext uri="{FF2B5EF4-FFF2-40B4-BE49-F238E27FC236}">
                <a16:creationId xmlns:a16="http://schemas.microsoft.com/office/drawing/2014/main" id="{EC2B9126-56F9-4523-9452-F3008353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运行记录</a:t>
            </a:r>
          </a:p>
        </p:txBody>
      </p:sp>
      <p:sp>
        <p:nvSpPr>
          <p:cNvPr id="20" name="p06-field-detail-2">
            <a:extLst xmlns:a="http://schemas.openxmlformats.org/drawingml/2006/main">
              <a:ext uri="{FF2B5EF4-FFF2-40B4-BE49-F238E27FC236}">
                <a16:creationId xmlns:a16="http://schemas.microsoft.com/office/drawing/2014/main" id="{62177EBD-91C2-4509-8DE3-68840CB4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runs/010</a:t>
            </a:r>
          </a:p>
        </p:txBody>
      </p:sp>
      <p:sp>
        <p:nvSpPr>
          <p:cNvPr id="21" name="p06-field-label-3">
            <a:extLst xmlns:a="http://schemas.openxmlformats.org/drawingml/2006/main">
              <a:ext uri="{FF2B5EF4-FFF2-40B4-BE49-F238E27FC236}">
                <a16:creationId xmlns:a16="http://schemas.microsoft.com/office/drawing/2014/main" id="{8E2A59B6-0F48-4AFB-A0B8-EB56D767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协议</a:t>
            </a:r>
          </a:p>
        </p:txBody>
      </p:sp>
      <p:sp>
        <p:nvSpPr>
          <p:cNvPr id="22" name="p06-field-detail-3">
            <a:extLst xmlns:a="http://schemas.openxmlformats.org/drawingml/2006/main">
              <a:ext uri="{FF2B5EF4-FFF2-40B4-BE49-F238E27FC236}">
                <a16:creationId xmlns:a16="http://schemas.microsoft.com/office/drawing/2014/main" id="{A1750493-A112-4E2A-8CB0-5803CAD3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 v1.2</a:t>
            </a:r>
          </a:p>
        </p:txBody>
      </p:sp>
      <p:sp>
        <p:nvSpPr>
          <p:cNvPr id="23" name="p06-field-label-4">
            <a:extLst xmlns:a="http://schemas.openxmlformats.org/drawingml/2006/main">
              <a:ext uri="{FF2B5EF4-FFF2-40B4-BE49-F238E27FC236}">
                <a16:creationId xmlns:a16="http://schemas.microsoft.com/office/drawing/2014/main" id="{F963E2F1-9489-4965-BD24-7DCFA901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支持强度</a:t>
            </a:r>
          </a:p>
        </p:txBody>
      </p:sp>
      <p:sp>
        <p:nvSpPr>
          <p:cNvPr id="24" name="p06-field-detail-4">
            <a:extLst xmlns:a="http://schemas.openxmlformats.org/drawingml/2006/main">
              <a:ext uri="{FF2B5EF4-FFF2-40B4-BE49-F238E27FC236}">
                <a16:creationId xmlns:a16="http://schemas.microsoft.com/office/drawing/2014/main" id="{0FC90B24-3365-4225-A9BD-8DFD3629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中等</a:t>
            </a:r>
          </a:p>
        </p:txBody>
      </p:sp>
      <p:sp>
        <p:nvSpPr>
          <p:cNvPr id="25" name="p06-field-label-5">
            <a:extLst xmlns:a="http://schemas.openxmlformats.org/drawingml/2006/main">
              <a:ext uri="{FF2B5EF4-FFF2-40B4-BE49-F238E27FC236}">
                <a16:creationId xmlns:a16="http://schemas.microsoft.com/office/drawing/2014/main" id="{3FE3378C-1C8E-483C-A710-8D0FCB48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工件</a:t>
            </a:r>
          </a:p>
        </p:txBody>
      </p:sp>
      <p:sp>
        <p:nvSpPr>
          <p:cNvPr id="26" name="p06-field-detail-5">
            <a:extLst xmlns:a="http://schemas.openxmlformats.org/drawingml/2006/main">
              <a:ext uri="{FF2B5EF4-FFF2-40B4-BE49-F238E27FC236}">
                <a16:creationId xmlns:a16="http://schemas.microsoft.com/office/drawing/2014/main" id="{5554BC7A-F5CE-4D8B-87CD-8F81A40A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report §4</a:t>
            </a:r>
          </a:p>
        </p:txBody>
      </p:sp>
      <p:sp>
        <p:nvSpPr>
          <p:cNvPr id="27" name="p06-bottom">
            <a:extLst xmlns:a="http://schemas.openxmlformats.org/drawingml/2006/main">
              <a:ext uri="{FF2B5EF4-FFF2-40B4-BE49-F238E27FC236}">
                <a16:creationId xmlns:a16="http://schemas.microsoft.com/office/drawing/2014/main" id="{3D130851-12D7-484A-AA27-21C69F16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示例数值为虚构教学示例；正式提交必须替换为自己的真实记录。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有效性威胁说明结果为何可能不等于方法效应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">
            <a:extLst xmlns:a="http://schemas.openxmlformats.org/drawingml/2006/main">
              <a:ext uri="{FF2B5EF4-FFF2-40B4-BE49-F238E27FC236}">
                <a16:creationId xmlns:a16="http://schemas.microsoft.com/office/drawing/2014/main" id="{E1962C74-0CEF-4062-9E10-8798E9E6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具体威胁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不公平 / 协议漂移 / 标注泄漏</a:t>
            </a:r>
          </a:p>
        </p:txBody>
      </p:sp>
      <p:sp>
        <p:nvSpPr>
          <p:cNvPr id="7" name="p07-b">
            <a:extLst xmlns:a="http://schemas.openxmlformats.org/drawingml/2006/main">
              <a:ext uri="{FF2B5EF4-FFF2-40B4-BE49-F238E27FC236}">
                <a16:creationId xmlns:a16="http://schemas.microsoft.com/office/drawing/2014/main" id="{6B303354-6DBA-42FE-8587-F8690A07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影响判断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效应被高估 / 不能外推 / 因果不成立</a:t>
            </a:r>
          </a:p>
        </p:txBody>
      </p:sp>
      <p:sp>
        <p:nvSpPr>
          <p:cNvPr id="8" name="p07-a-risk">
            <a:extLst xmlns:a="http://schemas.openxmlformats.org/drawingml/2006/main">
              <a:ext uri="{FF2B5EF4-FFF2-40B4-BE49-F238E27FC236}">
                <a16:creationId xmlns:a16="http://schemas.microsoft.com/office/drawing/2014/main" id="{ED0A4581-AFEA-4A5D-8AB9-3A27C43B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内部 / 构念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流程与指标是否测到目标动作</a:t>
            </a:r>
          </a:p>
        </p:txBody>
      </p:sp>
      <p:sp>
        <p:nvSpPr>
          <p:cNvPr id="9" name="p07-b-risk">
            <a:extLst xmlns:a="http://schemas.openxmlformats.org/drawingml/2006/main">
              <a:ext uri="{FF2B5EF4-FFF2-40B4-BE49-F238E27FC236}">
                <a16:creationId xmlns:a16="http://schemas.microsoft.com/office/drawing/2014/main" id="{2053D111-C3CE-48F9-8796-45D4FAE7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外部 / 结论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样本边界与统计不确定性</a:t>
            </a:r>
          </a:p>
        </p:txBody>
      </p:sp>
      <p:sp>
        <p:nvSpPr>
          <p:cNvPr id="10" name="p07-compare-title">
            <a:extLst xmlns:a="http://schemas.openxmlformats.org/drawingml/2006/main">
              <a:ext uri="{FF2B5EF4-FFF2-40B4-BE49-F238E27FC236}">
                <a16:creationId xmlns:a16="http://schemas.microsoft.com/office/drawing/2014/main" id="{2C3F46C9-4510-4E2B-B9F0-426B8144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066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至少回答五点</a:t>
            </a:r>
          </a:p>
        </p:txBody>
      </p:sp>
      <p:sp>
        <p:nvSpPr>
          <p:cNvPr id="11" name="p07-dim-0">
            <a:extLst xmlns:a="http://schemas.openxmlformats.org/drawingml/2006/main">
              <a:ext uri="{FF2B5EF4-FFF2-40B4-BE49-F238E27FC236}">
                <a16:creationId xmlns:a16="http://schemas.microsoft.com/office/drawing/2014/main" id="{5BE68A9C-DEEC-4720-A729-8B3B23FF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57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威胁来源</a:t>
            </a:r>
          </a:p>
        </p:txBody>
      </p:sp>
      <p:sp>
        <p:nvSpPr>
          <p:cNvPr id="12" name="p07-dim-1">
            <a:extLst xmlns:a="http://schemas.openxmlformats.org/drawingml/2006/main">
              <a:ext uri="{FF2B5EF4-FFF2-40B4-BE49-F238E27FC236}">
                <a16:creationId xmlns:a16="http://schemas.microsoft.com/office/drawing/2014/main" id="{C7B80669-2F17-4206-A14E-A25212D9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241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影响哪个结论</a:t>
            </a:r>
          </a:p>
        </p:txBody>
      </p:sp>
      <p:sp>
        <p:nvSpPr>
          <p:cNvPr id="13" name="p07-dim-2">
            <a:extLst xmlns:a="http://schemas.openxmlformats.org/drawingml/2006/main">
              <a:ext uri="{FF2B5EF4-FFF2-40B4-BE49-F238E27FC236}">
                <a16:creationId xmlns:a16="http://schemas.microsoft.com/office/drawing/2014/main" id="{B71DCA4D-0604-4315-951D-B17A0009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908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方向与严重度</a:t>
            </a:r>
          </a:p>
        </p:txBody>
      </p:sp>
      <p:sp>
        <p:nvSpPr>
          <p:cNvPr id="14" name="p07-dim-3">
            <a:extLst xmlns:a="http://schemas.openxmlformats.org/drawingml/2006/main">
              <a:ext uri="{FF2B5EF4-FFF2-40B4-BE49-F238E27FC236}">
                <a16:creationId xmlns:a16="http://schemas.microsoft.com/office/drawing/2014/main" id="{C133F147-F482-4E6B-8F51-A7BD084B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576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已采取缓解</a:t>
            </a:r>
          </a:p>
        </p:txBody>
      </p:sp>
      <p:sp>
        <p:nvSpPr>
          <p:cNvPr id="15" name="p07-dim-4">
            <a:extLst xmlns:a="http://schemas.openxmlformats.org/drawingml/2006/main">
              <a:ext uri="{FF2B5EF4-FFF2-40B4-BE49-F238E27FC236}">
                <a16:creationId xmlns:a16="http://schemas.microsoft.com/office/drawing/2014/main" id="{28286AC7-9771-41AE-89DF-3142F34C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24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仍待验证什么</a:t>
            </a:r>
          </a:p>
        </p:txBody>
      </p:sp>
      <p:sp>
        <p:nvSpPr>
          <p:cNvPr id="16" name="p07-decision">
            <a:extLst xmlns:a="http://schemas.openxmlformats.org/drawingml/2006/main">
              <a:ext uri="{FF2B5EF4-FFF2-40B4-BE49-F238E27FC236}">
                <a16:creationId xmlns:a16="http://schemas.microsoft.com/office/drawing/2014/main" id="{36942D5E-2AE5-4766-AF99-66685D0D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不要只写‘样本较小’；说明它限制了哪一句结论。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最终分享必须回答五个研究问题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h-0">
            <a:extLst xmlns:a="http://schemas.openxmlformats.org/drawingml/2006/main">
              <a:ext uri="{FF2B5EF4-FFF2-40B4-BE49-F238E27FC236}">
                <a16:creationId xmlns:a16="http://schemas.microsoft.com/office/drawing/2014/main" id="{38D4C9D2-0F96-4B93-A4D2-1602E977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562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问题</a:t>
            </a:r>
          </a:p>
        </p:txBody>
      </p:sp>
      <p:sp>
        <p:nvSpPr>
          <p:cNvPr id="7" name="p08-h-1">
            <a:extLst xmlns:a="http://schemas.openxmlformats.org/drawingml/2006/main">
              <a:ext uri="{FF2B5EF4-FFF2-40B4-BE49-F238E27FC236}">
                <a16:creationId xmlns:a16="http://schemas.microsoft.com/office/drawing/2014/main" id="{7F4F3AAA-FEF2-4DE9-B83F-70ACFD3B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430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证据</a:t>
            </a:r>
          </a:p>
        </p:txBody>
      </p:sp>
      <p:sp>
        <p:nvSpPr>
          <p:cNvPr id="8" name="p08-h-2">
            <a:extLst xmlns:a="http://schemas.openxmlformats.org/drawingml/2006/main">
              <a:ext uri="{FF2B5EF4-FFF2-40B4-BE49-F238E27FC236}">
                <a16:creationId xmlns:a16="http://schemas.microsoft.com/office/drawing/2014/main" id="{044E0BEE-8EAC-4B47-8C87-AA03C4F4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14300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工作流</a:t>
            </a:r>
          </a:p>
        </p:txBody>
      </p:sp>
      <p:sp>
        <p:nvSpPr>
          <p:cNvPr id="9" name="p08-h-3">
            <a:extLst xmlns:a="http://schemas.openxmlformats.org/drawingml/2006/main">
              <a:ext uri="{FF2B5EF4-FFF2-40B4-BE49-F238E27FC236}">
                <a16:creationId xmlns:a16="http://schemas.microsoft.com/office/drawing/2014/main" id="{8116D578-A48C-4A50-955C-DA1B551A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AI</a:t>
            </a:r>
          </a:p>
        </p:txBody>
      </p:sp>
      <p:sp>
        <p:nvSpPr>
          <p:cNvPr id="10" name="p08-h-4">
            <a:extLst xmlns:a="http://schemas.openxmlformats.org/drawingml/2006/main">
              <a:ext uri="{FF2B5EF4-FFF2-40B4-BE49-F238E27FC236}">
                <a16:creationId xmlns:a16="http://schemas.microsoft.com/office/drawing/2014/main" id="{737244F8-6ACC-4316-9D0A-F19274EF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⑤ 边界</a:t>
            </a:r>
          </a:p>
        </p:txBody>
      </p:sp>
      <p:sp>
        <p:nvSpPr>
          <p:cNvPr id="11" name="p08-r0-0">
            <a:extLst xmlns:a="http://schemas.openxmlformats.org/drawingml/2006/main">
              <a:ext uri="{FF2B5EF4-FFF2-40B4-BE49-F238E27FC236}">
                <a16:creationId xmlns:a16="http://schemas.microsoft.com/office/drawing/2014/main" id="{A2CE4909-80ED-4D96-86B4-E8D135A7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研究问题</a:t>
            </a:r>
          </a:p>
        </p:txBody>
      </p:sp>
      <p:sp>
        <p:nvSpPr>
          <p:cNvPr id="12" name="p08-r0-1">
            <a:extLst xmlns:a="http://schemas.openxmlformats.org/drawingml/2006/main">
              <a:ext uri="{FF2B5EF4-FFF2-40B4-BE49-F238E27FC236}">
                <a16:creationId xmlns:a16="http://schemas.microsoft.com/office/drawing/2014/main" id="{8DFEDC57-FEAE-4D8B-9E29-587FDAA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192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支持</a:t>
            </a:r>
          </a:p>
        </p:txBody>
      </p:sp>
      <p:sp>
        <p:nvSpPr>
          <p:cNvPr id="13" name="p08-r0-2">
            <a:extLst xmlns:a="http://schemas.openxmlformats.org/drawingml/2006/main">
              <a:ext uri="{FF2B5EF4-FFF2-40B4-BE49-F238E27FC236}">
                <a16:creationId xmlns:a16="http://schemas.microsoft.com/office/drawing/2014/main" id="{E595DF9D-EEBC-4C1A-9F1D-38DCE7E1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192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改善动作</a:t>
            </a:r>
          </a:p>
        </p:txBody>
      </p:sp>
      <p:sp>
        <p:nvSpPr>
          <p:cNvPr id="14" name="p08-r0-3">
            <a:extLst xmlns:a="http://schemas.openxmlformats.org/drawingml/2006/main">
              <a:ext uri="{FF2B5EF4-FFF2-40B4-BE49-F238E27FC236}">
                <a16:creationId xmlns:a16="http://schemas.microsoft.com/office/drawing/2014/main" id="{1C2760EA-DEFE-401B-8168-59284D3E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有效处</a:t>
            </a:r>
          </a:p>
        </p:txBody>
      </p:sp>
      <p:sp>
        <p:nvSpPr>
          <p:cNvPr id="15" name="p08-r0-4">
            <a:extLst xmlns:a="http://schemas.openxmlformats.org/drawingml/2006/main">
              <a:ext uri="{FF2B5EF4-FFF2-40B4-BE49-F238E27FC236}">
                <a16:creationId xmlns:a16="http://schemas.microsoft.com/office/drawing/2014/main" id="{07DA84FF-A9CF-4458-A06D-0C92D8E3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当前结论</a:t>
            </a:r>
          </a:p>
        </p:txBody>
      </p:sp>
      <p:sp>
        <p:nvSpPr>
          <p:cNvPr id="16" name="p08-r1-0">
            <a:extLst xmlns:a="http://schemas.openxmlformats.org/drawingml/2006/main">
              <a:ext uri="{FF2B5EF4-FFF2-40B4-BE49-F238E27FC236}">
                <a16:creationId xmlns:a16="http://schemas.microsoft.com/office/drawing/2014/main" id="{DD8DDBAF-F6F5-4979-9F6E-454F8607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关键判断</a:t>
            </a:r>
          </a:p>
        </p:txBody>
      </p:sp>
      <p:sp>
        <p:nvSpPr>
          <p:cNvPr id="17" name="p08-r1-1">
            <a:extLst xmlns:a="http://schemas.openxmlformats.org/drawingml/2006/main">
              <a:ext uri="{FF2B5EF4-FFF2-40B4-BE49-F238E27FC236}">
                <a16:creationId xmlns:a16="http://schemas.microsoft.com/office/drawing/2014/main" id="{CE67C768-7AD7-498D-9376-AEFB8FC9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098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反驳</a:t>
            </a:r>
          </a:p>
        </p:txBody>
      </p:sp>
      <p:sp>
        <p:nvSpPr>
          <p:cNvPr id="18" name="p08-r1-2">
            <a:extLst xmlns:a="http://schemas.openxmlformats.org/drawingml/2006/main">
              <a:ext uri="{FF2B5EF4-FFF2-40B4-BE49-F238E27FC236}">
                <a16:creationId xmlns:a16="http://schemas.microsoft.com/office/drawing/2014/main" id="{B128B293-4250-4901-8334-25FE8832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098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如何评价</a:t>
            </a:r>
          </a:p>
        </p:txBody>
      </p:sp>
      <p:sp>
        <p:nvSpPr>
          <p:cNvPr id="19" name="p08-r1-3">
            <a:extLst xmlns:a="http://schemas.openxmlformats.org/drawingml/2006/main">
              <a:ext uri="{FF2B5EF4-FFF2-40B4-BE49-F238E27FC236}">
                <a16:creationId xmlns:a16="http://schemas.microsoft.com/office/drawing/2014/main" id="{0A99A40B-10ED-4723-AB49-B3F813BE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误导处</a:t>
            </a:r>
          </a:p>
        </p:txBody>
      </p:sp>
      <p:sp>
        <p:nvSpPr>
          <p:cNvPr id="20" name="p08-r1-4">
            <a:extLst xmlns:a="http://schemas.openxmlformats.org/drawingml/2006/main">
              <a:ext uri="{FF2B5EF4-FFF2-40B4-BE49-F238E27FC236}">
                <a16:creationId xmlns:a16="http://schemas.microsoft.com/office/drawing/2014/main" id="{AE75DFCF-7AC5-481A-85D8-5112E761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适用范围</a:t>
            </a:r>
          </a:p>
        </p:txBody>
      </p:sp>
      <p:sp>
        <p:nvSpPr>
          <p:cNvPr id="21" name="p08-r2-0">
            <a:extLst xmlns:a="http://schemas.openxmlformats.org/drawingml/2006/main">
              <a:ext uri="{FF2B5EF4-FFF2-40B4-BE49-F238E27FC236}">
                <a16:creationId xmlns:a16="http://schemas.microsoft.com/office/drawing/2014/main" id="{C9CF3E09-3C2E-4F47-AE05-138414CA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004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为何重要</a:t>
            </a:r>
          </a:p>
        </p:txBody>
      </p:sp>
      <p:sp>
        <p:nvSpPr>
          <p:cNvPr id="22" name="p08-r2-1">
            <a:extLst xmlns:a="http://schemas.openxmlformats.org/drawingml/2006/main">
              <a:ext uri="{FF2B5EF4-FFF2-40B4-BE49-F238E27FC236}">
                <a16:creationId xmlns:a16="http://schemas.microsoft.com/office/drawing/2014/main" id="{67893BD4-FBF5-4654-AC9D-A2B5ECED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004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不能判断</a:t>
            </a:r>
          </a:p>
        </p:txBody>
      </p:sp>
      <p:sp>
        <p:nvSpPr>
          <p:cNvPr id="23" name="p08-r2-2">
            <a:extLst xmlns:a="http://schemas.openxmlformats.org/drawingml/2006/main">
              <a:ext uri="{FF2B5EF4-FFF2-40B4-BE49-F238E27FC236}">
                <a16:creationId xmlns:a16="http://schemas.microsoft.com/office/drawing/2014/main" id="{70CFECA6-E7D8-4647-8C3C-2826A0D6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6004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失败何在</a:t>
            </a:r>
          </a:p>
        </p:txBody>
      </p:sp>
      <p:sp>
        <p:nvSpPr>
          <p:cNvPr id="24" name="p08-r2-3">
            <a:extLst xmlns:a="http://schemas.openxmlformats.org/drawingml/2006/main">
              <a:ext uri="{FF2B5EF4-FFF2-40B4-BE49-F238E27FC236}">
                <a16:creationId xmlns:a16="http://schemas.microsoft.com/office/drawing/2014/main" id="{286AC6ED-959A-4E34-8965-75EA6CD0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如何核验</a:t>
            </a:r>
          </a:p>
        </p:txBody>
      </p:sp>
      <p:sp>
        <p:nvSpPr>
          <p:cNvPr id="25" name="p08-r2-4">
            <a:extLst xmlns:a="http://schemas.openxmlformats.org/drawingml/2006/main">
              <a:ext uri="{FF2B5EF4-FFF2-40B4-BE49-F238E27FC236}">
                <a16:creationId xmlns:a16="http://schemas.microsoft.com/office/drawing/2014/main" id="{E10482D2-FC89-4354-862A-A9805321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26" name="p08-bottom">
            <a:extLst xmlns:a="http://schemas.openxmlformats.org/drawingml/2006/main">
              <a:ext uri="{FF2B5EF4-FFF2-40B4-BE49-F238E27FC236}">
                <a16:creationId xmlns:a16="http://schemas.microsoft.com/office/drawing/2014/main" id="{B26AC0EF-2C2B-4744-A07A-D9D26C34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9791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五问都用当前项目工件回答；没有证据时明确说‘仍不能判断’。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分钟陈述只保留能改变理解的五部分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var-title">
            <a:extLst xmlns:a="http://schemas.openxmlformats.org/drawingml/2006/main">
              <a:ext uri="{FF2B5EF4-FFF2-40B4-BE49-F238E27FC236}">
                <a16:creationId xmlns:a16="http://schemas.microsoft.com/office/drawing/2014/main" id="{4A4EB1B0-749B-4738-A3D1-9B0093C7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462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时间结构</a:t>
            </a:r>
          </a:p>
        </p:txBody>
      </p:sp>
      <p:sp>
        <p:nvSpPr>
          <p:cNvPr id="7" name="p09-vars-h-0">
            <a:extLst xmlns:a="http://schemas.openxmlformats.org/drawingml/2006/main">
              <a:ext uri="{FF2B5EF4-FFF2-40B4-BE49-F238E27FC236}">
                <a16:creationId xmlns:a16="http://schemas.microsoft.com/office/drawing/2014/main" id="{1ED01082-F944-4A27-A32E-0C1D8A15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段落</a:t>
            </a:r>
          </a:p>
        </p:txBody>
      </p:sp>
      <p:sp>
        <p:nvSpPr>
          <p:cNvPr id="8" name="p09-vars-h-1">
            <a:extLst xmlns:a="http://schemas.openxmlformats.org/drawingml/2006/main">
              <a:ext uri="{FF2B5EF4-FFF2-40B4-BE49-F238E27FC236}">
                <a16:creationId xmlns:a16="http://schemas.microsoft.com/office/drawing/2014/main" id="{05C018E4-3CE3-402F-8C6E-8BA47FD7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62100"/>
            <a:ext cx="3219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要回答什么</a:t>
            </a:r>
          </a:p>
        </p:txBody>
      </p:sp>
      <p:sp>
        <p:nvSpPr>
          <p:cNvPr id="9" name="p09-vars-r0-0">
            <a:extLst xmlns:a="http://schemas.openxmlformats.org/drawingml/2006/main">
              <a:ext uri="{FF2B5EF4-FFF2-40B4-BE49-F238E27FC236}">
                <a16:creationId xmlns:a16="http://schemas.microsoft.com/office/drawing/2014/main" id="{E7A03DD1-DE3F-4D21-8598-12C4BF40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0:00–0:30</a:t>
            </a:r>
          </a:p>
        </p:txBody>
      </p:sp>
      <p:sp>
        <p:nvSpPr>
          <p:cNvPr id="10" name="p09-vars-r0-1">
            <a:extLst xmlns:a="http://schemas.openxmlformats.org/drawingml/2006/main">
              <a:ext uri="{FF2B5EF4-FFF2-40B4-BE49-F238E27FC236}">
                <a16:creationId xmlns:a16="http://schemas.microsoft.com/office/drawing/2014/main" id="{288A2EAF-FD75-4C67-A646-B3139FC3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002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 + 关键判断</a:t>
            </a:r>
          </a:p>
        </p:txBody>
      </p:sp>
      <p:sp>
        <p:nvSpPr>
          <p:cNvPr id="11" name="p09-vars-r1-0">
            <a:extLst xmlns:a="http://schemas.openxmlformats.org/drawingml/2006/main">
              <a:ext uri="{FF2B5EF4-FFF2-40B4-BE49-F238E27FC236}">
                <a16:creationId xmlns:a16="http://schemas.microsoft.com/office/drawing/2014/main" id="{224376EF-91F4-4971-B327-8219E2FC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0:30–1:20</a:t>
            </a:r>
          </a:p>
        </p:txBody>
      </p:sp>
      <p:sp>
        <p:nvSpPr>
          <p:cNvPr id="12" name="p09-vars-r1-1">
            <a:extLst xmlns:a="http://schemas.openxmlformats.org/drawingml/2006/main">
              <a:ext uri="{FF2B5EF4-FFF2-40B4-BE49-F238E27FC236}">
                <a16:creationId xmlns:a16="http://schemas.microsoft.com/office/drawing/2014/main" id="{51915736-A0AB-4F13-8F92-27AF06A6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908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最强证据 + 反证</a:t>
            </a:r>
          </a:p>
        </p:txBody>
      </p:sp>
      <p:sp>
        <p:nvSpPr>
          <p:cNvPr id="13" name="p09-vars-r2-0">
            <a:extLst xmlns:a="http://schemas.openxmlformats.org/drawingml/2006/main">
              <a:ext uri="{FF2B5EF4-FFF2-40B4-BE49-F238E27FC236}">
                <a16:creationId xmlns:a16="http://schemas.microsoft.com/office/drawing/2014/main" id="{03A7A6B0-33CA-45FD-B52F-74CBC576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1:20–2:10</a:t>
            </a:r>
          </a:p>
        </p:txBody>
      </p:sp>
      <p:sp>
        <p:nvSpPr>
          <p:cNvPr id="14" name="p09-vars-r2-1">
            <a:extLst xmlns:a="http://schemas.openxmlformats.org/drawingml/2006/main">
              <a:ext uri="{FF2B5EF4-FFF2-40B4-BE49-F238E27FC236}">
                <a16:creationId xmlns:a16="http://schemas.microsoft.com/office/drawing/2014/main" id="{64F620BA-1778-4FC5-AF71-B6D6F357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1813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 + 工作流影响</a:t>
            </a:r>
          </a:p>
        </p:txBody>
      </p:sp>
      <p:sp>
        <p:nvSpPr>
          <p:cNvPr id="15" name="p09-vars-r3-0">
            <a:extLst xmlns:a="http://schemas.openxmlformats.org/drawingml/2006/main">
              <a:ext uri="{FF2B5EF4-FFF2-40B4-BE49-F238E27FC236}">
                <a16:creationId xmlns:a16="http://schemas.microsoft.com/office/drawing/2014/main" id="{473B6B51-8CED-4B80-AF70-27384E7A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2:10–3:00</a:t>
            </a:r>
          </a:p>
        </p:txBody>
      </p:sp>
      <p:sp>
        <p:nvSpPr>
          <p:cNvPr id="16" name="p09-vars-r3-1">
            <a:extLst xmlns:a="http://schemas.openxmlformats.org/drawingml/2006/main">
              <a:ext uri="{FF2B5EF4-FFF2-40B4-BE49-F238E27FC236}">
                <a16:creationId xmlns:a16="http://schemas.microsoft.com/office/drawing/2014/main" id="{82E5DCBD-F903-4109-9E22-139A9AA5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719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披露 + 边界 + 下一步</a:t>
            </a:r>
          </a:p>
        </p:txBody>
      </p:sp>
      <p:sp>
        <p:nvSpPr>
          <p:cNvPr id="17" name="p09-spec-title">
            <a:extLst xmlns:a="http://schemas.openxmlformats.org/drawingml/2006/main">
              <a:ext uri="{FF2B5EF4-FFF2-40B4-BE49-F238E27FC236}">
                <a16:creationId xmlns:a16="http://schemas.microsoft.com/office/drawing/2014/main" id="{64AE2602-784B-4FBA-B1B1-7F6D9362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096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事实边界八项</a:t>
            </a:r>
          </a:p>
        </p:txBody>
      </p:sp>
      <p:sp>
        <p:nvSpPr>
          <p:cNvPr id="18" name="p09-n-0">
            <a:extLst xmlns:a="http://schemas.openxmlformats.org/drawingml/2006/main">
              <a:ext uri="{FF2B5EF4-FFF2-40B4-BE49-F238E27FC236}">
                <a16:creationId xmlns:a16="http://schemas.microsoft.com/office/drawing/2014/main" id="{DA010CC0-836C-45FF-8471-6C70EB5F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p09-s-0">
            <a:extLst xmlns:a="http://schemas.openxmlformats.org/drawingml/2006/main">
              <a:ext uri="{FF2B5EF4-FFF2-40B4-BE49-F238E27FC236}">
                <a16:creationId xmlns:a16="http://schemas.microsoft.com/office/drawing/2014/main" id="{3C6A8891-C036-4EB3-93A6-951AE773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20" name="p09-n-1">
            <a:extLst xmlns:a="http://schemas.openxmlformats.org/drawingml/2006/main">
              <a:ext uri="{FF2B5EF4-FFF2-40B4-BE49-F238E27FC236}">
                <a16:creationId xmlns:a16="http://schemas.microsoft.com/office/drawing/2014/main" id="{128B52A7-42A9-4FCF-A6F1-C47F04DA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p09-s-1">
            <a:extLst xmlns:a="http://schemas.openxmlformats.org/drawingml/2006/main">
              <a:ext uri="{FF2B5EF4-FFF2-40B4-BE49-F238E27FC236}">
                <a16:creationId xmlns:a16="http://schemas.microsoft.com/office/drawing/2014/main" id="{B6772FE8-923E-48BC-8C1A-D4EA2FD2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 ID</a:t>
            </a:r>
          </a:p>
        </p:txBody>
      </p:sp>
      <p:sp>
        <p:nvSpPr>
          <p:cNvPr id="22" name="p09-n-2">
            <a:extLst xmlns:a="http://schemas.openxmlformats.org/drawingml/2006/main">
              <a:ext uri="{FF2B5EF4-FFF2-40B4-BE49-F238E27FC236}">
                <a16:creationId xmlns:a16="http://schemas.microsoft.com/office/drawing/2014/main" id="{51CCE020-D453-4108-9A1B-4A0EFC1D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p09-s-2">
            <a:extLst xmlns:a="http://schemas.openxmlformats.org/drawingml/2006/main">
              <a:ext uri="{FF2B5EF4-FFF2-40B4-BE49-F238E27FC236}">
                <a16:creationId xmlns:a16="http://schemas.microsoft.com/office/drawing/2014/main" id="{AD107FE3-98BD-416A-8D79-73688717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支持强度</a:t>
            </a:r>
          </a:p>
        </p:txBody>
      </p:sp>
      <p:sp>
        <p:nvSpPr>
          <p:cNvPr id="24" name="p09-n-3">
            <a:extLst xmlns:a="http://schemas.openxmlformats.org/drawingml/2006/main">
              <a:ext uri="{FF2B5EF4-FFF2-40B4-BE49-F238E27FC236}">
                <a16:creationId xmlns:a16="http://schemas.microsoft.com/office/drawing/2014/main" id="{FCB4217E-4660-4C0E-9570-1D16460C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p09-s-3">
            <a:extLst xmlns:a="http://schemas.openxmlformats.org/drawingml/2006/main">
              <a:ext uri="{FF2B5EF4-FFF2-40B4-BE49-F238E27FC236}">
                <a16:creationId xmlns:a16="http://schemas.microsoft.com/office/drawing/2014/main" id="{095055EB-245D-4A28-9837-19C57953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6" name="p09-n-4">
            <a:extLst xmlns:a="http://schemas.openxmlformats.org/drawingml/2006/main">
              <a:ext uri="{FF2B5EF4-FFF2-40B4-BE49-F238E27FC236}">
                <a16:creationId xmlns:a16="http://schemas.microsoft.com/office/drawing/2014/main" id="{289F5A61-2E58-4F71-8DF9-2AC9ACA8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p09-s-4">
            <a:extLst xmlns:a="http://schemas.openxmlformats.org/drawingml/2006/main">
              <a:ext uri="{FF2B5EF4-FFF2-40B4-BE49-F238E27FC236}">
                <a16:creationId xmlns:a16="http://schemas.microsoft.com/office/drawing/2014/main" id="{5F2B8A75-0F87-467A-AE95-8BA5C941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缺失</a:t>
            </a:r>
          </a:p>
        </p:txBody>
      </p:sp>
      <p:sp>
        <p:nvSpPr>
          <p:cNvPr id="28" name="p09-n-5">
            <a:extLst xmlns:a="http://schemas.openxmlformats.org/drawingml/2006/main">
              <a:ext uri="{FF2B5EF4-FFF2-40B4-BE49-F238E27FC236}">
                <a16:creationId xmlns:a16="http://schemas.microsoft.com/office/drawing/2014/main" id="{27D50A14-2557-4EC4-BFFF-C108B076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9" name="p09-s-5">
            <a:extLst xmlns:a="http://schemas.openxmlformats.org/drawingml/2006/main">
              <a:ext uri="{FF2B5EF4-FFF2-40B4-BE49-F238E27FC236}">
                <a16:creationId xmlns:a16="http://schemas.microsoft.com/office/drawing/2014/main" id="{981D0504-2375-4980-807C-33A175EB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威胁</a:t>
            </a:r>
          </a:p>
        </p:txBody>
      </p:sp>
      <p:sp>
        <p:nvSpPr>
          <p:cNvPr id="30" name="p09-n-6">
            <a:extLst xmlns:a="http://schemas.openxmlformats.org/drawingml/2006/main">
              <a:ext uri="{FF2B5EF4-FFF2-40B4-BE49-F238E27FC236}">
                <a16:creationId xmlns:a16="http://schemas.microsoft.com/office/drawing/2014/main" id="{8F3D0B35-20D9-42DA-9CC2-2299287E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p09-s-6">
            <a:extLst xmlns:a="http://schemas.openxmlformats.org/drawingml/2006/main">
              <a:ext uri="{FF2B5EF4-FFF2-40B4-BE49-F238E27FC236}">
                <a16:creationId xmlns:a16="http://schemas.microsoft.com/office/drawing/2014/main" id="{F903A4CC-56E8-48AA-9CA4-4F4DA48B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参与</a:t>
            </a:r>
          </a:p>
        </p:txBody>
      </p:sp>
      <p:sp>
        <p:nvSpPr>
          <p:cNvPr id="32" name="p09-n-7">
            <a:extLst xmlns:a="http://schemas.openxmlformats.org/drawingml/2006/main">
              <a:ext uri="{FF2B5EF4-FFF2-40B4-BE49-F238E27FC236}">
                <a16:creationId xmlns:a16="http://schemas.microsoft.com/office/drawing/2014/main" id="{BFAC206D-4734-4F59-9F21-AB5BF0D1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3" name="p09-s-7">
            <a:extLst xmlns:a="http://schemas.openxmlformats.org/drawingml/2006/main">
              <a:ext uri="{FF2B5EF4-FFF2-40B4-BE49-F238E27FC236}">
                <a16:creationId xmlns:a16="http://schemas.microsoft.com/office/drawing/2014/main" id="{7DF0A642-FE1F-473E-940C-A4BD71BE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34" name="p09-bottom">
            <a:extLst xmlns:a="http://schemas.openxmlformats.org/drawingml/2006/main">
              <a:ext uri="{FF2B5EF4-FFF2-40B4-BE49-F238E27FC236}">
                <a16:creationId xmlns:a16="http://schemas.microsoft.com/office/drawing/2014/main" id="{96FFFC96-BD11-4AD7-981B-7BDABAE8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0363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删背景，不删边界；删过程流水账，不删失败和冲突证据。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最终 Agent Workflow 必须同时交付运行、权限、评价与失败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heck-title">
            <a:extLst xmlns:a="http://schemas.openxmlformats.org/drawingml/2006/main">
              <a:ext uri="{FF2B5EF4-FFF2-40B4-BE49-F238E27FC236}">
                <a16:creationId xmlns:a16="http://schemas.microsoft.com/office/drawing/2014/main" id="{629FAFB0-1C6E-4404-8002-CB3636B1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六项核验</a:t>
            </a:r>
          </a:p>
        </p:txBody>
      </p:sp>
      <p:sp>
        <p:nvSpPr>
          <p:cNvPr id="7" name="p10-n-0">
            <a:extLst xmlns:a="http://schemas.openxmlformats.org/drawingml/2006/main">
              <a:ext uri="{FF2B5EF4-FFF2-40B4-BE49-F238E27FC236}">
                <a16:creationId xmlns:a16="http://schemas.microsoft.com/office/drawing/2014/main" id="{CFEEE81F-1DD2-4E61-9BB1-FDD989AF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0-c-0">
            <a:extLst xmlns:a="http://schemas.openxmlformats.org/drawingml/2006/main">
              <a:ext uri="{FF2B5EF4-FFF2-40B4-BE49-F238E27FC236}">
                <a16:creationId xmlns:a16="http://schemas.microsoft.com/office/drawing/2014/main" id="{F5E1C5F7-0B34-4368-ACD8-09D80C15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811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运行说明可由他人复现</a:t>
            </a:r>
          </a:p>
        </p:txBody>
      </p:sp>
      <p:sp>
        <p:nvSpPr>
          <p:cNvPr id="9" name="p10-n-1">
            <a:extLst xmlns:a="http://schemas.openxmlformats.org/drawingml/2006/main">
              <a:ext uri="{FF2B5EF4-FFF2-40B4-BE49-F238E27FC236}">
                <a16:creationId xmlns:a16="http://schemas.microsoft.com/office/drawing/2014/main" id="{3326119E-76A5-47C2-934F-A5B35FBC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0-c-1">
            <a:extLst xmlns:a="http://schemas.openxmlformats.org/drawingml/2006/main">
              <a:ext uri="{FF2B5EF4-FFF2-40B4-BE49-F238E27FC236}">
                <a16:creationId xmlns:a16="http://schemas.microsoft.com/office/drawing/2014/main" id="{D6018B89-67AA-4102-A203-0F4B2220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717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工具与数据权限边界明确</a:t>
            </a:r>
          </a:p>
        </p:txBody>
      </p:sp>
      <p:sp>
        <p:nvSpPr>
          <p:cNvPr id="11" name="p10-n-2">
            <a:extLst xmlns:a="http://schemas.openxmlformats.org/drawingml/2006/main">
              <a:ext uri="{FF2B5EF4-FFF2-40B4-BE49-F238E27FC236}">
                <a16:creationId xmlns:a16="http://schemas.microsoft.com/office/drawing/2014/main" id="{8F3304DC-4F93-4E84-9652-E0BFB20C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0-c-2">
            <a:extLst xmlns:a="http://schemas.openxmlformats.org/drawingml/2006/main">
              <a:ext uri="{FF2B5EF4-FFF2-40B4-BE49-F238E27FC236}">
                <a16:creationId xmlns:a16="http://schemas.microsoft.com/office/drawing/2014/main" id="{78C37159-D673-47D4-B603-0FB00524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622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评价说明实际影响而非功能</a:t>
            </a:r>
          </a:p>
        </p:txBody>
      </p:sp>
      <p:sp>
        <p:nvSpPr>
          <p:cNvPr id="13" name="p10-n-3">
            <a:extLst xmlns:a="http://schemas.openxmlformats.org/drawingml/2006/main">
              <a:ext uri="{FF2B5EF4-FFF2-40B4-BE49-F238E27FC236}">
                <a16:creationId xmlns:a16="http://schemas.microsoft.com/office/drawing/2014/main" id="{3C48FF74-7980-4FDA-8F07-E59550A5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0-c-3">
            <a:extLst xmlns:a="http://schemas.openxmlformats.org/drawingml/2006/main">
              <a:ext uri="{FF2B5EF4-FFF2-40B4-BE49-F238E27FC236}">
                <a16:creationId xmlns:a16="http://schemas.microsoft.com/office/drawing/2014/main" id="{BB66591E-4102-48B0-BE44-60B8BFE8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失败与冲突记录完整保留</a:t>
            </a:r>
          </a:p>
        </p:txBody>
      </p:sp>
      <p:sp>
        <p:nvSpPr>
          <p:cNvPr id="15" name="p10-n-4">
            <a:extLst xmlns:a="http://schemas.openxmlformats.org/drawingml/2006/main">
              <a:ext uri="{FF2B5EF4-FFF2-40B4-BE49-F238E27FC236}">
                <a16:creationId xmlns:a16="http://schemas.microsoft.com/office/drawing/2014/main" id="{2C5C1B2E-78E1-4D45-AB7A-BC9CA830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0-c-4">
            <a:extLst xmlns:a="http://schemas.openxmlformats.org/drawingml/2006/main">
              <a:ext uri="{FF2B5EF4-FFF2-40B4-BE49-F238E27FC236}">
                <a16:creationId xmlns:a16="http://schemas.microsoft.com/office/drawing/2014/main" id="{1740BCC9-B2E4-4CFE-934C-C18BED92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人工审核对象与理由可追溯</a:t>
            </a:r>
          </a:p>
        </p:txBody>
      </p:sp>
      <p:sp>
        <p:nvSpPr>
          <p:cNvPr id="17" name="p10-n-5">
            <a:extLst xmlns:a="http://schemas.openxmlformats.org/drawingml/2006/main">
              <a:ext uri="{FF2B5EF4-FFF2-40B4-BE49-F238E27FC236}">
                <a16:creationId xmlns:a16="http://schemas.microsoft.com/office/drawing/2014/main" id="{C7AC25DB-AA0A-4FD7-B847-47C60E26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33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0-c-5">
            <a:extLst xmlns:a="http://schemas.openxmlformats.org/drawingml/2006/main">
              <a:ext uri="{FF2B5EF4-FFF2-40B4-BE49-F238E27FC236}">
                <a16:creationId xmlns:a16="http://schemas.microsoft.com/office/drawing/2014/main" id="{AF83F3EE-F8AE-4D34-A3CD-B70ACD7B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证据充分性和伦理已更新</a:t>
            </a:r>
          </a:p>
        </p:txBody>
      </p:sp>
      <p:sp>
        <p:nvSpPr>
          <p:cNvPr id="19" name="p10-flow-1">
            <a:extLst xmlns:a="http://schemas.openxmlformats.org/drawingml/2006/main">
              <a:ext uri="{FF2B5EF4-FFF2-40B4-BE49-F238E27FC236}">
                <a16:creationId xmlns:a16="http://schemas.microsoft.com/office/drawing/2014/main" id="{08C1B718-309E-4887-B6B5-BE55C164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2309813"/>
            <a:ext cx="95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6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0-flow-2">
            <a:extLst xmlns:a="http://schemas.openxmlformats.org/drawingml/2006/main">
              <a:ext uri="{FF2B5EF4-FFF2-40B4-BE49-F238E27FC236}">
                <a16:creationId xmlns:a16="http://schemas.microsoft.com/office/drawing/2014/main" id="{2A003779-9709-4A0F-820B-A8DD7C27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553450" y="1928813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0-flow-3">
            <a:extLst xmlns:a="http://schemas.openxmlformats.org/drawingml/2006/main">
              <a:ext uri="{FF2B5EF4-FFF2-40B4-BE49-F238E27FC236}">
                <a16:creationId xmlns:a16="http://schemas.microsoft.com/office/drawing/2014/main" id="{EE52993F-DD94-4917-9AD4-2368FFFC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486775" y="2757488"/>
            <a:ext cx="895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10-ai">
            <a:extLst xmlns:a="http://schemas.openxmlformats.org/drawingml/2006/main">
              <a:ext uri="{FF2B5EF4-FFF2-40B4-BE49-F238E27FC236}">
                <a16:creationId xmlns:a16="http://schemas.microsoft.com/office/drawing/2014/main" id="{2594A26D-3C8D-4EEB-BF33-13CE344C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1409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当前项目</a:t>
            </a:r>
          </a:p>
        </p:txBody>
      </p:sp>
      <p:sp>
        <p:nvSpPr>
          <p:cNvPr id="23" name="p10-audit">
            <a:extLst xmlns:a="http://schemas.openxmlformats.org/drawingml/2006/main">
              <a:ext uri="{FF2B5EF4-FFF2-40B4-BE49-F238E27FC236}">
                <a16:creationId xmlns:a16="http://schemas.microsoft.com/office/drawing/2014/main" id="{A0DD66B2-DE87-475D-A4F8-A5F3687A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1790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最终核验</a:t>
            </a:r>
          </a:p>
        </p:txBody>
      </p:sp>
      <p:sp>
        <p:nvSpPr>
          <p:cNvPr id="24" name="p10-main">
            <a:extLst xmlns:a="http://schemas.openxmlformats.org/drawingml/2006/main">
              <a:ext uri="{FF2B5EF4-FFF2-40B4-BE49-F238E27FC236}">
                <a16:creationId xmlns:a16="http://schemas.microsoft.com/office/drawing/2014/main" id="{2CC9F631-2D05-449F-946D-704C3283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066800"/>
            <a:ext cx="1885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运行 + 权限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评价 + 失败</a:t>
            </a:r>
          </a:p>
        </p:txBody>
      </p:sp>
      <p:sp>
        <p:nvSpPr>
          <p:cNvPr id="25" name="p10-clue">
            <a:extLst xmlns:a="http://schemas.openxmlformats.org/drawingml/2006/main">
              <a:ext uri="{FF2B5EF4-FFF2-40B4-BE49-F238E27FC236}">
                <a16:creationId xmlns:a16="http://schemas.microsoft.com/office/drawing/2014/main" id="{DA6ABD10-1CA7-4F52-93C2-016BFA8C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28950"/>
            <a:ext cx="1885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缺项 → 回写原工件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不另造汇报副本</a:t>
            </a:r>
          </a:p>
        </p:txBody>
      </p:sp>
      <p:sp>
        <p:nvSpPr>
          <p:cNvPr id="26" name="p10-record">
            <a:extLst xmlns:a="http://schemas.openxmlformats.org/drawingml/2006/main">
              <a:ext uri="{FF2B5EF4-FFF2-40B4-BE49-F238E27FC236}">
                <a16:creationId xmlns:a16="http://schemas.microsoft.com/office/drawing/2014/main" id="{38BBB49D-6534-42E5-84AD-44447026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4876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红线：不得删除失败运行后只展示成功版本。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披露要覆盖研究链各阶段，并更新伦理边界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watermark">
            <a:extLst xmlns:a="http://schemas.openxmlformats.org/drawingml/2006/main">
              <a:ext uri="{FF2B5EF4-FFF2-40B4-BE49-F238E27FC236}">
                <a16:creationId xmlns:a16="http://schemas.microsoft.com/office/drawing/2014/main" id="{F8D46C40-EC53-4198-8AF5-825A9E4C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87630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披露目的：可追溯、可复核、可承担责任</a:t>
            </a:r>
          </a:p>
        </p:txBody>
      </p:sp>
      <p:sp>
        <p:nvSpPr>
          <p:cNvPr id="7" name="p11-line-0">
            <a:extLst xmlns:a="http://schemas.openxmlformats.org/drawingml/2006/main">
              <a:ext uri="{FF2B5EF4-FFF2-40B4-BE49-F238E27FC236}">
                <a16:creationId xmlns:a16="http://schemas.microsoft.com/office/drawing/2014/main" id="{887A0D37-03FF-41D3-B768-4025210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line-1">
            <a:extLst xmlns:a="http://schemas.openxmlformats.org/drawingml/2006/main">
              <a:ext uri="{FF2B5EF4-FFF2-40B4-BE49-F238E27FC236}">
                <a16:creationId xmlns:a16="http://schemas.microsoft.com/office/drawing/2014/main" id="{D044FA46-381F-4743-939E-33686F8B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line-2">
            <a:extLst xmlns:a="http://schemas.openxmlformats.org/drawingml/2006/main">
              <a:ext uri="{FF2B5EF4-FFF2-40B4-BE49-F238E27FC236}">
                <a16:creationId xmlns:a16="http://schemas.microsoft.com/office/drawing/2014/main" id="{E55D8E3E-17E2-4041-AFDF-5EE3F441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number-0">
            <a:extLst xmlns:a="http://schemas.openxmlformats.org/drawingml/2006/main">
              <a:ext uri="{FF2B5EF4-FFF2-40B4-BE49-F238E27FC236}">
                <a16:creationId xmlns:a16="http://schemas.microsoft.com/office/drawing/2014/main" id="{98B46FD8-CC01-4CA0-AC26-9CC1D96E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11-step-0">
            <a:extLst xmlns:a="http://schemas.openxmlformats.org/drawingml/2006/main">
              <a:ext uri="{FF2B5EF4-FFF2-40B4-BE49-F238E27FC236}">
                <a16:creationId xmlns:a16="http://schemas.microsoft.com/office/drawing/2014/main" id="{319E71F9-2032-44A0-B2B0-761EFDF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问题与检索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做了什么？哪些来源已回核？</a:t>
            </a:r>
          </a:p>
        </p:txBody>
      </p:sp>
      <p:sp>
        <p:nvSpPr>
          <p:cNvPr id="12" name="p11-number-1">
            <a:extLst xmlns:a="http://schemas.openxmlformats.org/drawingml/2006/main">
              <a:ext uri="{FF2B5EF4-FFF2-40B4-BE49-F238E27FC236}">
                <a16:creationId xmlns:a16="http://schemas.microsoft.com/office/drawing/2014/main" id="{9586C302-2AF0-4B6A-AB93-55506DE8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11-step-1">
            <a:extLst xmlns:a="http://schemas.openxmlformats.org/drawingml/2006/main">
              <a:ext uri="{FF2B5EF4-FFF2-40B4-BE49-F238E27FC236}">
                <a16:creationId xmlns:a16="http://schemas.microsoft.com/office/drawing/2014/main" id="{2247FC0D-C9FA-4765-82B8-9565F6C1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证据与判断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候选如何核验？冲突如何处理？</a:t>
            </a:r>
          </a:p>
        </p:txBody>
      </p:sp>
      <p:sp>
        <p:nvSpPr>
          <p:cNvPr id="14" name="p11-number-2">
            <a:extLst xmlns:a="http://schemas.openxmlformats.org/drawingml/2006/main">
              <a:ext uri="{FF2B5EF4-FFF2-40B4-BE49-F238E27FC236}">
                <a16:creationId xmlns:a16="http://schemas.microsoft.com/office/drawing/2014/main" id="{9D37D208-27CE-45A1-91B8-ACC0CB81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11-step-2">
            <a:extLst xmlns:a="http://schemas.openxmlformats.org/drawingml/2006/main">
              <a:ext uri="{FF2B5EF4-FFF2-40B4-BE49-F238E27FC236}">
                <a16:creationId xmlns:a16="http://schemas.microsoft.com/office/drawing/2014/main" id="{3405DBE5-16A4-4609-A1F3-6AF6BCCB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实验与工作流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模型、版本、日期、权限与失败</a:t>
            </a:r>
          </a:p>
        </p:txBody>
      </p:sp>
      <p:sp>
        <p:nvSpPr>
          <p:cNvPr id="16" name="p11-number-3">
            <a:extLst xmlns:a="http://schemas.openxmlformats.org/drawingml/2006/main">
              <a:ext uri="{FF2B5EF4-FFF2-40B4-BE49-F238E27FC236}">
                <a16:creationId xmlns:a16="http://schemas.microsoft.com/office/drawing/2014/main" id="{77DC03C2-C407-4CA0-BA64-209EDEDB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11-step-3">
            <a:extLst xmlns:a="http://schemas.openxmlformats.org/drawingml/2006/main">
              <a:ext uri="{FF2B5EF4-FFF2-40B4-BE49-F238E27FC236}">
                <a16:creationId xmlns:a16="http://schemas.microsoft.com/office/drawing/2014/main" id="{92B3EA96-9CE0-4E1F-BDCA-F9978F1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写作与评审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哪些文本由 AI 参与？谁做最终判断？</a:t>
            </a:r>
          </a:p>
        </p:txBody>
      </p:sp>
      <p:sp>
        <p:nvSpPr>
          <p:cNvPr id="18" name="p11-predictions-title">
            <a:extLst xmlns:a="http://schemas.openxmlformats.org/drawingml/2006/main">
              <a:ext uri="{FF2B5EF4-FFF2-40B4-BE49-F238E27FC236}">
                <a16:creationId xmlns:a16="http://schemas.microsoft.com/office/drawing/2014/main" id="{2990AA63-9679-4E91-ACC3-0F04018A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伦理更新至少核对三类边界</a:t>
            </a:r>
          </a:p>
        </p:txBody>
      </p:sp>
      <p:sp>
        <p:nvSpPr>
          <p:cNvPr id="19" name="p11-pred-0">
            <a:extLst xmlns:a="http://schemas.openxmlformats.org/drawingml/2006/main">
              <a:ext uri="{FF2B5EF4-FFF2-40B4-BE49-F238E27FC236}">
                <a16:creationId xmlns:a16="http://schemas.microsoft.com/office/drawing/2014/main" id="{9FDC0C13-7BD6-4966-A2B8-C0ACA298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数据访问与许可</a:t>
            </a:r>
          </a:p>
        </p:txBody>
      </p:sp>
      <p:sp>
        <p:nvSpPr>
          <p:cNvPr id="20" name="p11-pred-1">
            <a:extLst xmlns:a="http://schemas.openxmlformats.org/drawingml/2006/main">
              <a:ext uri="{FF2B5EF4-FFF2-40B4-BE49-F238E27FC236}">
                <a16:creationId xmlns:a16="http://schemas.microsoft.com/office/drawing/2014/main" id="{4243CEC4-107B-4222-86E6-C209ED30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工具权限与外部服务</a:t>
            </a:r>
          </a:p>
        </p:txBody>
      </p:sp>
      <p:sp>
        <p:nvSpPr>
          <p:cNvPr id="21" name="p11-pred-2">
            <a:extLst xmlns:a="http://schemas.openxmlformats.org/drawingml/2006/main">
              <a:ext uri="{FF2B5EF4-FFF2-40B4-BE49-F238E27FC236}">
                <a16:creationId xmlns:a16="http://schemas.microsoft.com/office/drawing/2014/main" id="{9DA8377B-3566-4DCA-ABFE-FE8AE15F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贡献说明与 AI 披露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论证门 + 期末项目：按十项条件检查当前版本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3-errors-title">
            <a:extLst xmlns:a="http://schemas.openxmlformats.org/drawingml/2006/main">
              <a:ext uri="{FF2B5EF4-FFF2-40B4-BE49-F238E27FC236}">
                <a16:creationId xmlns:a16="http://schemas.microsoft.com/office/drawing/2014/main" id="{EE4C7D34-B53E-44E5-9C18-87AFFF4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Checkpoint 4 十项门</a:t>
            </a:r>
          </a:p>
        </p:txBody>
      </p:sp>
      <p:sp>
        <p:nvSpPr>
          <p:cNvPr id="7" name="p13-x-0">
            <a:extLst xmlns:a="http://schemas.openxmlformats.org/drawingml/2006/main">
              <a:ext uri="{FF2B5EF4-FFF2-40B4-BE49-F238E27FC236}">
                <a16:creationId xmlns:a16="http://schemas.microsoft.com/office/drawing/2014/main" id="{815022BE-CD77-49F0-8F8A-9A719847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8" name="p13-error-0">
            <a:extLst xmlns:a="http://schemas.openxmlformats.org/drawingml/2006/main">
              <a:ext uri="{FF2B5EF4-FFF2-40B4-BE49-F238E27FC236}">
                <a16:creationId xmlns:a16="http://schemas.microsoft.com/office/drawing/2014/main" id="{E68E2E25-B499-4768-AAC2-AE89226D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短文结构完整</a:t>
            </a:r>
          </a:p>
        </p:txBody>
      </p:sp>
      <p:sp>
        <p:nvSpPr>
          <p:cNvPr id="9" name="p13-x-1">
            <a:extLst xmlns:a="http://schemas.openxmlformats.org/drawingml/2006/main">
              <a:ext uri="{FF2B5EF4-FFF2-40B4-BE49-F238E27FC236}">
                <a16:creationId xmlns:a16="http://schemas.microsoft.com/office/drawing/2014/main" id="{36CF7543-81E6-4594-95E5-42781D48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0" name="p13-error-1">
            <a:extLst xmlns:a="http://schemas.openxmlformats.org/drawingml/2006/main">
              <a:ext uri="{FF2B5EF4-FFF2-40B4-BE49-F238E27FC236}">
                <a16:creationId xmlns:a16="http://schemas.microsoft.com/office/drawing/2014/main" id="{00E01453-4F0A-4CA8-A0A8-E3BBC36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表图追溯证据/实验/运行</a:t>
            </a:r>
          </a:p>
        </p:txBody>
      </p:sp>
      <p:sp>
        <p:nvSpPr>
          <p:cNvPr id="11" name="p13-x-2">
            <a:extLst xmlns:a="http://schemas.openxmlformats.org/drawingml/2006/main">
              <a:ext uri="{FF2B5EF4-FFF2-40B4-BE49-F238E27FC236}">
                <a16:creationId xmlns:a16="http://schemas.microsoft.com/office/drawing/2014/main" id="{129B5344-CC12-4945-A5AF-D842833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12" name="p13-error-2">
            <a:extLst xmlns:a="http://schemas.openxmlformats.org/drawingml/2006/main">
              <a:ext uri="{FF2B5EF4-FFF2-40B4-BE49-F238E27FC236}">
                <a16:creationId xmlns:a16="http://schemas.microsoft.com/office/drawing/2014/main" id="{E98E59BD-4560-4AFF-AF3E-3CAFC879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有效性威胁具体</a:t>
            </a:r>
          </a:p>
        </p:txBody>
      </p:sp>
      <p:sp>
        <p:nvSpPr>
          <p:cNvPr id="13" name="p13-x-3">
            <a:extLst xmlns:a="http://schemas.openxmlformats.org/drawingml/2006/main">
              <a:ext uri="{FF2B5EF4-FFF2-40B4-BE49-F238E27FC236}">
                <a16:creationId xmlns:a16="http://schemas.microsoft.com/office/drawing/2014/main" id="{B0A3997F-84CB-40B8-A2EC-F631A62E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</a:t>
            </a:r>
          </a:p>
        </p:txBody>
      </p:sp>
      <p:sp>
        <p:nvSpPr>
          <p:cNvPr id="14" name="p13-error-3">
            <a:extLst xmlns:a="http://schemas.openxmlformats.org/drawingml/2006/main">
              <a:ext uri="{FF2B5EF4-FFF2-40B4-BE49-F238E27FC236}">
                <a16:creationId xmlns:a16="http://schemas.microsoft.com/office/drawing/2014/main" id="{1F6A043D-A8AE-4752-86B3-BAC7BD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同行评审处理有理由</a:t>
            </a:r>
          </a:p>
        </p:txBody>
      </p:sp>
      <p:sp>
        <p:nvSpPr>
          <p:cNvPr id="15" name="p13-x-4">
            <a:extLst xmlns:a="http://schemas.openxmlformats.org/drawingml/2006/main">
              <a:ext uri="{FF2B5EF4-FFF2-40B4-BE49-F238E27FC236}">
                <a16:creationId xmlns:a16="http://schemas.microsoft.com/office/drawing/2014/main" id="{9E5DBEA8-798C-4526-94F9-9A4F0702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⑤</a:t>
            </a:r>
          </a:p>
        </p:txBody>
      </p:sp>
      <p:sp>
        <p:nvSpPr>
          <p:cNvPr id="16" name="p13-error-4">
            <a:extLst xmlns:a="http://schemas.openxmlformats.org/drawingml/2006/main">
              <a:ext uri="{FF2B5EF4-FFF2-40B4-BE49-F238E27FC236}">
                <a16:creationId xmlns:a16="http://schemas.microsoft.com/office/drawing/2014/main" id="{151BA0B4-FEE8-44EE-9F74-7156E54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结论绑定证据与判断</a:t>
            </a:r>
          </a:p>
        </p:txBody>
      </p:sp>
      <p:sp>
        <p:nvSpPr>
          <p:cNvPr id="17" name="p13-x-5">
            <a:extLst xmlns:a="http://schemas.openxmlformats.org/drawingml/2006/main">
              <a:ext uri="{FF2B5EF4-FFF2-40B4-BE49-F238E27FC236}">
                <a16:creationId xmlns:a16="http://schemas.microsoft.com/office/drawing/2014/main" id="{C61256D1-2788-4035-B1FE-2F296955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⑥</a:t>
            </a:r>
          </a:p>
        </p:txBody>
      </p:sp>
      <p:sp>
        <p:nvSpPr>
          <p:cNvPr id="18" name="p13-error-5">
            <a:extLst xmlns:a="http://schemas.openxmlformats.org/drawingml/2006/main">
              <a:ext uri="{FF2B5EF4-FFF2-40B4-BE49-F238E27FC236}">
                <a16:creationId xmlns:a16="http://schemas.microsoft.com/office/drawing/2014/main" id="{255FAFB0-BB24-41C3-BF55-3A6930FA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stable 证据充分</a:t>
            </a:r>
          </a:p>
        </p:txBody>
      </p:sp>
      <p:sp>
        <p:nvSpPr>
          <p:cNvPr id="19" name="p13-x-6">
            <a:extLst xmlns:a="http://schemas.openxmlformats.org/drawingml/2006/main">
              <a:ext uri="{FF2B5EF4-FFF2-40B4-BE49-F238E27FC236}">
                <a16:creationId xmlns:a16="http://schemas.microsoft.com/office/drawing/2014/main" id="{AD019980-8AFC-46EC-9354-D56606D3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⑦</a:t>
            </a:r>
          </a:p>
        </p:txBody>
      </p:sp>
      <p:sp>
        <p:nvSpPr>
          <p:cNvPr id="20" name="p13-error-6">
            <a:extLst xmlns:a="http://schemas.openxmlformats.org/drawingml/2006/main">
              <a:ext uri="{FF2B5EF4-FFF2-40B4-BE49-F238E27FC236}">
                <a16:creationId xmlns:a16="http://schemas.microsoft.com/office/drawing/2014/main" id="{9E22E102-87E5-478A-B39B-35D3C0EA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工作流四项完整</a:t>
            </a:r>
          </a:p>
        </p:txBody>
      </p:sp>
      <p:sp>
        <p:nvSpPr>
          <p:cNvPr id="21" name="p13-x-7">
            <a:extLst xmlns:a="http://schemas.openxmlformats.org/drawingml/2006/main">
              <a:ext uri="{FF2B5EF4-FFF2-40B4-BE49-F238E27FC236}">
                <a16:creationId xmlns:a16="http://schemas.microsoft.com/office/drawing/2014/main" id="{E5FBB88C-F771-4FA9-97EF-DC51A998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⑧</a:t>
            </a:r>
          </a:p>
        </p:txBody>
      </p:sp>
      <p:sp>
        <p:nvSpPr>
          <p:cNvPr id="22" name="p13-error-7">
            <a:extLst xmlns:a="http://schemas.openxmlformats.org/drawingml/2006/main">
              <a:ext uri="{FF2B5EF4-FFF2-40B4-BE49-F238E27FC236}">
                <a16:creationId xmlns:a16="http://schemas.microsoft.com/office/drawing/2014/main" id="{A4E4223C-924D-49A9-A993-6E7D3C1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伦理/许可/贡献/AI 披露</a:t>
            </a:r>
          </a:p>
        </p:txBody>
      </p:sp>
      <p:sp>
        <p:nvSpPr>
          <p:cNvPr id="23" name="p13-x-8">
            <a:extLst xmlns:a="http://schemas.openxmlformats.org/drawingml/2006/main">
              <a:ext uri="{FF2B5EF4-FFF2-40B4-BE49-F238E27FC236}">
                <a16:creationId xmlns:a16="http://schemas.microsoft.com/office/drawing/2014/main" id="{575E9852-B4C2-4309-8394-D02D943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⑨</a:t>
            </a:r>
          </a:p>
        </p:txBody>
      </p:sp>
      <p:sp>
        <p:nvSpPr>
          <p:cNvPr id="24" name="p13-error-8">
            <a:extLst xmlns:a="http://schemas.openxmlformats.org/drawingml/2006/main">
              <a:ext uri="{FF2B5EF4-FFF2-40B4-BE49-F238E27FC236}">
                <a16:creationId xmlns:a16="http://schemas.microsoft.com/office/drawing/2014/main" id="{01208096-F7E3-47B1-8146-77992ACB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工件状态匹配门结果</a:t>
            </a:r>
          </a:p>
        </p:txBody>
      </p:sp>
      <p:sp>
        <p:nvSpPr>
          <p:cNvPr id="25" name="p13-x-9">
            <a:extLst xmlns:a="http://schemas.openxmlformats.org/drawingml/2006/main">
              <a:ext uri="{FF2B5EF4-FFF2-40B4-BE49-F238E27FC236}">
                <a16:creationId xmlns:a16="http://schemas.microsoft.com/office/drawing/2014/main" id="{AEF743C4-2D61-4E8B-B551-4B55F43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⑩</a:t>
            </a:r>
          </a:p>
        </p:txBody>
      </p:sp>
      <p:sp>
        <p:nvSpPr>
          <p:cNvPr id="26" name="p13-error-9">
            <a:extLst xmlns:a="http://schemas.openxmlformats.org/drawingml/2006/main">
              <a:ext uri="{FF2B5EF4-FFF2-40B4-BE49-F238E27FC236}">
                <a16:creationId xmlns:a16="http://schemas.microsoft.com/office/drawing/2014/main" id="{08508FCF-FFCD-4A35-88B6-5E044F2E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分享/抽查/复盘完成</a:t>
            </a:r>
          </a:p>
        </p:txBody>
      </p:sp>
      <p:sp>
        <p:nvSpPr>
          <p:cNvPr id="27" name="p13-separator">
            <a:extLst xmlns:a="http://schemas.openxmlformats.org/drawingml/2006/main">
              <a:ext uri="{FF2B5EF4-FFF2-40B4-BE49-F238E27FC236}">
                <a16:creationId xmlns:a16="http://schemas.microsoft.com/office/drawing/2014/main" id="{FC411C60-7AA1-4222-AC96-6C471DC3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38775" y="2990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3-questions-title">
            <a:extLst xmlns:a="http://schemas.openxmlformats.org/drawingml/2006/main">
              <a:ext uri="{FF2B5EF4-FFF2-40B4-BE49-F238E27FC236}">
                <a16:creationId xmlns:a16="http://schemas.microsoft.com/office/drawing/2014/main" id="{07F68B3E-4D24-4B98-8AC7-98E59B3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38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四维评分｜100%</a:t>
            </a:r>
          </a:p>
        </p:txBody>
      </p:sp>
      <p:sp>
        <p:nvSpPr>
          <p:cNvPr id="29" name="p13-qn-0">
            <a:extLst xmlns:a="http://schemas.openxmlformats.org/drawingml/2006/main">
              <a:ext uri="{FF2B5EF4-FFF2-40B4-BE49-F238E27FC236}">
                <a16:creationId xmlns:a16="http://schemas.microsoft.com/office/drawing/2014/main" id="{521BF812-6EBE-4AF2-B74E-A3DB303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30" name="p13-q-0">
            <a:extLst xmlns:a="http://schemas.openxmlformats.org/drawingml/2006/main">
              <a:ext uri="{FF2B5EF4-FFF2-40B4-BE49-F238E27FC236}">
                <a16:creationId xmlns:a16="http://schemas.microsoft.com/office/drawing/2014/main" id="{060EB3D3-F55B-4087-89C8-2F919B45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 25%</a:t>
            </a:r>
          </a:p>
        </p:txBody>
      </p:sp>
      <p:sp>
        <p:nvSpPr>
          <p:cNvPr id="31" name="p13-qn-1">
            <a:extLst xmlns:a="http://schemas.openxmlformats.org/drawingml/2006/main">
              <a:ext uri="{FF2B5EF4-FFF2-40B4-BE49-F238E27FC236}">
                <a16:creationId xmlns:a16="http://schemas.microsoft.com/office/drawing/2014/main" id="{4A176C52-EAAD-4BCC-B864-30F05BE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32" name="p13-q-1">
            <a:extLst xmlns:a="http://schemas.openxmlformats.org/drawingml/2006/main">
              <a:ext uri="{FF2B5EF4-FFF2-40B4-BE49-F238E27FC236}">
                <a16:creationId xmlns:a16="http://schemas.microsoft.com/office/drawing/2014/main" id="{FC67B32A-CE35-4B19-8B2E-8A8D39C5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实验与可复现性 30%</a:t>
            </a:r>
          </a:p>
        </p:txBody>
      </p:sp>
      <p:sp>
        <p:nvSpPr>
          <p:cNvPr id="33" name="p13-qn-2">
            <a:extLst xmlns:a="http://schemas.openxmlformats.org/drawingml/2006/main">
              <a:ext uri="{FF2B5EF4-FFF2-40B4-BE49-F238E27FC236}">
                <a16:creationId xmlns:a16="http://schemas.microsoft.com/office/drawing/2014/main" id="{1386AD79-9776-4CFE-AABB-8D8BB12E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III</a:t>
            </a:r>
          </a:p>
        </p:txBody>
      </p:sp>
      <p:sp>
        <p:nvSpPr>
          <p:cNvPr id="34" name="p13-q-2">
            <a:extLst xmlns:a="http://schemas.openxmlformats.org/drawingml/2006/main">
              <a:ext uri="{FF2B5EF4-FFF2-40B4-BE49-F238E27FC236}">
                <a16:creationId xmlns:a16="http://schemas.microsoft.com/office/drawing/2014/main" id="{6ACE417E-7F8D-4FFA-9B73-2768D500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原型与工作流 25%</a:t>
            </a:r>
          </a:p>
        </p:txBody>
      </p:sp>
      <p:sp>
        <p:nvSpPr>
          <p:cNvPr id="35" name="p13-qn-3">
            <a:extLst xmlns:a="http://schemas.openxmlformats.org/drawingml/2006/main">
              <a:ext uri="{FF2B5EF4-FFF2-40B4-BE49-F238E27FC236}">
                <a16:creationId xmlns:a16="http://schemas.microsoft.com/office/drawing/2014/main" id="{4DC6410A-C799-4406-852C-E3EC1B65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IV</a:t>
            </a:r>
          </a:p>
        </p:txBody>
      </p:sp>
      <p:sp>
        <p:nvSpPr>
          <p:cNvPr id="36" name="p13-q-3">
            <a:extLst xmlns:a="http://schemas.openxmlformats.org/drawingml/2006/main">
              <a:ext uri="{FF2B5EF4-FFF2-40B4-BE49-F238E27FC236}">
                <a16:creationId xmlns:a16="http://schemas.microsoft.com/office/drawing/2014/main" id="{3E1A1370-B524-4B75-9998-8B60C658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表达/伦理/反思 20%</a:t>
            </a:r>
          </a:p>
        </p:txBody>
      </p:sp>
      <p:sp>
        <p:nvSpPr>
          <p:cNvPr id="37" name="p13-qn-4">
            <a:extLst xmlns:a="http://schemas.openxmlformats.org/drawingml/2006/main">
              <a:ext uri="{FF2B5EF4-FFF2-40B4-BE49-F238E27FC236}">
                <a16:creationId xmlns:a16="http://schemas.microsoft.com/office/drawing/2014/main" id="{7B24AA40-CC08-481E-BD00-B2ACC1C0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Σ</a:t>
            </a:r>
          </a:p>
        </p:txBody>
      </p:sp>
      <p:sp>
        <p:nvSpPr>
          <p:cNvPr id="38" name="p13-q-4">
            <a:extLst xmlns:a="http://schemas.openxmlformats.org/drawingml/2006/main">
              <a:ext uri="{FF2B5EF4-FFF2-40B4-BE49-F238E27FC236}">
                <a16:creationId xmlns:a16="http://schemas.microsoft.com/office/drawing/2014/main" id="{A4336E8C-2997-4CD8-BC44-14FB61B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合计 100%</a:t>
            </a:r>
          </a:p>
        </p:txBody>
      </p:sp>
      <p:sp>
        <p:nvSpPr>
          <p:cNvPr id="39" name="p13-bottom">
            <a:extLst xmlns:a="http://schemas.openxmlformats.org/drawingml/2006/main">
              <a:ext uri="{FF2B5EF4-FFF2-40B4-BE49-F238E27FC236}">
                <a16:creationId xmlns:a16="http://schemas.microsoft.com/office/drawing/2014/main" id="{449E0D47-6D62-43FB-B9E8-38061C12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只认 assignments.md Checkpoint 4；本页不新增、弱化或替换条件。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贯穿案例：九步把分散工件收口为最终论证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2-watermark">
            <a:extLst xmlns:a="http://schemas.openxmlformats.org/drawingml/2006/main">
              <a:ext uri="{FF2B5EF4-FFF2-40B4-BE49-F238E27FC236}">
                <a16:creationId xmlns:a16="http://schemas.microsoft.com/office/drawing/2014/main" id="{ED3A3EFF-84D4-4DC0-8D55-BAD0B0A3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虚构教学示例｜数值不构成实证结论</a:t>
            </a:r>
          </a:p>
        </p:txBody>
      </p:sp>
      <p:sp>
        <p:nvSpPr>
          <p:cNvPr id="7" name="p12-line-0">
            <a:extLst xmlns:a="http://schemas.openxmlformats.org/drawingml/2006/main">
              <a:ext uri="{FF2B5EF4-FFF2-40B4-BE49-F238E27FC236}">
                <a16:creationId xmlns:a16="http://schemas.microsoft.com/office/drawing/2014/main" id="{C57BA47A-ACFA-4184-AED4-34147F48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line-1">
            <a:extLst xmlns:a="http://schemas.openxmlformats.org/drawingml/2006/main">
              <a:ext uri="{FF2B5EF4-FFF2-40B4-BE49-F238E27FC236}">
                <a16:creationId xmlns:a16="http://schemas.microsoft.com/office/drawing/2014/main" id="{151A909A-69BB-4AA1-8794-98308830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338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2-line-2">
            <a:extLst xmlns:a="http://schemas.openxmlformats.org/drawingml/2006/main">
              <a:ext uri="{FF2B5EF4-FFF2-40B4-BE49-F238E27FC236}">
                <a16:creationId xmlns:a16="http://schemas.microsoft.com/office/drawing/2014/main" id="{7319D98F-588D-4A18-A5A8-BA2C10C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008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line-3">
            <a:extLst xmlns:a="http://schemas.openxmlformats.org/drawingml/2006/main">
              <a:ext uri="{FF2B5EF4-FFF2-40B4-BE49-F238E27FC236}">
                <a16:creationId xmlns:a16="http://schemas.microsoft.com/office/drawing/2014/main" id="{C8734721-3DFE-4F4B-A56B-AFEE4F97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number-0">
            <a:extLst xmlns:a="http://schemas.openxmlformats.org/drawingml/2006/main">
              <a:ext uri="{FF2B5EF4-FFF2-40B4-BE49-F238E27FC236}">
                <a16:creationId xmlns:a16="http://schemas.microsoft.com/office/drawing/2014/main" id="{F93F61E0-12C9-44EA-BE34-13A50C26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p12-step-0">
            <a:extLst xmlns:a="http://schemas.openxmlformats.org/drawingml/2006/main">
              <a:ext uri="{FF2B5EF4-FFF2-40B4-BE49-F238E27FC236}">
                <a16:creationId xmlns:a16="http://schemas.microsoft.com/office/drawing/2014/main" id="{1C0ED6A2-14A0-4CB9-8E0A-E0D576E9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锁定关键结论</a:t>
            </a:r>
          </a:p>
        </p:txBody>
      </p:sp>
      <p:sp>
        <p:nvSpPr>
          <p:cNvPr id="13" name="p12-number-1">
            <a:extLst xmlns:a="http://schemas.openxmlformats.org/drawingml/2006/main">
              <a:ext uri="{FF2B5EF4-FFF2-40B4-BE49-F238E27FC236}">
                <a16:creationId xmlns:a16="http://schemas.microsoft.com/office/drawing/2014/main" id="{A9C28DA4-5D2C-4D30-8D17-5E5067BF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p12-step-1">
            <a:extLst xmlns:a="http://schemas.openxmlformats.org/drawingml/2006/main">
              <a:ext uri="{FF2B5EF4-FFF2-40B4-BE49-F238E27FC236}">
                <a16:creationId xmlns:a16="http://schemas.microsoft.com/office/drawing/2014/main" id="{43524D41-A529-40EC-AE65-C7467066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绑定证据项</a:t>
            </a:r>
          </a:p>
        </p:txBody>
      </p:sp>
      <p:sp>
        <p:nvSpPr>
          <p:cNvPr id="15" name="p12-number-2">
            <a:extLst xmlns:a="http://schemas.openxmlformats.org/drawingml/2006/main">
              <a:ext uri="{FF2B5EF4-FFF2-40B4-BE49-F238E27FC236}">
                <a16:creationId xmlns:a16="http://schemas.microsoft.com/office/drawing/2014/main" id="{10CF8982-FC53-48CE-B187-6C803B2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12-step-2">
            <a:extLst xmlns:a="http://schemas.openxmlformats.org/drawingml/2006/main">
              <a:ext uri="{FF2B5EF4-FFF2-40B4-BE49-F238E27FC236}">
                <a16:creationId xmlns:a16="http://schemas.microsoft.com/office/drawing/2014/main" id="{FA9D1B24-A61A-4153-86A4-30EA86EC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链接实验 ID</a:t>
            </a:r>
          </a:p>
        </p:txBody>
      </p:sp>
      <p:sp>
        <p:nvSpPr>
          <p:cNvPr id="17" name="p12-number-3">
            <a:extLst xmlns:a="http://schemas.openxmlformats.org/drawingml/2006/main">
              <a:ext uri="{FF2B5EF4-FFF2-40B4-BE49-F238E27FC236}">
                <a16:creationId xmlns:a16="http://schemas.microsoft.com/office/drawing/2014/main" id="{D26289AF-1D34-4983-B5C5-F6C05E40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12-step-3">
            <a:extLst xmlns:a="http://schemas.openxmlformats.org/drawingml/2006/main">
              <a:ext uri="{FF2B5EF4-FFF2-40B4-BE49-F238E27FC236}">
                <a16:creationId xmlns:a16="http://schemas.microsoft.com/office/drawing/2014/main" id="{B823A243-966B-465C-9983-FBFB7335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检查失败与冲突</a:t>
            </a:r>
          </a:p>
        </p:txBody>
      </p:sp>
      <p:sp>
        <p:nvSpPr>
          <p:cNvPr id="19" name="p12-number-4">
            <a:extLst xmlns:a="http://schemas.openxmlformats.org/drawingml/2006/main">
              <a:ext uri="{FF2B5EF4-FFF2-40B4-BE49-F238E27FC236}">
                <a16:creationId xmlns:a16="http://schemas.microsoft.com/office/drawing/2014/main" id="{C3BC4CB5-FA53-424B-968B-CA4D4BA0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12-step-4">
            <a:extLst xmlns:a="http://schemas.openxmlformats.org/drawingml/2006/main">
              <a:ext uri="{FF2B5EF4-FFF2-40B4-BE49-F238E27FC236}">
                <a16:creationId xmlns:a16="http://schemas.microsoft.com/office/drawing/2014/main" id="{C480F172-758F-4C09-80A6-F332392A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写支持强度与边界</a:t>
            </a:r>
          </a:p>
        </p:txBody>
      </p:sp>
      <p:sp>
        <p:nvSpPr>
          <p:cNvPr id="21" name="p12-audit-h-0">
            <a:extLst xmlns:a="http://schemas.openxmlformats.org/drawingml/2006/main">
              <a:ext uri="{FF2B5EF4-FFF2-40B4-BE49-F238E27FC236}">
                <a16:creationId xmlns:a16="http://schemas.microsoft.com/office/drawing/2014/main" id="{EE1AE540-4B82-4C41-9B50-16CC010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22" name="p12-audit-h-1">
            <a:extLst xmlns:a="http://schemas.openxmlformats.org/drawingml/2006/main">
              <a:ext uri="{FF2B5EF4-FFF2-40B4-BE49-F238E27FC236}">
                <a16:creationId xmlns:a16="http://schemas.microsoft.com/office/drawing/2014/main" id="{BA5EFC10-46B3-4673-81C9-B0140ED1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案例动作</a:t>
            </a:r>
          </a:p>
        </p:txBody>
      </p:sp>
      <p:sp>
        <p:nvSpPr>
          <p:cNvPr id="23" name="p12-audit-h-2">
            <a:extLst xmlns:a="http://schemas.openxmlformats.org/drawingml/2006/main">
              <a:ext uri="{FF2B5EF4-FFF2-40B4-BE49-F238E27FC236}">
                <a16:creationId xmlns:a16="http://schemas.microsoft.com/office/drawing/2014/main" id="{8C3FF18D-32FF-41C4-BA3D-DD4CD55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241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工件</a:t>
            </a:r>
          </a:p>
        </p:txBody>
      </p:sp>
      <p:sp>
        <p:nvSpPr>
          <p:cNvPr id="24" name="p12-audit-r0-0">
            <a:extLst xmlns:a="http://schemas.openxmlformats.org/drawingml/2006/main">
              <a:ext uri="{FF2B5EF4-FFF2-40B4-BE49-F238E27FC236}">
                <a16:creationId xmlns:a16="http://schemas.microsoft.com/office/drawing/2014/main" id="{D6325DF4-21F5-4750-9E6F-B9FE1825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6 同行评审</a:t>
            </a:r>
          </a:p>
        </p:txBody>
      </p:sp>
      <p:sp>
        <p:nvSpPr>
          <p:cNvPr id="25" name="p12-audit-r0-1">
            <a:extLst xmlns:a="http://schemas.openxmlformats.org/drawingml/2006/main">
              <a:ext uri="{FF2B5EF4-FFF2-40B4-BE49-F238E27FC236}">
                <a16:creationId xmlns:a16="http://schemas.microsoft.com/office/drawing/2014/main" id="{CFA15B04-6109-467D-A318-DD83AD32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13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采纳 2 / 拒绝 1，记录理由</a:t>
            </a:r>
          </a:p>
        </p:txBody>
      </p:sp>
      <p:sp>
        <p:nvSpPr>
          <p:cNvPr id="26" name="p12-audit-r0-2">
            <a:extLst xmlns:a="http://schemas.openxmlformats.org/drawingml/2006/main">
              <a:ext uri="{FF2B5EF4-FFF2-40B4-BE49-F238E27FC236}">
                <a16:creationId xmlns:a16="http://schemas.microsoft.com/office/drawing/2014/main" id="{8A2F4CF6-0757-4AF3-945D-834CBD0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response</a:t>
            </a:r>
          </a:p>
        </p:txBody>
      </p:sp>
      <p:sp>
        <p:nvSpPr>
          <p:cNvPr id="27" name="p12-audit-r1-0">
            <a:extLst xmlns:a="http://schemas.openxmlformats.org/drawingml/2006/main">
              <a:ext uri="{FF2B5EF4-FFF2-40B4-BE49-F238E27FC236}">
                <a16:creationId xmlns:a16="http://schemas.microsoft.com/office/drawing/2014/main" id="{B08CF45E-DBD9-45BD-8326-9CB4508B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7 工作流</a:t>
            </a:r>
          </a:p>
        </p:txBody>
      </p:sp>
      <p:sp>
        <p:nvSpPr>
          <p:cNvPr id="28" name="p12-audit-r1-1">
            <a:extLst xmlns:a="http://schemas.openxmlformats.org/drawingml/2006/main">
              <a:ext uri="{FF2B5EF4-FFF2-40B4-BE49-F238E27FC236}">
                <a16:creationId xmlns:a16="http://schemas.microsoft.com/office/drawing/2014/main" id="{DD49AE2F-DAE8-4995-B170-06D37258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运行/权限/评价/失败齐全</a:t>
            </a:r>
          </a:p>
        </p:txBody>
      </p:sp>
      <p:sp>
        <p:nvSpPr>
          <p:cNvPr id="29" name="p12-audit-r1-2">
            <a:extLst xmlns:a="http://schemas.openxmlformats.org/drawingml/2006/main">
              <a:ext uri="{FF2B5EF4-FFF2-40B4-BE49-F238E27FC236}">
                <a16:creationId xmlns:a16="http://schemas.microsoft.com/office/drawing/2014/main" id="{DB1CFBFD-4244-467B-A9B7-2EBB306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30" name="p12-audit-r2-0">
            <a:extLst xmlns:a="http://schemas.openxmlformats.org/drawingml/2006/main">
              <a:ext uri="{FF2B5EF4-FFF2-40B4-BE49-F238E27FC236}">
                <a16:creationId xmlns:a16="http://schemas.microsoft.com/office/drawing/2014/main" id="{D8761422-4244-4129-A00F-03E385B1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8–9 披露与复盘</a:t>
            </a:r>
          </a:p>
        </p:txBody>
      </p:sp>
      <p:sp>
        <p:nvSpPr>
          <p:cNvPr id="31" name="p12-audit-r2-1">
            <a:extLst xmlns:a="http://schemas.openxmlformats.org/drawingml/2006/main">
              <a:ext uri="{FF2B5EF4-FFF2-40B4-BE49-F238E27FC236}">
                <a16:creationId xmlns:a16="http://schemas.microsoft.com/office/drawing/2014/main" id="{0D8EA989-E4E7-4733-88FC-143C475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29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AI/伦理更新 + 八阶段反思</a:t>
            </a:r>
          </a:p>
        </p:txBody>
      </p:sp>
      <p:sp>
        <p:nvSpPr>
          <p:cNvPr id="32" name="p12-audit-r2-2">
            <a:extLst xmlns:a="http://schemas.openxmlformats.org/drawingml/2006/main">
              <a:ext uri="{FF2B5EF4-FFF2-40B4-BE49-F238E27FC236}">
                <a16:creationId xmlns:a16="http://schemas.microsoft.com/office/drawing/2014/main" id="{123E9A35-D698-4B14-B0ED-B888E610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291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final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37C45680-A848-4FFD-AB8A-86EBBB82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示例：0.18±0.03 vs 0.31±0.04；仅演示追溯与边界写法。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最终分享 + 教师抽查：陈述必须经得起回到工件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time">
            <a:extLst xmlns:a="http://schemas.openxmlformats.org/drawingml/2006/main">
              <a:ext uri="{FF2B5EF4-FFF2-40B4-BE49-F238E27FC236}">
                <a16:creationId xmlns:a16="http://schemas.microsoft.com/office/drawing/2014/main" id="{527D6F77-DD53-4250-9A20-D47FD444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8763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25:00–45:00｜停留本页</a:t>
            </a:r>
          </a:p>
        </p:txBody>
      </p:sp>
      <p:sp>
        <p:nvSpPr>
          <p:cNvPr id="7" name="p14-line-0">
            <a:extLst xmlns:a="http://schemas.openxmlformats.org/drawingml/2006/main">
              <a:ext uri="{FF2B5EF4-FFF2-40B4-BE49-F238E27FC236}">
                <a16:creationId xmlns:a16="http://schemas.microsoft.com/office/drawing/2014/main" id="{60C1985F-AD02-4B81-96B5-403BC2ED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19002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line-1">
            <a:extLst xmlns:a="http://schemas.openxmlformats.org/drawingml/2006/main">
              <a:ext uri="{FF2B5EF4-FFF2-40B4-BE49-F238E27FC236}">
                <a16:creationId xmlns:a16="http://schemas.microsoft.com/office/drawing/2014/main" id="{073C8F07-5D6C-428A-B63C-220851B8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253841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4-line-2">
            <a:extLst xmlns:a="http://schemas.openxmlformats.org/drawingml/2006/main">
              <a:ext uri="{FF2B5EF4-FFF2-40B4-BE49-F238E27FC236}">
                <a16:creationId xmlns:a16="http://schemas.microsoft.com/office/drawing/2014/main" id="{6C0D6C51-A836-487B-9C04-1F5E64A6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17658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line-3">
            <a:extLst xmlns:a="http://schemas.openxmlformats.org/drawingml/2006/main">
              <a:ext uri="{FF2B5EF4-FFF2-40B4-BE49-F238E27FC236}">
                <a16:creationId xmlns:a16="http://schemas.microsoft.com/office/drawing/2014/main" id="{0450A5EB-907A-40A1-967B-FEA9C92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81476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4-line-4">
            <a:extLst xmlns:a="http://schemas.openxmlformats.org/drawingml/2006/main">
              <a:ext uri="{FF2B5EF4-FFF2-40B4-BE49-F238E27FC236}">
                <a16:creationId xmlns:a16="http://schemas.microsoft.com/office/drawing/2014/main" id="{28A509D0-BAB8-4685-9B72-27509EA5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44529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n-0">
            <a:extLst xmlns:a="http://schemas.openxmlformats.org/drawingml/2006/main">
              <a:ext uri="{FF2B5EF4-FFF2-40B4-BE49-F238E27FC236}">
                <a16:creationId xmlns:a16="http://schemas.microsoft.com/office/drawing/2014/main" id="{F64FFAEB-F06E-413E-A107-F31224C4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14-task-0">
            <a:extLst xmlns:a="http://schemas.openxmlformats.org/drawingml/2006/main">
              <a:ext uri="{FF2B5EF4-FFF2-40B4-BE49-F238E27FC236}">
                <a16:creationId xmlns:a16="http://schemas.microsoft.com/office/drawing/2014/main" id="{0E678AC3-8198-4E9D-9A4E-29274D46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3 分钟回答五问</a:t>
            </a:r>
          </a:p>
        </p:txBody>
      </p:sp>
      <p:sp>
        <p:nvSpPr>
          <p:cNvPr id="14" name="p14-n-1">
            <a:extLst xmlns:a="http://schemas.openxmlformats.org/drawingml/2006/main">
              <a:ext uri="{FF2B5EF4-FFF2-40B4-BE49-F238E27FC236}">
                <a16:creationId xmlns:a16="http://schemas.microsoft.com/office/drawing/2014/main" id="{29F7F8AD-C6BC-4756-B83D-3A3F35A0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p14-task-1">
            <a:extLst xmlns:a="http://schemas.openxmlformats.org/drawingml/2006/main">
              <a:ext uri="{FF2B5EF4-FFF2-40B4-BE49-F238E27FC236}">
                <a16:creationId xmlns:a16="http://schemas.microsoft.com/office/drawing/2014/main" id="{90C77512-D4D5-4813-8A7C-B8F4D4D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478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打开一条关键结论</a:t>
            </a:r>
          </a:p>
        </p:txBody>
      </p:sp>
      <p:sp>
        <p:nvSpPr>
          <p:cNvPr id="16" name="p14-n-2">
            <a:extLst xmlns:a="http://schemas.openxmlformats.org/drawingml/2006/main">
              <a:ext uri="{FF2B5EF4-FFF2-40B4-BE49-F238E27FC236}">
                <a16:creationId xmlns:a16="http://schemas.microsoft.com/office/drawing/2014/main" id="{38C772B7-1744-428E-9A12-3BBC123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p14-task-2">
            <a:extLst xmlns:a="http://schemas.openxmlformats.org/drawingml/2006/main">
              <a:ext uri="{FF2B5EF4-FFF2-40B4-BE49-F238E27FC236}">
                <a16:creationId xmlns:a16="http://schemas.microsoft.com/office/drawing/2014/main" id="{790AF569-E73D-4703-8341-F66FD674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追到证据 / 实验 ID</a:t>
            </a:r>
          </a:p>
        </p:txBody>
      </p:sp>
      <p:sp>
        <p:nvSpPr>
          <p:cNvPr id="18" name="p14-n-3">
            <a:extLst xmlns:a="http://schemas.openxmlformats.org/drawingml/2006/main">
              <a:ext uri="{FF2B5EF4-FFF2-40B4-BE49-F238E27FC236}">
                <a16:creationId xmlns:a16="http://schemas.microsoft.com/office/drawing/2014/main" id="{E4ADEA21-CAD3-4C70-8017-1879A10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4-task-3">
            <a:extLst xmlns:a="http://schemas.openxmlformats.org/drawingml/2006/main">
              <a:ext uri="{FF2B5EF4-FFF2-40B4-BE49-F238E27FC236}">
                <a16:creationId xmlns:a16="http://schemas.microsoft.com/office/drawing/2014/main" id="{0603EB65-21BE-4FC2-A070-D3483AE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说明失败、冲突与边界</a:t>
            </a:r>
          </a:p>
        </p:txBody>
      </p:sp>
      <p:sp>
        <p:nvSpPr>
          <p:cNvPr id="20" name="p14-n-4">
            <a:extLst xmlns:a="http://schemas.openxmlformats.org/drawingml/2006/main">
              <a:ext uri="{FF2B5EF4-FFF2-40B4-BE49-F238E27FC236}">
                <a16:creationId xmlns:a16="http://schemas.microsoft.com/office/drawing/2014/main" id="{477599E5-CCD3-4BF1-A6C7-1F17D99B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p14-task-4">
            <a:extLst xmlns:a="http://schemas.openxmlformats.org/drawingml/2006/main">
              <a:ext uri="{FF2B5EF4-FFF2-40B4-BE49-F238E27FC236}">
                <a16:creationId xmlns:a16="http://schemas.microsoft.com/office/drawing/2014/main" id="{CB9EFE96-9EF0-4ABF-9894-8B12E8B6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624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教师抽查一项复现/引用/trace</a:t>
            </a:r>
          </a:p>
        </p:txBody>
      </p:sp>
      <p:sp>
        <p:nvSpPr>
          <p:cNvPr id="22" name="p14-n-5">
            <a:extLst xmlns:a="http://schemas.openxmlformats.org/drawingml/2006/main">
              <a:ext uri="{FF2B5EF4-FFF2-40B4-BE49-F238E27FC236}">
                <a16:creationId xmlns:a16="http://schemas.microsoft.com/office/drawing/2014/main" id="{222FD65F-CE9E-4D66-BEA1-5345D20E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14-task-5">
            <a:extLst xmlns:a="http://schemas.openxmlformats.org/drawingml/2006/main">
              <a:ext uri="{FF2B5EF4-FFF2-40B4-BE49-F238E27FC236}">
                <a16:creationId xmlns:a16="http://schemas.microsoft.com/office/drawing/2014/main" id="{6550F1B2-B815-4226-9FEE-13D05601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记录通过、缺口与下一步</a:t>
            </a:r>
          </a:p>
        </p:txBody>
      </p:sp>
      <p:sp>
        <p:nvSpPr>
          <p:cNvPr id="24" name="p14-min-title">
            <a:extLst xmlns:a="http://schemas.openxmlformats.org/drawingml/2006/main">
              <a:ext uri="{FF2B5EF4-FFF2-40B4-BE49-F238E27FC236}">
                <a16:creationId xmlns:a16="http://schemas.microsoft.com/office/drawing/2014/main" id="{F348741C-2DA1-492C-9214-0D85B7D7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抽查不是临场重做</a:t>
            </a:r>
          </a:p>
        </p:txBody>
      </p:sp>
      <p:sp>
        <p:nvSpPr>
          <p:cNvPr id="25" name="p14-min">
            <a:extLst xmlns:a="http://schemas.openxmlformats.org/drawingml/2006/main">
              <a:ext uri="{FF2B5EF4-FFF2-40B4-BE49-F238E27FC236}">
                <a16:creationId xmlns:a16="http://schemas.microsoft.com/office/drawing/2014/main" id="{05E5BF8C-5F0D-471F-A2BE-6DEB8C6B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3676650" cy="24955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只需证明当前工件可定位、可复核、状态真实；若失败，记录缺口并回写项目。</a:t>
            </a:r>
          </a:p>
        </p:txBody>
      </p:sp>
      <p:sp>
        <p:nvSpPr>
          <p:cNvPr id="26" name="p14-fallback">
            <a:extLst xmlns:a="http://schemas.openxmlformats.org/drawingml/2006/main">
              <a:ext uri="{FF2B5EF4-FFF2-40B4-BE49-F238E27FC236}">
                <a16:creationId xmlns:a16="http://schemas.microsoft.com/office/drawing/2014/main" id="{FD85DFC3-B277-414E-844F-694D391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62500"/>
            <a:ext cx="3981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环境故障：展示离线运行记录、固定输入、日志或截图；不得口头补造证据。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个人补全：只修缺口，并回写同一项目版本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4-time">
            <a:extLst xmlns:a="http://schemas.openxmlformats.org/drawingml/2006/main">
              <a:ext uri="{FF2B5EF4-FFF2-40B4-BE49-F238E27FC236}">
                <a16:creationId xmlns:a16="http://schemas.microsoft.com/office/drawing/2014/main" id="{527D6F77-DD53-4250-9A20-D47FD444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8763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45:00–65:00｜停留本页</a:t>
            </a:r>
          </a:p>
        </p:txBody>
      </p:sp>
      <p:sp>
        <p:nvSpPr>
          <p:cNvPr id="7" name="p14-line-0">
            <a:extLst xmlns:a="http://schemas.openxmlformats.org/drawingml/2006/main">
              <a:ext uri="{FF2B5EF4-FFF2-40B4-BE49-F238E27FC236}">
                <a16:creationId xmlns:a16="http://schemas.microsoft.com/office/drawing/2014/main" id="{60C1985F-AD02-4B81-96B5-403BC2ED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19002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line-1">
            <a:extLst xmlns:a="http://schemas.openxmlformats.org/drawingml/2006/main">
              <a:ext uri="{FF2B5EF4-FFF2-40B4-BE49-F238E27FC236}">
                <a16:creationId xmlns:a16="http://schemas.microsoft.com/office/drawing/2014/main" id="{073C8F07-5D6C-428A-B63C-220851B8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253841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4-line-2">
            <a:extLst xmlns:a="http://schemas.openxmlformats.org/drawingml/2006/main">
              <a:ext uri="{FF2B5EF4-FFF2-40B4-BE49-F238E27FC236}">
                <a16:creationId xmlns:a16="http://schemas.microsoft.com/office/drawing/2014/main" id="{6C0D6C51-A836-487B-9C04-1F5E64A6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17658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line-3">
            <a:extLst xmlns:a="http://schemas.openxmlformats.org/drawingml/2006/main">
              <a:ext uri="{FF2B5EF4-FFF2-40B4-BE49-F238E27FC236}">
                <a16:creationId xmlns:a16="http://schemas.microsoft.com/office/drawing/2014/main" id="{0450A5EB-907A-40A1-967B-FEA9C92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81476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4-line-4">
            <a:extLst xmlns:a="http://schemas.openxmlformats.org/drawingml/2006/main">
              <a:ext uri="{FF2B5EF4-FFF2-40B4-BE49-F238E27FC236}">
                <a16:creationId xmlns:a16="http://schemas.microsoft.com/office/drawing/2014/main" id="{28A509D0-BAB8-4685-9B72-27509EA5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44529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n-0">
            <a:extLst xmlns:a="http://schemas.openxmlformats.org/drawingml/2006/main">
              <a:ext uri="{FF2B5EF4-FFF2-40B4-BE49-F238E27FC236}">
                <a16:creationId xmlns:a16="http://schemas.microsoft.com/office/drawing/2014/main" id="{F64FFAEB-F06E-413E-A107-F31224C4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14-task-0">
            <a:extLst xmlns:a="http://schemas.openxmlformats.org/drawingml/2006/main">
              <a:ext uri="{FF2B5EF4-FFF2-40B4-BE49-F238E27FC236}">
                <a16:creationId xmlns:a16="http://schemas.microsoft.com/office/drawing/2014/main" id="{0E678AC3-8198-4E9D-9A4E-29274D46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report.md｜结论、表图、威胁</a:t>
            </a:r>
          </a:p>
        </p:txBody>
      </p:sp>
      <p:sp>
        <p:nvSpPr>
          <p:cNvPr id="14" name="p14-n-1">
            <a:extLst xmlns:a="http://schemas.openxmlformats.org/drawingml/2006/main">
              <a:ext uri="{FF2B5EF4-FFF2-40B4-BE49-F238E27FC236}">
                <a16:creationId xmlns:a16="http://schemas.microsoft.com/office/drawing/2014/main" id="{29F7F8AD-C6BC-4756-B83D-3A3F35A0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p14-task-1">
            <a:extLst xmlns:a="http://schemas.openxmlformats.org/drawingml/2006/main">
              <a:ext uri="{FF2B5EF4-FFF2-40B4-BE49-F238E27FC236}">
                <a16:creationId xmlns:a16="http://schemas.microsoft.com/office/drawing/2014/main" id="{90C77512-D4D5-4813-8A7C-B8F4D4D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478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evidence-map.md｜证据与支持强度</a:t>
            </a:r>
          </a:p>
        </p:txBody>
      </p:sp>
      <p:sp>
        <p:nvSpPr>
          <p:cNvPr id="16" name="p14-n-2">
            <a:extLst xmlns:a="http://schemas.openxmlformats.org/drawingml/2006/main">
              <a:ext uri="{FF2B5EF4-FFF2-40B4-BE49-F238E27FC236}">
                <a16:creationId xmlns:a16="http://schemas.microsoft.com/office/drawing/2014/main" id="{38C772B7-1744-428E-9A12-3BBC123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p14-task-2">
            <a:extLst xmlns:a="http://schemas.openxmlformats.org/drawingml/2006/main">
              <a:ext uri="{FF2B5EF4-FFF2-40B4-BE49-F238E27FC236}">
                <a16:creationId xmlns:a16="http://schemas.microsoft.com/office/drawing/2014/main" id="{790AF569-E73D-4703-8341-F66FD674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experiments/｜运行、失败、抽查</a:t>
            </a:r>
          </a:p>
        </p:txBody>
      </p:sp>
      <p:sp>
        <p:nvSpPr>
          <p:cNvPr id="18" name="p14-n-3">
            <a:extLst xmlns:a="http://schemas.openxmlformats.org/drawingml/2006/main">
              <a:ext uri="{FF2B5EF4-FFF2-40B4-BE49-F238E27FC236}">
                <a16:creationId xmlns:a16="http://schemas.microsoft.com/office/drawing/2014/main" id="{E4ADEA21-CAD3-4C70-8017-1879A10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4-task-3">
            <a:extLst xmlns:a="http://schemas.openxmlformats.org/drawingml/2006/main">
              <a:ext uri="{FF2B5EF4-FFF2-40B4-BE49-F238E27FC236}">
                <a16:creationId xmlns:a16="http://schemas.microsoft.com/office/drawing/2014/main" id="{0603EB65-21BE-4FC2-A070-D3483AE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workflow/｜运行、权限、评价、失败</a:t>
            </a:r>
          </a:p>
        </p:txBody>
      </p:sp>
      <p:sp>
        <p:nvSpPr>
          <p:cNvPr id="20" name="p14-n-4">
            <a:extLst xmlns:a="http://schemas.openxmlformats.org/drawingml/2006/main">
              <a:ext uri="{FF2B5EF4-FFF2-40B4-BE49-F238E27FC236}">
                <a16:creationId xmlns:a16="http://schemas.microsoft.com/office/drawing/2014/main" id="{477599E5-CCD3-4BF1-A6C7-1F17D99B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p14-task-4">
            <a:extLst xmlns:a="http://schemas.openxmlformats.org/drawingml/2006/main">
              <a:ext uri="{FF2B5EF4-FFF2-40B4-BE49-F238E27FC236}">
                <a16:creationId xmlns:a16="http://schemas.microsoft.com/office/drawing/2014/main" id="{CB9EFE96-9EF0-4ABF-9894-8B12E8B6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624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peer-review/｜采纳/拒绝/理由</a:t>
            </a:r>
          </a:p>
        </p:txBody>
      </p:sp>
      <p:sp>
        <p:nvSpPr>
          <p:cNvPr id="22" name="p14-n-5">
            <a:extLst xmlns:a="http://schemas.openxmlformats.org/drawingml/2006/main">
              <a:ext uri="{FF2B5EF4-FFF2-40B4-BE49-F238E27FC236}">
                <a16:creationId xmlns:a16="http://schemas.microsoft.com/office/drawing/2014/main" id="{222FD65F-CE9E-4D66-BEA1-5345D20E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14-task-5">
            <a:extLst xmlns:a="http://schemas.openxmlformats.org/drawingml/2006/main">
              <a:ext uri="{FF2B5EF4-FFF2-40B4-BE49-F238E27FC236}">
                <a16:creationId xmlns:a16="http://schemas.microsoft.com/office/drawing/2014/main" id="{6550F1B2-B815-4226-9FEE-13D05601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ethics + ai-log + reflection</a:t>
            </a:r>
          </a:p>
        </p:txBody>
      </p:sp>
      <p:sp>
        <p:nvSpPr>
          <p:cNvPr id="24" name="p14-min-title">
            <a:extLst xmlns:a="http://schemas.openxmlformats.org/drawingml/2006/main">
              <a:ext uri="{FF2B5EF4-FFF2-40B4-BE49-F238E27FC236}">
                <a16:creationId xmlns:a16="http://schemas.microsoft.com/office/drawing/2014/main" id="{F348741C-2DA1-492C-9214-0D85B7D7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最低补全结果</a:t>
            </a:r>
          </a:p>
        </p:txBody>
      </p:sp>
      <p:sp>
        <p:nvSpPr>
          <p:cNvPr id="25" name="p14-min">
            <a:extLst xmlns:a="http://schemas.openxmlformats.org/drawingml/2006/main">
              <a:ext uri="{FF2B5EF4-FFF2-40B4-BE49-F238E27FC236}">
                <a16:creationId xmlns:a16="http://schemas.microsoft.com/office/drawing/2014/main" id="{05E5BF8C-5F0D-471F-A2BE-6DEB8C6B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3676650" cy="24955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一条断链修复｜一条评审处理落实｜一项 AI/伦理更新｜工件状态表同步</a:t>
            </a:r>
          </a:p>
        </p:txBody>
      </p:sp>
      <p:sp>
        <p:nvSpPr>
          <p:cNvPr id="26" name="p14-fallback">
            <a:extLst xmlns:a="http://schemas.openxmlformats.org/drawingml/2006/main">
              <a:ext uri="{FF2B5EF4-FFF2-40B4-BE49-F238E27FC236}">
                <a16:creationId xmlns:a16="http://schemas.microsoft.com/office/drawing/2014/main" id="{FD85DFC3-B277-414E-844F-694D391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62500"/>
            <a:ext cx="3981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不另建汇报副本；提交链接、tag 或压缩包均指向当前个人项目版本。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八阶段复盘：AI 改善了哪些动作，哪些判断仍由人承担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09-var-title">
            <a:extLst xmlns:a="http://schemas.openxmlformats.org/drawingml/2006/main">
              <a:ext uri="{FF2B5EF4-FFF2-40B4-BE49-F238E27FC236}">
                <a16:creationId xmlns:a16="http://schemas.microsoft.com/office/drawing/2014/main" id="{4A4EB1B0-749B-4738-A3D1-9B0093C7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462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课程八阶段</a:t>
            </a:r>
          </a:p>
        </p:txBody>
      </p:sp>
      <p:sp>
        <p:nvSpPr>
          <p:cNvPr id="7" name="p09-vars-h-0">
            <a:extLst xmlns:a="http://schemas.openxmlformats.org/drawingml/2006/main">
              <a:ext uri="{FF2B5EF4-FFF2-40B4-BE49-F238E27FC236}">
                <a16:creationId xmlns:a16="http://schemas.microsoft.com/office/drawing/2014/main" id="{1ED01082-F944-4A27-A32E-0C1D8A15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8" name="p09-vars-h-1">
            <a:extLst xmlns:a="http://schemas.openxmlformats.org/drawingml/2006/main">
              <a:ext uri="{FF2B5EF4-FFF2-40B4-BE49-F238E27FC236}">
                <a16:creationId xmlns:a16="http://schemas.microsoft.com/office/drawing/2014/main" id="{05C018E4-3CE3-402F-8C6E-8BA47FD7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62100"/>
            <a:ext cx="3219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关键变化</a:t>
            </a:r>
          </a:p>
        </p:txBody>
      </p:sp>
      <p:sp>
        <p:nvSpPr>
          <p:cNvPr id="9" name="p09-vars-r0-0">
            <a:extLst xmlns:a="http://schemas.openxmlformats.org/drawingml/2006/main">
              <a:ext uri="{FF2B5EF4-FFF2-40B4-BE49-F238E27FC236}">
                <a16:creationId xmlns:a16="http://schemas.microsoft.com/office/drawing/2014/main" id="{E7A03DD1-DE3F-4D21-8598-12C4BF40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1–2</a:t>
            </a:r>
          </a:p>
        </p:txBody>
      </p:sp>
      <p:sp>
        <p:nvSpPr>
          <p:cNvPr id="10" name="p09-vars-r0-1">
            <a:extLst xmlns:a="http://schemas.openxmlformats.org/drawingml/2006/main">
              <a:ext uri="{FF2B5EF4-FFF2-40B4-BE49-F238E27FC236}">
                <a16:creationId xmlns:a16="http://schemas.microsoft.com/office/drawing/2014/main" id="{288A2EAF-FD75-4C67-A646-B3139FC3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002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基线与文献证据</a:t>
            </a:r>
          </a:p>
        </p:txBody>
      </p:sp>
      <p:sp>
        <p:nvSpPr>
          <p:cNvPr id="11" name="p09-vars-r1-0">
            <a:extLst xmlns:a="http://schemas.openxmlformats.org/drawingml/2006/main">
              <a:ext uri="{FF2B5EF4-FFF2-40B4-BE49-F238E27FC236}">
                <a16:creationId xmlns:a16="http://schemas.microsoft.com/office/drawing/2014/main" id="{224376EF-91F4-4971-B327-8219E2FC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3–4</a:t>
            </a:r>
          </a:p>
        </p:txBody>
      </p:sp>
      <p:sp>
        <p:nvSpPr>
          <p:cNvPr id="12" name="p09-vars-r1-1">
            <a:extLst xmlns:a="http://schemas.openxmlformats.org/drawingml/2006/main">
              <a:ext uri="{FF2B5EF4-FFF2-40B4-BE49-F238E27FC236}">
                <a16:creationId xmlns:a16="http://schemas.microsoft.com/office/drawing/2014/main" id="{51915736-A0AB-4F13-8F92-27AF06A6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908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机制假设与判断门</a:t>
            </a:r>
          </a:p>
        </p:txBody>
      </p:sp>
      <p:sp>
        <p:nvSpPr>
          <p:cNvPr id="13" name="p09-vars-r2-0">
            <a:extLst xmlns:a="http://schemas.openxmlformats.org/drawingml/2006/main">
              <a:ext uri="{FF2B5EF4-FFF2-40B4-BE49-F238E27FC236}">
                <a16:creationId xmlns:a16="http://schemas.microsoft.com/office/drawing/2014/main" id="{03A7A6B0-33CA-45FD-B52F-74CBC576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5–6</a:t>
            </a:r>
          </a:p>
        </p:txBody>
      </p:sp>
      <p:sp>
        <p:nvSpPr>
          <p:cNvPr id="14" name="p09-vars-r2-1">
            <a:extLst xmlns:a="http://schemas.openxmlformats.org/drawingml/2006/main">
              <a:ext uri="{FF2B5EF4-FFF2-40B4-BE49-F238E27FC236}">
                <a16:creationId xmlns:a16="http://schemas.microsoft.com/office/drawing/2014/main" id="{64F620BA-1778-4FC5-AF71-B6D6F357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1813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实验设计与受限执行</a:t>
            </a:r>
          </a:p>
        </p:txBody>
      </p:sp>
      <p:sp>
        <p:nvSpPr>
          <p:cNvPr id="15" name="p09-vars-r3-0">
            <a:extLst xmlns:a="http://schemas.openxmlformats.org/drawingml/2006/main">
              <a:ext uri="{FF2B5EF4-FFF2-40B4-BE49-F238E27FC236}">
                <a16:creationId xmlns:a16="http://schemas.microsoft.com/office/drawing/2014/main" id="{473B6B51-8CED-4B80-AF70-27384E7A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7–8</a:t>
            </a:r>
          </a:p>
        </p:txBody>
      </p:sp>
      <p:sp>
        <p:nvSpPr>
          <p:cNvPr id="16" name="p09-vars-r3-1">
            <a:extLst xmlns:a="http://schemas.openxmlformats.org/drawingml/2006/main">
              <a:ext uri="{FF2B5EF4-FFF2-40B4-BE49-F238E27FC236}">
                <a16:creationId xmlns:a16="http://schemas.microsoft.com/office/drawing/2014/main" id="{82E5DCBD-F903-4109-9E22-139A9AA5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719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工作流验证与论证收口</a:t>
            </a:r>
          </a:p>
        </p:txBody>
      </p:sp>
      <p:sp>
        <p:nvSpPr>
          <p:cNvPr id="17" name="p09-spec-title">
            <a:extLst xmlns:a="http://schemas.openxmlformats.org/drawingml/2006/main">
              <a:ext uri="{FF2B5EF4-FFF2-40B4-BE49-F238E27FC236}">
                <a16:creationId xmlns:a16="http://schemas.microsoft.com/office/drawing/2014/main" id="{64AE2602-784B-4FBA-B1B1-7F6D9362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096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反思八问</a:t>
            </a:r>
          </a:p>
        </p:txBody>
      </p:sp>
      <p:sp>
        <p:nvSpPr>
          <p:cNvPr id="18" name="p09-n-0">
            <a:extLst xmlns:a="http://schemas.openxmlformats.org/drawingml/2006/main">
              <a:ext uri="{FF2B5EF4-FFF2-40B4-BE49-F238E27FC236}">
                <a16:creationId xmlns:a16="http://schemas.microsoft.com/office/drawing/2014/main" id="{DA010CC0-836C-45FF-8471-6C70EB5F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p09-s-0">
            <a:extLst xmlns:a="http://schemas.openxmlformats.org/drawingml/2006/main">
              <a:ext uri="{FF2B5EF4-FFF2-40B4-BE49-F238E27FC236}">
                <a16:creationId xmlns:a16="http://schemas.microsoft.com/office/drawing/2014/main" id="{3C6A8891-C036-4EB3-93A6-951AE773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最初基线</a:t>
            </a:r>
          </a:p>
        </p:txBody>
      </p:sp>
      <p:sp>
        <p:nvSpPr>
          <p:cNvPr id="20" name="p09-n-1">
            <a:extLst xmlns:a="http://schemas.openxmlformats.org/drawingml/2006/main">
              <a:ext uri="{FF2B5EF4-FFF2-40B4-BE49-F238E27FC236}">
                <a16:creationId xmlns:a16="http://schemas.microsoft.com/office/drawing/2014/main" id="{128B52A7-42A9-4FCF-A6F1-C47F04DA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p09-s-1">
            <a:extLst xmlns:a="http://schemas.openxmlformats.org/drawingml/2006/main">
              <a:ext uri="{FF2B5EF4-FFF2-40B4-BE49-F238E27FC236}">
                <a16:creationId xmlns:a16="http://schemas.microsoft.com/office/drawing/2014/main" id="{B6772FE8-923E-48BC-8C1A-D4EA2FD2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问题如何变</a:t>
            </a:r>
          </a:p>
        </p:txBody>
      </p:sp>
      <p:sp>
        <p:nvSpPr>
          <p:cNvPr id="22" name="p09-n-2">
            <a:extLst xmlns:a="http://schemas.openxmlformats.org/drawingml/2006/main">
              <a:ext uri="{FF2B5EF4-FFF2-40B4-BE49-F238E27FC236}">
                <a16:creationId xmlns:a16="http://schemas.microsoft.com/office/drawing/2014/main" id="{51CCE020-D453-4108-9A1B-4A0EFC1D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p09-s-2">
            <a:extLst xmlns:a="http://schemas.openxmlformats.org/drawingml/2006/main">
              <a:ext uri="{FF2B5EF4-FFF2-40B4-BE49-F238E27FC236}">
                <a16:creationId xmlns:a16="http://schemas.microsoft.com/office/drawing/2014/main" id="{AD107FE3-98BD-416A-8D79-73688717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证据如何变</a:t>
            </a:r>
          </a:p>
        </p:txBody>
      </p:sp>
      <p:sp>
        <p:nvSpPr>
          <p:cNvPr id="24" name="p09-n-3">
            <a:extLst xmlns:a="http://schemas.openxmlformats.org/drawingml/2006/main">
              <a:ext uri="{FF2B5EF4-FFF2-40B4-BE49-F238E27FC236}">
                <a16:creationId xmlns:a16="http://schemas.microsoft.com/office/drawing/2014/main" id="{FCB4217E-4660-4C0E-9570-1D16460C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p09-s-3">
            <a:extLst xmlns:a="http://schemas.openxmlformats.org/drawingml/2006/main">
              <a:ext uri="{FF2B5EF4-FFF2-40B4-BE49-F238E27FC236}">
                <a16:creationId xmlns:a16="http://schemas.microsoft.com/office/drawing/2014/main" id="{095055EB-245D-4A28-9837-19C57953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判断如何变</a:t>
            </a:r>
          </a:p>
        </p:txBody>
      </p:sp>
      <p:sp>
        <p:nvSpPr>
          <p:cNvPr id="26" name="p09-n-4">
            <a:extLst xmlns:a="http://schemas.openxmlformats.org/drawingml/2006/main">
              <a:ext uri="{FF2B5EF4-FFF2-40B4-BE49-F238E27FC236}">
                <a16:creationId xmlns:a16="http://schemas.microsoft.com/office/drawing/2014/main" id="{289F5A61-2E58-4F71-8DF9-2AC9ACA8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p09-s-4">
            <a:extLst xmlns:a="http://schemas.openxmlformats.org/drawingml/2006/main">
              <a:ext uri="{FF2B5EF4-FFF2-40B4-BE49-F238E27FC236}">
                <a16:creationId xmlns:a16="http://schemas.microsoft.com/office/drawing/2014/main" id="{5F2B8A75-0F87-467A-AE95-8BA5C941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实验如何变</a:t>
            </a:r>
          </a:p>
        </p:txBody>
      </p:sp>
      <p:sp>
        <p:nvSpPr>
          <p:cNvPr id="28" name="p09-n-5">
            <a:extLst xmlns:a="http://schemas.openxmlformats.org/drawingml/2006/main">
              <a:ext uri="{FF2B5EF4-FFF2-40B4-BE49-F238E27FC236}">
                <a16:creationId xmlns:a16="http://schemas.microsoft.com/office/drawing/2014/main" id="{27D50A14-2557-4EC4-BFFF-C108B076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9" name="p09-s-5">
            <a:extLst xmlns:a="http://schemas.openxmlformats.org/drawingml/2006/main">
              <a:ext uri="{FF2B5EF4-FFF2-40B4-BE49-F238E27FC236}">
                <a16:creationId xmlns:a16="http://schemas.microsoft.com/office/drawing/2014/main" id="{981D0504-2375-4980-807C-33A175EB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工作流影响</a:t>
            </a:r>
          </a:p>
        </p:txBody>
      </p:sp>
      <p:sp>
        <p:nvSpPr>
          <p:cNvPr id="30" name="p09-n-6">
            <a:extLst xmlns:a="http://schemas.openxmlformats.org/drawingml/2006/main">
              <a:ext uri="{FF2B5EF4-FFF2-40B4-BE49-F238E27FC236}">
                <a16:creationId xmlns:a16="http://schemas.microsoft.com/office/drawing/2014/main" id="{8F3D0B35-20D9-42DA-9CC2-2299287E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p09-s-6">
            <a:extLst xmlns:a="http://schemas.openxmlformats.org/drawingml/2006/main">
              <a:ext uri="{FF2B5EF4-FFF2-40B4-BE49-F238E27FC236}">
                <a16:creationId xmlns:a16="http://schemas.microsoft.com/office/drawing/2014/main" id="{F903A4CC-56E8-48AA-9CA4-4F4DA48B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误导</a:t>
            </a:r>
          </a:p>
        </p:txBody>
      </p:sp>
      <p:sp>
        <p:nvSpPr>
          <p:cNvPr id="32" name="p09-n-7">
            <a:extLst xmlns:a="http://schemas.openxmlformats.org/drawingml/2006/main">
              <a:ext uri="{FF2B5EF4-FFF2-40B4-BE49-F238E27FC236}">
                <a16:creationId xmlns:a16="http://schemas.microsoft.com/office/drawing/2014/main" id="{BFAC206D-4734-4F59-9F21-AB5BF0D1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3" name="p09-s-7">
            <a:extLst xmlns:a="http://schemas.openxmlformats.org/drawingml/2006/main">
              <a:ext uri="{FF2B5EF4-FFF2-40B4-BE49-F238E27FC236}">
                <a16:creationId xmlns:a16="http://schemas.microsoft.com/office/drawing/2014/main" id="{7DF0A642-FE1F-473E-940C-A4BD71BE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34" name="p09-bottom">
            <a:extLst xmlns:a="http://schemas.openxmlformats.org/drawingml/2006/main">
              <a:ext uri="{FF2B5EF4-FFF2-40B4-BE49-F238E27FC236}">
                <a16:creationId xmlns:a16="http://schemas.microsoft.com/office/drawing/2014/main" id="{96FFFC96-BD11-4AD7-981B-7BDABAE8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0363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复盘研究行动的变化，不写工具使用流水账。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同伴按同一十项门检查，不替作者选择性删改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3-errors-title">
            <a:extLst xmlns:a="http://schemas.openxmlformats.org/drawingml/2006/main">
              <a:ext uri="{FF2B5EF4-FFF2-40B4-BE49-F238E27FC236}">
                <a16:creationId xmlns:a16="http://schemas.microsoft.com/office/drawing/2014/main" id="{EE4C7D34-B53E-44E5-9C18-87AFFF4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同行十项互查</a:t>
            </a:r>
          </a:p>
        </p:txBody>
      </p:sp>
      <p:sp>
        <p:nvSpPr>
          <p:cNvPr id="7" name="p13-x-0">
            <a:extLst xmlns:a="http://schemas.openxmlformats.org/drawingml/2006/main">
              <a:ext uri="{FF2B5EF4-FFF2-40B4-BE49-F238E27FC236}">
                <a16:creationId xmlns:a16="http://schemas.microsoft.com/office/drawing/2014/main" id="{815022BE-CD77-49F0-8F8A-9A719847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8" name="p13-error-0">
            <a:extLst xmlns:a="http://schemas.openxmlformats.org/drawingml/2006/main">
              <a:ext uri="{FF2B5EF4-FFF2-40B4-BE49-F238E27FC236}">
                <a16:creationId xmlns:a16="http://schemas.microsoft.com/office/drawing/2014/main" id="{E68E2E25-B499-4768-AAC2-AE89226D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短文完整</a:t>
            </a:r>
          </a:p>
        </p:txBody>
      </p:sp>
      <p:sp>
        <p:nvSpPr>
          <p:cNvPr id="9" name="p13-x-1">
            <a:extLst xmlns:a="http://schemas.openxmlformats.org/drawingml/2006/main">
              <a:ext uri="{FF2B5EF4-FFF2-40B4-BE49-F238E27FC236}">
                <a16:creationId xmlns:a16="http://schemas.microsoft.com/office/drawing/2014/main" id="{36CF7543-81E6-4594-95E5-42781D48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0" name="p13-error-1">
            <a:extLst xmlns:a="http://schemas.openxmlformats.org/drawingml/2006/main">
              <a:ext uri="{FF2B5EF4-FFF2-40B4-BE49-F238E27FC236}">
                <a16:creationId xmlns:a16="http://schemas.microsoft.com/office/drawing/2014/main" id="{00E01453-4F0A-4CA8-A0A8-E3BBC36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表图可追溯</a:t>
            </a:r>
          </a:p>
        </p:txBody>
      </p:sp>
      <p:sp>
        <p:nvSpPr>
          <p:cNvPr id="11" name="p13-x-2">
            <a:extLst xmlns:a="http://schemas.openxmlformats.org/drawingml/2006/main">
              <a:ext uri="{FF2B5EF4-FFF2-40B4-BE49-F238E27FC236}">
                <a16:creationId xmlns:a16="http://schemas.microsoft.com/office/drawing/2014/main" id="{129B5344-CC12-4945-A5AF-D842833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12" name="p13-error-2">
            <a:extLst xmlns:a="http://schemas.openxmlformats.org/drawingml/2006/main">
              <a:ext uri="{FF2B5EF4-FFF2-40B4-BE49-F238E27FC236}">
                <a16:creationId xmlns:a16="http://schemas.microsoft.com/office/drawing/2014/main" id="{E98E59BD-4560-4AFF-AF3E-3CAFC879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威胁具体</a:t>
            </a:r>
          </a:p>
        </p:txBody>
      </p:sp>
      <p:sp>
        <p:nvSpPr>
          <p:cNvPr id="13" name="p13-x-3">
            <a:extLst xmlns:a="http://schemas.openxmlformats.org/drawingml/2006/main">
              <a:ext uri="{FF2B5EF4-FFF2-40B4-BE49-F238E27FC236}">
                <a16:creationId xmlns:a16="http://schemas.microsoft.com/office/drawing/2014/main" id="{B0A3997F-84CB-40B8-A2EC-F631A62E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</a:t>
            </a:r>
          </a:p>
        </p:txBody>
      </p:sp>
      <p:sp>
        <p:nvSpPr>
          <p:cNvPr id="14" name="p13-error-3">
            <a:extLst xmlns:a="http://schemas.openxmlformats.org/drawingml/2006/main">
              <a:ext uri="{FF2B5EF4-FFF2-40B4-BE49-F238E27FC236}">
                <a16:creationId xmlns:a16="http://schemas.microsoft.com/office/drawing/2014/main" id="{1F6A043D-A8AE-4752-86B3-BAC7BD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评审处理有理由</a:t>
            </a:r>
          </a:p>
        </p:txBody>
      </p:sp>
      <p:sp>
        <p:nvSpPr>
          <p:cNvPr id="15" name="p13-x-4">
            <a:extLst xmlns:a="http://schemas.openxmlformats.org/drawingml/2006/main">
              <a:ext uri="{FF2B5EF4-FFF2-40B4-BE49-F238E27FC236}">
                <a16:creationId xmlns:a16="http://schemas.microsoft.com/office/drawing/2014/main" id="{9E5DBEA8-798C-4526-94F9-9A4F0702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⑤</a:t>
            </a:r>
          </a:p>
        </p:txBody>
      </p:sp>
      <p:sp>
        <p:nvSpPr>
          <p:cNvPr id="16" name="p13-error-4">
            <a:extLst xmlns:a="http://schemas.openxmlformats.org/drawingml/2006/main">
              <a:ext uri="{FF2B5EF4-FFF2-40B4-BE49-F238E27FC236}">
                <a16:creationId xmlns:a16="http://schemas.microsoft.com/office/drawing/2014/main" id="{151BA0B4-FEE8-44EE-9F74-7156E54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结论有直接依据</a:t>
            </a:r>
          </a:p>
        </p:txBody>
      </p:sp>
      <p:sp>
        <p:nvSpPr>
          <p:cNvPr id="17" name="p13-x-5">
            <a:extLst xmlns:a="http://schemas.openxmlformats.org/drawingml/2006/main">
              <a:ext uri="{FF2B5EF4-FFF2-40B4-BE49-F238E27FC236}">
                <a16:creationId xmlns:a16="http://schemas.microsoft.com/office/drawing/2014/main" id="{C61256D1-2788-4035-B1FE-2F296955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⑥</a:t>
            </a:r>
          </a:p>
        </p:txBody>
      </p:sp>
      <p:sp>
        <p:nvSpPr>
          <p:cNvPr id="18" name="p13-error-5">
            <a:extLst xmlns:a="http://schemas.openxmlformats.org/drawingml/2006/main">
              <a:ext uri="{FF2B5EF4-FFF2-40B4-BE49-F238E27FC236}">
                <a16:creationId xmlns:a16="http://schemas.microsoft.com/office/drawing/2014/main" id="{255FAFB0-BB24-41C3-BF55-3A6930FA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stable 充分</a:t>
            </a:r>
          </a:p>
        </p:txBody>
      </p:sp>
      <p:sp>
        <p:nvSpPr>
          <p:cNvPr id="19" name="p13-x-6">
            <a:extLst xmlns:a="http://schemas.openxmlformats.org/drawingml/2006/main">
              <a:ext uri="{FF2B5EF4-FFF2-40B4-BE49-F238E27FC236}">
                <a16:creationId xmlns:a16="http://schemas.microsoft.com/office/drawing/2014/main" id="{AD019980-8AFC-46EC-9354-D56606D3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⑦</a:t>
            </a:r>
          </a:p>
        </p:txBody>
      </p:sp>
      <p:sp>
        <p:nvSpPr>
          <p:cNvPr id="20" name="p13-error-6">
            <a:extLst xmlns:a="http://schemas.openxmlformats.org/drawingml/2006/main">
              <a:ext uri="{FF2B5EF4-FFF2-40B4-BE49-F238E27FC236}">
                <a16:creationId xmlns:a16="http://schemas.microsoft.com/office/drawing/2014/main" id="{9E22E102-87E5-478A-B39B-35D3C0EA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工作流四项</a:t>
            </a:r>
          </a:p>
        </p:txBody>
      </p:sp>
      <p:sp>
        <p:nvSpPr>
          <p:cNvPr id="21" name="p13-x-7">
            <a:extLst xmlns:a="http://schemas.openxmlformats.org/drawingml/2006/main">
              <a:ext uri="{FF2B5EF4-FFF2-40B4-BE49-F238E27FC236}">
                <a16:creationId xmlns:a16="http://schemas.microsoft.com/office/drawing/2014/main" id="{E5FBB88C-F771-4FA9-97EF-DC51A998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⑧</a:t>
            </a:r>
          </a:p>
        </p:txBody>
      </p:sp>
      <p:sp>
        <p:nvSpPr>
          <p:cNvPr id="22" name="p13-error-7">
            <a:extLst xmlns:a="http://schemas.openxmlformats.org/drawingml/2006/main">
              <a:ext uri="{FF2B5EF4-FFF2-40B4-BE49-F238E27FC236}">
                <a16:creationId xmlns:a16="http://schemas.microsoft.com/office/drawing/2014/main" id="{A4E4223C-924D-49A9-A993-6E7D3C1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伦理与 AI 完整</a:t>
            </a:r>
          </a:p>
        </p:txBody>
      </p:sp>
      <p:sp>
        <p:nvSpPr>
          <p:cNvPr id="23" name="p13-x-8">
            <a:extLst xmlns:a="http://schemas.openxmlformats.org/drawingml/2006/main">
              <a:ext uri="{FF2B5EF4-FFF2-40B4-BE49-F238E27FC236}">
                <a16:creationId xmlns:a16="http://schemas.microsoft.com/office/drawing/2014/main" id="{575E9852-B4C2-4309-8394-D02D943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⑨</a:t>
            </a:r>
          </a:p>
        </p:txBody>
      </p:sp>
      <p:sp>
        <p:nvSpPr>
          <p:cNvPr id="24" name="p13-error-8">
            <a:extLst xmlns:a="http://schemas.openxmlformats.org/drawingml/2006/main">
              <a:ext uri="{FF2B5EF4-FFF2-40B4-BE49-F238E27FC236}">
                <a16:creationId xmlns:a16="http://schemas.microsoft.com/office/drawing/2014/main" id="{01208096-F7E3-47B1-8146-77992ACB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工件状态一致</a:t>
            </a:r>
          </a:p>
        </p:txBody>
      </p:sp>
      <p:sp>
        <p:nvSpPr>
          <p:cNvPr id="25" name="p13-x-9">
            <a:extLst xmlns:a="http://schemas.openxmlformats.org/drawingml/2006/main">
              <a:ext uri="{FF2B5EF4-FFF2-40B4-BE49-F238E27FC236}">
                <a16:creationId xmlns:a16="http://schemas.microsoft.com/office/drawing/2014/main" id="{AEF743C4-2D61-4E8B-B551-4B55F43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⑩</a:t>
            </a:r>
          </a:p>
        </p:txBody>
      </p:sp>
      <p:sp>
        <p:nvSpPr>
          <p:cNvPr id="26" name="p13-error-9">
            <a:extLst xmlns:a="http://schemas.openxmlformats.org/drawingml/2006/main">
              <a:ext uri="{FF2B5EF4-FFF2-40B4-BE49-F238E27FC236}">
                <a16:creationId xmlns:a16="http://schemas.microsoft.com/office/drawing/2014/main" id="{08508FCF-FFCD-4A35-88B6-5E044F2E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分享/抽查/复盘</a:t>
            </a:r>
          </a:p>
        </p:txBody>
      </p:sp>
      <p:sp>
        <p:nvSpPr>
          <p:cNvPr id="27" name="p13-separator">
            <a:extLst xmlns:a="http://schemas.openxmlformats.org/drawingml/2006/main">
              <a:ext uri="{FF2B5EF4-FFF2-40B4-BE49-F238E27FC236}">
                <a16:creationId xmlns:a16="http://schemas.microsoft.com/office/drawing/2014/main" id="{FC411C60-7AA1-4222-AC96-6C471DC3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38775" y="2990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3-questions-title">
            <a:extLst xmlns:a="http://schemas.openxmlformats.org/drawingml/2006/main">
              <a:ext uri="{FF2B5EF4-FFF2-40B4-BE49-F238E27FC236}">
                <a16:creationId xmlns:a16="http://schemas.microsoft.com/office/drawing/2014/main" id="{07F68B3E-4D24-4B98-8AC7-98E59B3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38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作者处理记录</a:t>
            </a:r>
          </a:p>
        </p:txBody>
      </p:sp>
      <p:sp>
        <p:nvSpPr>
          <p:cNvPr id="29" name="p13-qn-0">
            <a:extLst xmlns:a="http://schemas.openxmlformats.org/drawingml/2006/main">
              <a:ext uri="{FF2B5EF4-FFF2-40B4-BE49-F238E27FC236}">
                <a16:creationId xmlns:a16="http://schemas.microsoft.com/office/drawing/2014/main" id="{521BF812-6EBE-4AF2-B74E-A3DB303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0" name="p13-q-0">
            <a:extLst xmlns:a="http://schemas.openxmlformats.org/drawingml/2006/main">
              <a:ext uri="{FF2B5EF4-FFF2-40B4-BE49-F238E27FC236}">
                <a16:creationId xmlns:a16="http://schemas.microsoft.com/office/drawing/2014/main" id="{060EB3D3-F55B-4087-89C8-2F919B45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采纳：改了哪里</a:t>
            </a:r>
          </a:p>
        </p:txBody>
      </p:sp>
      <p:sp>
        <p:nvSpPr>
          <p:cNvPr id="31" name="p13-qn-1">
            <a:extLst xmlns:a="http://schemas.openxmlformats.org/drawingml/2006/main">
              <a:ext uri="{FF2B5EF4-FFF2-40B4-BE49-F238E27FC236}">
                <a16:creationId xmlns:a16="http://schemas.microsoft.com/office/drawing/2014/main" id="{4A176C52-EAAD-4BCC-B864-30F05BE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32" name="p13-q-1">
            <a:extLst xmlns:a="http://schemas.openxmlformats.org/drawingml/2006/main">
              <a:ext uri="{FF2B5EF4-FFF2-40B4-BE49-F238E27FC236}">
                <a16:creationId xmlns:a16="http://schemas.microsoft.com/office/drawing/2014/main" id="{FC67B32A-CE35-4B19-8B2E-8A8D39C5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拒绝：为何不改</a:t>
            </a:r>
          </a:p>
        </p:txBody>
      </p:sp>
      <p:sp>
        <p:nvSpPr>
          <p:cNvPr id="33" name="p13-qn-2">
            <a:extLst xmlns:a="http://schemas.openxmlformats.org/drawingml/2006/main">
              <a:ext uri="{FF2B5EF4-FFF2-40B4-BE49-F238E27FC236}">
                <a16:creationId xmlns:a16="http://schemas.microsoft.com/office/drawing/2014/main" id="{1386AD79-9776-4CFE-AABB-8D8BB12E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sp>
        <p:nvSpPr>
          <p:cNvPr id="34" name="p13-q-2">
            <a:extLst xmlns:a="http://schemas.openxmlformats.org/drawingml/2006/main">
              <a:ext uri="{FF2B5EF4-FFF2-40B4-BE49-F238E27FC236}">
                <a16:creationId xmlns:a16="http://schemas.microsoft.com/office/drawing/2014/main" id="{6ACE417E-7F8D-4FFA-9B73-2768D500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待核验：缺什么</a:t>
            </a:r>
          </a:p>
        </p:txBody>
      </p:sp>
      <p:sp>
        <p:nvSpPr>
          <p:cNvPr id="35" name="p13-qn-3">
            <a:extLst xmlns:a="http://schemas.openxmlformats.org/drawingml/2006/main">
              <a:ext uri="{FF2B5EF4-FFF2-40B4-BE49-F238E27FC236}">
                <a16:creationId xmlns:a16="http://schemas.microsoft.com/office/drawing/2014/main" id="{4DC6410A-C799-4406-852C-E3EC1B65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36" name="p13-q-3">
            <a:extLst xmlns:a="http://schemas.openxmlformats.org/drawingml/2006/main">
              <a:ext uri="{FF2B5EF4-FFF2-40B4-BE49-F238E27FC236}">
                <a16:creationId xmlns:a16="http://schemas.microsoft.com/office/drawing/2014/main" id="{3E1A1370-B524-4B75-9998-8B60C658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trace：工件位置</a:t>
            </a:r>
          </a:p>
        </p:txBody>
      </p:sp>
      <p:sp>
        <p:nvSpPr>
          <p:cNvPr id="37" name="p13-qn-4">
            <a:extLst xmlns:a="http://schemas.openxmlformats.org/drawingml/2006/main">
              <a:ext uri="{FF2B5EF4-FFF2-40B4-BE49-F238E27FC236}">
                <a16:creationId xmlns:a16="http://schemas.microsoft.com/office/drawing/2014/main" id="{7B24AA40-CC08-481E-BD00-B2ACC1C0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8" name="p13-q-4">
            <a:extLst xmlns:a="http://schemas.openxmlformats.org/drawingml/2006/main">
              <a:ext uri="{FF2B5EF4-FFF2-40B4-BE49-F238E27FC236}">
                <a16:creationId xmlns:a16="http://schemas.microsoft.com/office/drawing/2014/main" id="{A4336E8C-2997-4CD8-BC44-14FB61B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status：门状态</a:t>
            </a:r>
          </a:p>
        </p:txBody>
      </p:sp>
      <p:sp>
        <p:nvSpPr>
          <p:cNvPr id="39" name="p13-bottom">
            <a:extLst xmlns:a="http://schemas.openxmlformats.org/drawingml/2006/main">
              <a:ext uri="{FF2B5EF4-FFF2-40B4-BE49-F238E27FC236}">
                <a16:creationId xmlns:a16="http://schemas.microsoft.com/office/drawing/2014/main" id="{449E0D47-6D62-43FB-B9E8-38061C12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同伴提问题；作者负责决定、记录理由并承担研究责任。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summary-16-number-0">
            <a:extLst xmlns:a="http://schemas.openxmlformats.org/drawingml/2006/main">
              <a:ext uri="{FF2B5EF4-FFF2-40B4-BE49-F238E27FC236}">
                <a16:creationId xmlns:a16="http://schemas.microsoft.com/office/drawing/2014/main" id="{82B4EC50-AED3-4521-9656-A87124A7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16-heading-0">
            <a:extLst xmlns:a="http://schemas.openxmlformats.org/drawingml/2006/main">
              <a:ext uri="{FF2B5EF4-FFF2-40B4-BE49-F238E27FC236}">
                <a16:creationId xmlns:a16="http://schemas.microsoft.com/office/drawing/2014/main" id="{8D9698F9-167D-436C-B6B1-4D5E27A4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完整闭环</a:t>
            </a:r>
          </a:p>
        </p:txBody>
      </p:sp>
      <p:sp>
        <p:nvSpPr>
          <p:cNvPr id="8" name="summary-16-detail-0">
            <a:extLst xmlns:a="http://schemas.openxmlformats.org/drawingml/2006/main">
              <a:ext uri="{FF2B5EF4-FFF2-40B4-BE49-F238E27FC236}">
                <a16:creationId xmlns:a16="http://schemas.microsoft.com/office/drawing/2014/main" id="{339F78F3-9036-49E5-8535-56689A9E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问题、判断、验证与论证四个门能追溯到对应工件</a:t>
            </a:r>
          </a:p>
        </p:txBody>
      </p:sp>
      <p:sp>
        <p:nvSpPr>
          <p:cNvPr id="9" name="summary-16-number-1">
            <a:extLst xmlns:a="http://schemas.openxmlformats.org/drawingml/2006/main">
              <a:ext uri="{FF2B5EF4-FFF2-40B4-BE49-F238E27FC236}">
                <a16:creationId xmlns:a16="http://schemas.microsoft.com/office/drawing/2014/main" id="{1AFEAC0E-D692-45B4-B24F-61883841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16-heading-1">
            <a:extLst xmlns:a="http://schemas.openxmlformats.org/drawingml/2006/main">
              <a:ext uri="{FF2B5EF4-FFF2-40B4-BE49-F238E27FC236}">
                <a16:creationId xmlns:a16="http://schemas.microsoft.com/office/drawing/2014/main" id="{360CE0AE-DBF8-41BA-8630-3E6B7D95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可审计工作流</a:t>
            </a:r>
          </a:p>
        </p:txBody>
      </p:sp>
      <p:sp>
        <p:nvSpPr>
          <p:cNvPr id="11" name="summary-16-detail-1">
            <a:extLst xmlns:a="http://schemas.openxmlformats.org/drawingml/2006/main">
              <a:ext uri="{FF2B5EF4-FFF2-40B4-BE49-F238E27FC236}">
                <a16:creationId xmlns:a16="http://schemas.microsoft.com/office/drawing/2014/main" id="{798DB1C4-9A49-4348-AD89-BCD6CF1D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任务契约、权限、trace、评价与人工审核可复核</a:t>
            </a:r>
          </a:p>
        </p:txBody>
      </p:sp>
      <p:sp>
        <p:nvSpPr>
          <p:cNvPr id="12" name="summary-16-number-2">
            <a:extLst xmlns:a="http://schemas.openxmlformats.org/drawingml/2006/main">
              <a:ext uri="{FF2B5EF4-FFF2-40B4-BE49-F238E27FC236}">
                <a16:creationId xmlns:a16="http://schemas.microsoft.com/office/drawing/2014/main" id="{9D73376C-B752-44D2-BB1C-EE9A3482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16-heading-2">
            <a:extLst xmlns:a="http://schemas.openxmlformats.org/drawingml/2006/main">
              <a:ext uri="{FF2B5EF4-FFF2-40B4-BE49-F238E27FC236}">
                <a16:creationId xmlns:a16="http://schemas.microsoft.com/office/drawing/2014/main" id="{109372EC-6407-4BB9-8A36-7E1DA51C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结论边界</a:t>
            </a:r>
          </a:p>
        </p:txBody>
      </p:sp>
      <p:sp>
        <p:nvSpPr>
          <p:cNvPr id="14" name="summary-16-detail-2">
            <a:extLst xmlns:a="http://schemas.openxmlformats.org/drawingml/2006/main">
              <a:ext uri="{FF2B5EF4-FFF2-40B4-BE49-F238E27FC236}">
                <a16:creationId xmlns:a16="http://schemas.microsoft.com/office/drawing/2014/main" id="{4D42F5FB-8011-4F04-A9E8-91B3EACB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正向、负向与失败结果共同限定允许主张</a:t>
            </a:r>
          </a:p>
        </p:txBody>
      </p:sp>
      <p:sp>
        <p:nvSpPr>
          <p:cNvPr id="15" name="summary-16-number-3">
            <a:extLst xmlns:a="http://schemas.openxmlformats.org/drawingml/2006/main">
              <a:ext uri="{FF2B5EF4-FFF2-40B4-BE49-F238E27FC236}">
                <a16:creationId xmlns:a16="http://schemas.microsoft.com/office/drawing/2014/main" id="{672191FC-C95E-4D80-AA23-18540086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16-heading-3">
            <a:extLst xmlns:a="http://schemas.openxmlformats.org/drawingml/2006/main">
              <a:ext uri="{FF2B5EF4-FFF2-40B4-BE49-F238E27FC236}">
                <a16:creationId xmlns:a16="http://schemas.microsoft.com/office/drawing/2014/main" id="{7621FCBC-0C53-46EE-AFA8-753C9FC9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不可自动化</a:t>
            </a:r>
          </a:p>
        </p:txBody>
      </p:sp>
      <p:sp>
        <p:nvSpPr>
          <p:cNvPr id="17" name="summary-16-detail-3">
            <a:extLst xmlns:a="http://schemas.openxmlformats.org/drawingml/2006/main">
              <a:ext uri="{FF2B5EF4-FFF2-40B4-BE49-F238E27FC236}">
                <a16:creationId xmlns:a16="http://schemas.microsoft.com/office/drawing/2014/main" id="{4215A053-42E4-48FE-AC4A-F25C2217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研究价值、伦理取舍、证据充分性与最终责任由人承担</a:t>
            </a:r>
          </a:p>
        </p:txBody>
      </p:sp>
      <p:sp>
        <p:nvSpPr>
          <p:cNvPr id="18" name="summary-16-boundary">
            <a:extLst xmlns:a="http://schemas.openxmlformats.org/drawingml/2006/main">
              <a:ext uri="{FF2B5EF4-FFF2-40B4-BE49-F238E27FC236}">
                <a16:creationId xmlns:a16="http://schemas.microsoft.com/office/drawing/2014/main" id="{E96D0B64-C2CC-40F8-B537-AC52DD16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关键边界：AI 可以扩展研究能力，但不能代替研究者承担论证、伦理与公开提交责任。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提交当前项目版本；未通过只修复缺失条件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2-watermark">
            <a:extLst xmlns:a="http://schemas.openxmlformats.org/drawingml/2006/main">
              <a:ext uri="{FF2B5EF4-FFF2-40B4-BE49-F238E27FC236}">
                <a16:creationId xmlns:a16="http://schemas.microsoft.com/office/drawing/2014/main" id="{ED3A3EFF-84D4-4DC0-8D55-BAD0B0A3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正式提交节点｜论证门 + 期末项目合并</a:t>
            </a:r>
          </a:p>
        </p:txBody>
      </p:sp>
      <p:sp>
        <p:nvSpPr>
          <p:cNvPr id="7" name="p12-line-0">
            <a:extLst xmlns:a="http://schemas.openxmlformats.org/drawingml/2006/main">
              <a:ext uri="{FF2B5EF4-FFF2-40B4-BE49-F238E27FC236}">
                <a16:creationId xmlns:a16="http://schemas.microsoft.com/office/drawing/2014/main" id="{C57BA47A-ACFA-4184-AED4-34147F48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line-1">
            <a:extLst xmlns:a="http://schemas.openxmlformats.org/drawingml/2006/main">
              <a:ext uri="{FF2B5EF4-FFF2-40B4-BE49-F238E27FC236}">
                <a16:creationId xmlns:a16="http://schemas.microsoft.com/office/drawing/2014/main" id="{151A909A-69BB-4AA1-8794-98308830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338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2-line-2">
            <a:extLst xmlns:a="http://schemas.openxmlformats.org/drawingml/2006/main">
              <a:ext uri="{FF2B5EF4-FFF2-40B4-BE49-F238E27FC236}">
                <a16:creationId xmlns:a16="http://schemas.microsoft.com/office/drawing/2014/main" id="{7319D98F-588D-4A18-A5A8-BA2C10C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008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line-3">
            <a:extLst xmlns:a="http://schemas.openxmlformats.org/drawingml/2006/main">
              <a:ext uri="{FF2B5EF4-FFF2-40B4-BE49-F238E27FC236}">
                <a16:creationId xmlns:a16="http://schemas.microsoft.com/office/drawing/2014/main" id="{C8734721-3DFE-4F4B-A56B-AFEE4F97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number-0">
            <a:extLst xmlns:a="http://schemas.openxmlformats.org/drawingml/2006/main">
              <a:ext uri="{FF2B5EF4-FFF2-40B4-BE49-F238E27FC236}">
                <a16:creationId xmlns:a16="http://schemas.microsoft.com/office/drawing/2014/main" id="{F93F61E0-12C9-44EA-BE34-13A50C26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p12-step-0">
            <a:extLst xmlns:a="http://schemas.openxmlformats.org/drawingml/2006/main">
              <a:ext uri="{FF2B5EF4-FFF2-40B4-BE49-F238E27FC236}">
                <a16:creationId xmlns:a16="http://schemas.microsoft.com/office/drawing/2014/main" id="{1C0ED6A2-14A0-4CB9-8E0A-E0D576E9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链接 / tag / 压缩包</a:t>
            </a:r>
          </a:p>
        </p:txBody>
      </p:sp>
      <p:sp>
        <p:nvSpPr>
          <p:cNvPr id="13" name="p12-number-1">
            <a:extLst xmlns:a="http://schemas.openxmlformats.org/drawingml/2006/main">
              <a:ext uri="{FF2B5EF4-FFF2-40B4-BE49-F238E27FC236}">
                <a16:creationId xmlns:a16="http://schemas.microsoft.com/office/drawing/2014/main" id="{A9C28DA4-5D2C-4D30-8D17-5E5067BF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p12-step-1">
            <a:extLst xmlns:a="http://schemas.openxmlformats.org/drawingml/2006/main">
              <a:ext uri="{FF2B5EF4-FFF2-40B4-BE49-F238E27FC236}">
                <a16:creationId xmlns:a16="http://schemas.microsoft.com/office/drawing/2014/main" id="{43524D41-A529-40EC-AE65-C7467066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工件状态与门结果一致</a:t>
            </a:r>
          </a:p>
        </p:txBody>
      </p:sp>
      <p:sp>
        <p:nvSpPr>
          <p:cNvPr id="15" name="p12-number-2">
            <a:extLst xmlns:a="http://schemas.openxmlformats.org/drawingml/2006/main">
              <a:ext uri="{FF2B5EF4-FFF2-40B4-BE49-F238E27FC236}">
                <a16:creationId xmlns:a16="http://schemas.microsoft.com/office/drawing/2014/main" id="{10CF8982-FC53-48CE-B187-6C803B2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12-step-2">
            <a:extLst xmlns:a="http://schemas.openxmlformats.org/drawingml/2006/main">
              <a:ext uri="{FF2B5EF4-FFF2-40B4-BE49-F238E27FC236}">
                <a16:creationId xmlns:a16="http://schemas.microsoft.com/office/drawing/2014/main" id="{FA9D1B24-A61A-4153-86A4-30EA86EC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教师抽查一项 trace</a:t>
            </a:r>
          </a:p>
        </p:txBody>
      </p:sp>
      <p:sp>
        <p:nvSpPr>
          <p:cNvPr id="17" name="p12-number-3">
            <a:extLst xmlns:a="http://schemas.openxmlformats.org/drawingml/2006/main">
              <a:ext uri="{FF2B5EF4-FFF2-40B4-BE49-F238E27FC236}">
                <a16:creationId xmlns:a16="http://schemas.microsoft.com/office/drawing/2014/main" id="{D26289AF-1D34-4983-B5C5-F6C05E40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12-step-3">
            <a:extLst xmlns:a="http://schemas.openxmlformats.org/drawingml/2006/main">
              <a:ext uri="{FF2B5EF4-FFF2-40B4-BE49-F238E27FC236}">
                <a16:creationId xmlns:a16="http://schemas.microsoft.com/office/drawing/2014/main" id="{B823A243-966B-465C-9983-FBFB7335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缺项回写原工件</a:t>
            </a:r>
          </a:p>
        </p:txBody>
      </p:sp>
      <p:sp>
        <p:nvSpPr>
          <p:cNvPr id="19" name="p12-number-4">
            <a:extLst xmlns:a="http://schemas.openxmlformats.org/drawingml/2006/main">
              <a:ext uri="{FF2B5EF4-FFF2-40B4-BE49-F238E27FC236}">
                <a16:creationId xmlns:a16="http://schemas.microsoft.com/office/drawing/2014/main" id="{C3BC4CB5-FA53-424B-968B-CA4D4BA0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12-step-4">
            <a:extLst xmlns:a="http://schemas.openxmlformats.org/drawingml/2006/main">
              <a:ext uri="{FF2B5EF4-FFF2-40B4-BE49-F238E27FC236}">
                <a16:creationId xmlns:a16="http://schemas.microsoft.com/office/drawing/2014/main" id="{C480F172-758F-4C09-80A6-F332392A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完成后重新检查</a:t>
            </a:r>
          </a:p>
        </p:txBody>
      </p:sp>
      <p:sp>
        <p:nvSpPr>
          <p:cNvPr id="21" name="p12-audit-h-0">
            <a:extLst xmlns:a="http://schemas.openxmlformats.org/drawingml/2006/main">
              <a:ext uri="{FF2B5EF4-FFF2-40B4-BE49-F238E27FC236}">
                <a16:creationId xmlns:a16="http://schemas.microsoft.com/office/drawing/2014/main" id="{EE1AE540-4B82-4C41-9B50-16CC010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情形</a:t>
            </a:r>
          </a:p>
        </p:txBody>
      </p:sp>
      <p:sp>
        <p:nvSpPr>
          <p:cNvPr id="22" name="p12-audit-h-1">
            <a:extLst xmlns:a="http://schemas.openxmlformats.org/drawingml/2006/main">
              <a:ext uri="{FF2B5EF4-FFF2-40B4-BE49-F238E27FC236}">
                <a16:creationId xmlns:a16="http://schemas.microsoft.com/office/drawing/2014/main" id="{BA5EFC10-46B3-4673-81C9-B0140ED1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23" name="p12-audit-h-2">
            <a:extLst xmlns:a="http://schemas.openxmlformats.org/drawingml/2006/main">
              <a:ext uri="{FF2B5EF4-FFF2-40B4-BE49-F238E27FC236}">
                <a16:creationId xmlns:a16="http://schemas.microsoft.com/office/drawing/2014/main" id="{8C3FF18D-32FF-41C4-BA3D-DD4CD55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241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24" name="p12-audit-r0-0">
            <a:extLst xmlns:a="http://schemas.openxmlformats.org/drawingml/2006/main">
              <a:ext uri="{FF2B5EF4-FFF2-40B4-BE49-F238E27FC236}">
                <a16:creationId xmlns:a16="http://schemas.microsoft.com/office/drawing/2014/main" id="{D6325DF4-21F5-4750-9E6F-B9FE1825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缺证据</a:t>
            </a:r>
          </a:p>
        </p:txBody>
      </p:sp>
      <p:sp>
        <p:nvSpPr>
          <p:cNvPr id="25" name="p12-audit-r0-1">
            <a:extLst xmlns:a="http://schemas.openxmlformats.org/drawingml/2006/main">
              <a:ext uri="{FF2B5EF4-FFF2-40B4-BE49-F238E27FC236}">
                <a16:creationId xmlns:a16="http://schemas.microsoft.com/office/drawing/2014/main" id="{CFA15B04-6109-467D-A318-DD83AD32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13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补直接依据或降级结论</a:t>
            </a:r>
          </a:p>
        </p:txBody>
      </p:sp>
      <p:sp>
        <p:nvSpPr>
          <p:cNvPr id="26" name="p12-audit-r0-2">
            <a:extLst xmlns:a="http://schemas.openxmlformats.org/drawingml/2006/main">
              <a:ext uri="{FF2B5EF4-FFF2-40B4-BE49-F238E27FC236}">
                <a16:creationId xmlns:a16="http://schemas.microsoft.com/office/drawing/2014/main" id="{8A2F4CF6-0757-4AF3-945D-834CBD0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待重检</a:t>
            </a:r>
          </a:p>
        </p:txBody>
      </p:sp>
      <p:sp>
        <p:nvSpPr>
          <p:cNvPr id="27" name="p12-audit-r1-0">
            <a:extLst xmlns:a="http://schemas.openxmlformats.org/drawingml/2006/main">
              <a:ext uri="{FF2B5EF4-FFF2-40B4-BE49-F238E27FC236}">
                <a16:creationId xmlns:a16="http://schemas.microsoft.com/office/drawing/2014/main" id="{B08CF45E-DBD9-45BD-8326-9CB4508B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删失败</a:t>
            </a:r>
          </a:p>
        </p:txBody>
      </p:sp>
      <p:sp>
        <p:nvSpPr>
          <p:cNvPr id="28" name="p12-audit-r1-1">
            <a:extLst xmlns:a="http://schemas.openxmlformats.org/drawingml/2006/main">
              <a:ext uri="{FF2B5EF4-FFF2-40B4-BE49-F238E27FC236}">
                <a16:creationId xmlns:a16="http://schemas.microsoft.com/office/drawing/2014/main" id="{DD49AE2F-DAE8-4995-B170-06D37258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恢复记录并说明原因</a:t>
            </a:r>
          </a:p>
        </p:txBody>
      </p:sp>
      <p:sp>
        <p:nvSpPr>
          <p:cNvPr id="29" name="p12-audit-r1-2">
            <a:extLst xmlns:a="http://schemas.openxmlformats.org/drawingml/2006/main">
              <a:ext uri="{FF2B5EF4-FFF2-40B4-BE49-F238E27FC236}">
                <a16:creationId xmlns:a16="http://schemas.microsoft.com/office/drawing/2014/main" id="{DB1CFBFD-4244-467B-A9B7-2EBB306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必须修复</a:t>
            </a:r>
          </a:p>
        </p:txBody>
      </p:sp>
      <p:sp>
        <p:nvSpPr>
          <p:cNvPr id="30" name="p12-audit-r2-0">
            <a:extLst xmlns:a="http://schemas.openxmlformats.org/drawingml/2006/main">
              <a:ext uri="{FF2B5EF4-FFF2-40B4-BE49-F238E27FC236}">
                <a16:creationId xmlns:a16="http://schemas.microsoft.com/office/drawing/2014/main" id="{D8761422-4244-4129-A00F-03E385B1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伦理缺项</a:t>
            </a:r>
          </a:p>
        </p:txBody>
      </p:sp>
      <p:sp>
        <p:nvSpPr>
          <p:cNvPr id="31" name="p12-audit-r2-1">
            <a:extLst xmlns:a="http://schemas.openxmlformats.org/drawingml/2006/main">
              <a:ext uri="{FF2B5EF4-FFF2-40B4-BE49-F238E27FC236}">
                <a16:creationId xmlns:a16="http://schemas.microsoft.com/office/drawing/2014/main" id="{0D8EA989-E4E7-4733-88FC-143C475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29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补许可/贡献/AI 披露</a:t>
            </a:r>
          </a:p>
        </p:txBody>
      </p:sp>
      <p:sp>
        <p:nvSpPr>
          <p:cNvPr id="32" name="p12-audit-r2-2">
            <a:extLst xmlns:a="http://schemas.openxmlformats.org/drawingml/2006/main">
              <a:ext uri="{FF2B5EF4-FFF2-40B4-BE49-F238E27FC236}">
                <a16:creationId xmlns:a16="http://schemas.microsoft.com/office/drawing/2014/main" id="{123E9A35-D698-4B14-B0ED-B888E610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291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待重检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37C45680-A848-4FFD-AB8A-86EBBB82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不重复制作与项目仓库分离的汇报文档；抽查结果进入最终状态记录。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退出卡：把第 1 课的问题交回给现在的你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16-exit-title">
            <a:extLst xmlns:a="http://schemas.openxmlformats.org/drawingml/2006/main">
              <a:ext uri="{FF2B5EF4-FFF2-40B4-BE49-F238E27FC236}">
                <a16:creationId xmlns:a16="http://schemas.microsoft.com/office/drawing/2014/main" id="{E1B0F3B8-70CE-4889-AA60-AAD3005E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最终五问</a:t>
            </a:r>
          </a:p>
        </p:txBody>
      </p:sp>
      <p:sp>
        <p:nvSpPr>
          <p:cNvPr id="7" name="p16-n-0">
            <a:extLst xmlns:a="http://schemas.openxmlformats.org/drawingml/2006/main">
              <a:ext uri="{FF2B5EF4-FFF2-40B4-BE49-F238E27FC236}">
                <a16:creationId xmlns:a16="http://schemas.microsoft.com/office/drawing/2014/main" id="{F52F852F-0FE8-480E-B802-08CC6EEC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6-q-0">
            <a:extLst xmlns:a="http://schemas.openxmlformats.org/drawingml/2006/main">
              <a:ext uri="{FF2B5EF4-FFF2-40B4-BE49-F238E27FC236}">
                <a16:creationId xmlns:a16="http://schemas.microsoft.com/office/drawing/2014/main" id="{03E1C003-D697-4334-BCFC-00FBFD8A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81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你的研究问题和关键判断是什么？</a:t>
            </a:r>
          </a:p>
        </p:txBody>
      </p:sp>
      <p:sp>
        <p:nvSpPr>
          <p:cNvPr id="9" name="p16-n-1">
            <a:extLst xmlns:a="http://schemas.openxmlformats.org/drawingml/2006/main">
              <a:ext uri="{FF2B5EF4-FFF2-40B4-BE49-F238E27FC236}">
                <a16:creationId xmlns:a16="http://schemas.microsoft.com/office/drawing/2014/main" id="{D3D5E220-48CA-4F4A-B29D-AE78E188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6-q-1">
            <a:extLst xmlns:a="http://schemas.openxmlformats.org/drawingml/2006/main">
              <a:ext uri="{FF2B5EF4-FFF2-40B4-BE49-F238E27FC236}">
                <a16:creationId xmlns:a16="http://schemas.microsoft.com/office/drawing/2014/main" id="{DF2C9FE0-2AAB-4D56-B656-4631AB3C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什么证据支持、反驳或仍不能判断？</a:t>
            </a:r>
          </a:p>
        </p:txBody>
      </p:sp>
      <p:sp>
        <p:nvSpPr>
          <p:cNvPr id="11" name="p16-n-2">
            <a:extLst xmlns:a="http://schemas.openxmlformats.org/drawingml/2006/main">
              <a:ext uri="{FF2B5EF4-FFF2-40B4-BE49-F238E27FC236}">
                <a16:creationId xmlns:a16="http://schemas.microsoft.com/office/drawing/2014/main" id="{1F933B00-50A2-49A6-9621-B48634E4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6-q-2">
            <a:extLst xmlns:a="http://schemas.openxmlformats.org/drawingml/2006/main">
              <a:ext uri="{FF2B5EF4-FFF2-40B4-BE49-F238E27FC236}">
                <a16:creationId xmlns:a16="http://schemas.microsoft.com/office/drawing/2014/main" id="{93694E98-4837-4B7E-9E68-B9CF5D0A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工作流改善了哪个动作，如何评价？</a:t>
            </a:r>
          </a:p>
        </p:txBody>
      </p:sp>
      <p:sp>
        <p:nvSpPr>
          <p:cNvPr id="13" name="p16-n-3">
            <a:extLst xmlns:a="http://schemas.openxmlformats.org/drawingml/2006/main">
              <a:ext uri="{FF2B5EF4-FFF2-40B4-BE49-F238E27FC236}">
                <a16:creationId xmlns:a16="http://schemas.microsoft.com/office/drawing/2014/main" id="{74A6FE59-FCF3-4D28-8A0E-C186DFF4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6-q-3">
            <a:extLst xmlns:a="http://schemas.openxmlformats.org/drawingml/2006/main">
              <a:ext uri="{FF2B5EF4-FFF2-40B4-BE49-F238E27FC236}">
                <a16:creationId xmlns:a16="http://schemas.microsoft.com/office/drawing/2014/main" id="{ED5B5130-7694-4EA1-97D1-8FC1CCB1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814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何时有效、何时误导、如何核验？</a:t>
            </a:r>
          </a:p>
        </p:txBody>
      </p:sp>
      <p:sp>
        <p:nvSpPr>
          <p:cNvPr id="15" name="p16-n-4">
            <a:extLst xmlns:a="http://schemas.openxmlformats.org/drawingml/2006/main">
              <a:ext uri="{FF2B5EF4-FFF2-40B4-BE49-F238E27FC236}">
                <a16:creationId xmlns:a16="http://schemas.microsoft.com/office/drawing/2014/main" id="{EFECC883-CE44-4712-906F-37E5A81C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6-q-4">
            <a:extLst xmlns:a="http://schemas.openxmlformats.org/drawingml/2006/main">
              <a:ext uri="{FF2B5EF4-FFF2-40B4-BE49-F238E27FC236}">
                <a16:creationId xmlns:a16="http://schemas.microsoft.com/office/drawing/2014/main" id="{C52CE204-CE3C-47A4-9A62-2CF9E7C7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结论边界与下一步是什么？</a:t>
            </a:r>
          </a:p>
        </p:txBody>
      </p:sp>
      <p:sp>
        <p:nvSpPr>
          <p:cNvPr id="17" name="p16-next-title">
            <a:extLst xmlns:a="http://schemas.openxmlformats.org/drawingml/2006/main">
              <a:ext uri="{FF2B5EF4-FFF2-40B4-BE49-F238E27FC236}">
                <a16:creationId xmlns:a16="http://schemas.microsoft.com/office/drawing/2014/main" id="{623D9715-1C91-48DD-8204-2DC1EA83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课程收口</a:t>
            </a:r>
          </a:p>
        </p:txBody>
      </p:sp>
      <p:sp>
        <p:nvSpPr>
          <p:cNvPr id="18" name="p16-line-1">
            <a:extLst xmlns:a="http://schemas.openxmlformats.org/drawingml/2006/main">
              <a:ext uri="{FF2B5EF4-FFF2-40B4-BE49-F238E27FC236}">
                <a16:creationId xmlns:a16="http://schemas.microsoft.com/office/drawing/2014/main" id="{44AC3A78-AD3E-49A2-BD93-2EC1E9A9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26193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6-line-2">
            <a:extLst xmlns:a="http://schemas.openxmlformats.org/drawingml/2006/main">
              <a:ext uri="{FF2B5EF4-FFF2-40B4-BE49-F238E27FC236}">
                <a16:creationId xmlns:a16="http://schemas.microsoft.com/office/drawing/2014/main" id="{EABD11F4-46D1-49C5-9182-60103924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39909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6-now">
            <a:extLst xmlns:a="http://schemas.openxmlformats.org/drawingml/2006/main">
              <a:ext uri="{FF2B5EF4-FFF2-40B4-BE49-F238E27FC236}">
                <a16:creationId xmlns:a16="http://schemas.microsoft.com/office/drawing/2014/main" id="{ADC4F276-98BF-4155-8142-0DBC97F6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240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现在｜提交当前项目版本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论证门 + 期末项目</a:t>
            </a:r>
          </a:p>
        </p:txBody>
      </p:sp>
      <p:sp>
        <p:nvSpPr>
          <p:cNvPr id="21" name="p16-week8">
            <a:extLst xmlns:a="http://schemas.openxmlformats.org/drawingml/2006/main">
              <a:ext uri="{FF2B5EF4-FFF2-40B4-BE49-F238E27FC236}">
                <a16:creationId xmlns:a16="http://schemas.microsoft.com/office/drawing/2014/main" id="{6F07E4BD-2272-4F52-8299-020EF30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回看第 1 课｜AI 改善动作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责任仍由人承担</a:t>
            </a:r>
          </a:p>
        </p:txBody>
      </p:sp>
      <p:sp>
        <p:nvSpPr>
          <p:cNvPr id="22" name="p16-week9">
            <a:extLst xmlns:a="http://schemas.openxmlformats.org/drawingml/2006/main">
              <a:ext uri="{FF2B5EF4-FFF2-40B4-BE49-F238E27FC236}">
                <a16:creationId xmlns:a16="http://schemas.microsoft.com/office/drawing/2014/main" id="{6C0C4F82-19ED-4CF1-B1FB-AE85BD2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577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下一步｜保留 trace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继续验证与公开复核</a:t>
            </a:r>
          </a:p>
        </p:txBody>
      </p:sp>
      <p:sp>
        <p:nvSpPr>
          <p:cNvPr id="23" name="p16-bottom">
            <a:extLst xmlns:a="http://schemas.openxmlformats.org/drawingml/2006/main">
              <a:ext uri="{FF2B5EF4-FFF2-40B4-BE49-F238E27FC236}">
                <a16:creationId xmlns:a16="http://schemas.microsoft.com/office/drawing/2014/main" id="{2BBB237B-CE52-4E43-8D61-9243520E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46735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研究不因课程结束而停止；可追溯的判断，才是可继续的研究。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2026-08-20T15:40:23.4440000Z</dcterms:created>
  <dcterms:modified xsi:type="dcterms:W3CDTF">2026-08-20T15:40:23.4440000Z</dcterms:modified>
</coreProperties>
</file>