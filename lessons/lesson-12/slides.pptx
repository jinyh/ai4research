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9debe3277004ca0" /><Relationship Type="http://schemas.openxmlformats.org/officeDocument/2006/relationships/extended-properties" Target="/docProps/app.xml" Id="Re64d222d05a5449e" /><Relationship Type="http://schemas.openxmlformats.org/officeDocument/2006/relationships/officeDocument" Target="/ppt/presentation.xml" Id="R30a6cfd816b14bf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8702a79cd1f4eec"/>
  </p:sldMasterIdLst>
  <p:notesMasterIdLst>
    <p:notesMasterId xmlns:r="http://schemas.openxmlformats.org/officeDocument/2006/relationships" r:id="Rfbfb5df8114e4436"/>
  </p:notesMasterIdLst>
  <p:sldIdLst>
    <p:sldId xmlns:r="http://schemas.openxmlformats.org/officeDocument/2006/relationships" id="256" r:id="Rdcfcb595bc914d0c"/>
    <p:sldId xmlns:r="http://schemas.openxmlformats.org/officeDocument/2006/relationships" id="257" r:id="R00cf20f429114258"/>
    <p:sldId xmlns:r="http://schemas.openxmlformats.org/officeDocument/2006/relationships" id="258" r:id="Redf42ae35a6e48c1"/>
    <p:sldId xmlns:r="http://schemas.openxmlformats.org/officeDocument/2006/relationships" id="259" r:id="R4ade02ac21354efb"/>
    <p:sldId xmlns:r="http://schemas.openxmlformats.org/officeDocument/2006/relationships" id="260" r:id="R46b70c39da8d4874"/>
    <p:sldId xmlns:r="http://schemas.openxmlformats.org/officeDocument/2006/relationships" id="261" r:id="Rc6f870fc3dfb46bf"/>
    <p:sldId xmlns:r="http://schemas.openxmlformats.org/officeDocument/2006/relationships" id="262" r:id="R7050906073784af5"/>
    <p:sldId xmlns:r="http://schemas.openxmlformats.org/officeDocument/2006/relationships" id="263" r:id="Rba9cd829e7bf4541"/>
    <p:sldId xmlns:r="http://schemas.openxmlformats.org/officeDocument/2006/relationships" id="264" r:id="R22efd8a0b2794d82"/>
    <p:sldId xmlns:r="http://schemas.openxmlformats.org/officeDocument/2006/relationships" id="265" r:id="Red199b95c0284c5e"/>
    <p:sldId xmlns:r="http://schemas.openxmlformats.org/officeDocument/2006/relationships" id="266" r:id="R75e78f2c64194259"/>
    <p:sldId xmlns:r="http://schemas.openxmlformats.org/officeDocument/2006/relationships" id="267" r:id="R70c05ed053224792"/>
    <p:sldId xmlns:r="http://schemas.openxmlformats.org/officeDocument/2006/relationships" id="268" r:id="R86abc612f946471b"/>
    <p:sldId xmlns:r="http://schemas.openxmlformats.org/officeDocument/2006/relationships" id="269" r:id="R803ad784dac34b78"/>
    <p:sldId xmlns:r="http://schemas.openxmlformats.org/officeDocument/2006/relationships" id="270" r:id="R578b9d069252432c"/>
    <p:sldId xmlns:r="http://schemas.openxmlformats.org/officeDocument/2006/relationships" id="271" r:id="Re608408769df45f4"/>
    <p:sldId xmlns:r="http://schemas.openxmlformats.org/officeDocument/2006/relationships" id="272" r:id="Rcaf7daa50a5c4c0b"/>
    <p:sldId xmlns:r="http://schemas.openxmlformats.org/officeDocument/2006/relationships" id="273" r:id="Rc5d6e817d6de4e03"/>
    <p:sldId xmlns:r="http://schemas.openxmlformats.org/officeDocument/2006/relationships" id="274" r:id="R15cc8ea6e8c345d3"/>
    <p:sldId xmlns:r="http://schemas.openxmlformats.org/officeDocument/2006/relationships" id="275" r:id="R65becfbac0ec4d7f"/>
    <p:sldId xmlns:r="http://schemas.openxmlformats.org/officeDocument/2006/relationships" id="276" r:id="Rd45808414022465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15e8b0cc9804aef" /><Relationship Type="http://schemas.openxmlformats.org/officeDocument/2006/relationships/slideMaster" Target="/ppt/slideMasters/slideMaster1.xml" Id="R38702a79cd1f4eec" /><Relationship Type="http://schemas.openxmlformats.org/officeDocument/2006/relationships/notesMaster" Target="/ppt/notesMasters/notesMaster1.xml" Id="Rfbfb5df8114e4436" /><Relationship Type="http://schemas.openxmlformats.org/officeDocument/2006/relationships/presProps" Target="/ppt/presProps.xml" Id="R57e0da3e26b14c95" /><Relationship Type="http://schemas.openxmlformats.org/officeDocument/2006/relationships/viewProps" Target="/ppt/viewProps.xml" Id="R12dd8798066940f8" /><Relationship Type="http://schemas.openxmlformats.org/officeDocument/2006/relationships/tableStyles" Target="/ppt/tableStyles.xml" Id="R9d2fced6ce344855" /><Relationship Type="http://schemas.openxmlformats.org/officeDocument/2006/relationships/slide" Target="/ppt/slides/slide1.xml" Id="Rdcfcb595bc914d0c" /><Relationship Type="http://schemas.openxmlformats.org/officeDocument/2006/relationships/slide" Target="/ppt/slides/slide2.xml" Id="R00cf20f429114258" /><Relationship Type="http://schemas.openxmlformats.org/officeDocument/2006/relationships/slide" Target="/ppt/slides/slide3.xml" Id="Redf42ae35a6e48c1" /><Relationship Type="http://schemas.openxmlformats.org/officeDocument/2006/relationships/slide" Target="/ppt/slides/slide4.xml" Id="R4ade02ac21354efb" /><Relationship Type="http://schemas.openxmlformats.org/officeDocument/2006/relationships/slide" Target="/ppt/slides/slide5.xml" Id="R46b70c39da8d4874" /><Relationship Type="http://schemas.openxmlformats.org/officeDocument/2006/relationships/slide" Target="/ppt/slides/slide6.xml" Id="Rc6f870fc3dfb46bf" /><Relationship Type="http://schemas.openxmlformats.org/officeDocument/2006/relationships/slide" Target="/ppt/slides/slide7.xml" Id="R7050906073784af5" /><Relationship Type="http://schemas.openxmlformats.org/officeDocument/2006/relationships/slide" Target="/ppt/slides/slide8.xml" Id="Rba9cd829e7bf4541" /><Relationship Type="http://schemas.openxmlformats.org/officeDocument/2006/relationships/slide" Target="/ppt/slides/slide9.xml" Id="R22efd8a0b2794d82" /><Relationship Type="http://schemas.openxmlformats.org/officeDocument/2006/relationships/slide" Target="/ppt/slides/slide10.xml" Id="Red199b95c0284c5e" /><Relationship Type="http://schemas.openxmlformats.org/officeDocument/2006/relationships/slide" Target="/ppt/slides/slide11.xml" Id="R75e78f2c64194259" /><Relationship Type="http://schemas.openxmlformats.org/officeDocument/2006/relationships/slide" Target="/ppt/slides/slide12.xml" Id="R70c05ed053224792" /><Relationship Type="http://schemas.openxmlformats.org/officeDocument/2006/relationships/slide" Target="/ppt/slides/slide13.xml" Id="R86abc612f946471b" /><Relationship Type="http://schemas.openxmlformats.org/officeDocument/2006/relationships/slide" Target="/ppt/slides/slide14.xml" Id="R803ad784dac34b78" /><Relationship Type="http://schemas.openxmlformats.org/officeDocument/2006/relationships/slide" Target="/ppt/slides/slide15.xml" Id="R578b9d069252432c" /><Relationship Type="http://schemas.openxmlformats.org/officeDocument/2006/relationships/slide" Target="/ppt/slides/slide16.xml" Id="Re608408769df45f4" /><Relationship Type="http://schemas.openxmlformats.org/officeDocument/2006/relationships/slide" Target="/ppt/slides/slide17.xml" Id="Rcaf7daa50a5c4c0b" /><Relationship Type="http://schemas.openxmlformats.org/officeDocument/2006/relationships/slide" Target="/ppt/slides/slide18.xml" Id="Rc5d6e817d6de4e03" /><Relationship Type="http://schemas.openxmlformats.org/officeDocument/2006/relationships/slide" Target="/ppt/slides/slide19.xml" Id="R15cc8ea6e8c345d3" /><Relationship Type="http://schemas.openxmlformats.org/officeDocument/2006/relationships/slide" Target="/ppt/slides/slide20.xml" Id="R65becfbac0ec4d7f" /><Relationship Type="http://schemas.openxmlformats.org/officeDocument/2006/relationships/slide" Target="/ppt/slides/slide21.xml" Id="Rd45808414022465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c3712db1075488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21461b15c34a16" /><Relationship Type="http://schemas.openxmlformats.org/officeDocument/2006/relationships/notesMaster" Target="/ppt/notesMasters/notesMaster1.xml" Id="Rc6a5d669b5cc4f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d6a816d4ea44b5" /><Relationship Type="http://schemas.openxmlformats.org/officeDocument/2006/relationships/notesMaster" Target="/ppt/notesMasters/notesMaster1.xml" Id="R4dc290552811435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68fb80f99d046b2" /><Relationship Type="http://schemas.openxmlformats.org/officeDocument/2006/relationships/notesMaster" Target="/ppt/notesMasters/notesMaster1.xml" Id="Rcd3cf45fc7e046c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887271f409d499e" /><Relationship Type="http://schemas.openxmlformats.org/officeDocument/2006/relationships/notesMaster" Target="/ppt/notesMasters/notesMaster1.xml" Id="R8548559b83c0437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6b3fefbc9864a79" /><Relationship Type="http://schemas.openxmlformats.org/officeDocument/2006/relationships/notesMaster" Target="/ppt/notesMasters/notesMaster1.xml" Id="Ra4c768157b0243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219606691d949f7" /><Relationship Type="http://schemas.openxmlformats.org/officeDocument/2006/relationships/notesMaster" Target="/ppt/notesMasters/notesMaster1.xml" Id="Re25d2ffa50054a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82670d149854025" /><Relationship Type="http://schemas.openxmlformats.org/officeDocument/2006/relationships/notesMaster" Target="/ppt/notesMasters/notesMaster1.xml" Id="Rfe7792b440944b3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3d879c96f084f37" /><Relationship Type="http://schemas.openxmlformats.org/officeDocument/2006/relationships/notesMaster" Target="/ppt/notesMasters/notesMaster1.xml" Id="R2f4527681780494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70a914432314a54" /><Relationship Type="http://schemas.openxmlformats.org/officeDocument/2006/relationships/notesMaster" Target="/ppt/notesMasters/notesMaster1.xml" Id="R62c71683acf04a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ba7c3174a954346" /><Relationship Type="http://schemas.openxmlformats.org/officeDocument/2006/relationships/notesMaster" Target="/ppt/notesMasters/notesMaster1.xml" Id="R2c7e2b9eb94b4a4d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9ebeac2d7e1c4d93" /><Relationship Type="http://schemas.openxmlformats.org/officeDocument/2006/relationships/notesMaster" Target="/ppt/notesMasters/notesMaster1.xml" Id="R696c2300f7dd402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d5a956d3b1646ab" /><Relationship Type="http://schemas.openxmlformats.org/officeDocument/2006/relationships/notesMaster" Target="/ppt/notesMasters/notesMaster1.xml" Id="R3e5c7ff5fbb441c6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740693f52f849f9" /><Relationship Type="http://schemas.openxmlformats.org/officeDocument/2006/relationships/notesMaster" Target="/ppt/notesMasters/notesMaster1.xml" Id="Rec05bdf591ba4ac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83f2aad9fd044a1" /><Relationship Type="http://schemas.openxmlformats.org/officeDocument/2006/relationships/notesMaster" Target="/ppt/notesMasters/notesMaster1.xml" Id="R34aaba34888f4bd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6d36f8bf31b4f77" /><Relationship Type="http://schemas.openxmlformats.org/officeDocument/2006/relationships/notesMaster" Target="/ppt/notesMasters/notesMaster1.xml" Id="Rfb87e2dcc9f245e8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54d6a72d6f64d14" /><Relationship Type="http://schemas.openxmlformats.org/officeDocument/2006/relationships/notesMaster" Target="/ppt/notesMasters/notesMaster1.xml" Id="R94d602ca8ed24b7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d5a33a7c45b44837" /><Relationship Type="http://schemas.openxmlformats.org/officeDocument/2006/relationships/notesMaster" Target="/ppt/notesMasters/notesMaster1.xml" Id="R725ca47d41564370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722cea6dc1a64e62" /><Relationship Type="http://schemas.openxmlformats.org/officeDocument/2006/relationships/notesMaster" Target="/ppt/notesMasters/notesMaster1.xml" Id="R889690ae37774e6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b92bfd9548784c8a" /><Relationship Type="http://schemas.openxmlformats.org/officeDocument/2006/relationships/notesMaster" Target="/ppt/notesMasters/notesMaster1.xml" Id="R2e4912c516204694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1f66c22dd7ad4a9d" /><Relationship Type="http://schemas.openxmlformats.org/officeDocument/2006/relationships/notesMaster" Target="/ppt/notesMasters/notesMaster1.xml" Id="R555e5ee72ed041bd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0de6266bc45460a" /><Relationship Type="http://schemas.openxmlformats.org/officeDocument/2006/relationships/notesMaster" Target="/ppt/notesMasters/notesMaster1.xml" Id="R2934e55690c3435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第 12 课最小工作流设计。屏显按现行逐页母稿压缩为课堂可读对象，完整说明保留在讲义与教师备注。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/Users/bright/Projects/courses/graduate/lessons/lesson-12/slides.md</a:t>
            </a:r>
          </a:p>
          <a:p xmlns:a="http://schemas.openxmlformats.org/drawingml/2006/main">
            <a:r>
              <a:t>- /Users/bright/Projects/courses/graduate/lessons/lesson-12/handout.md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c9ddcf468da4ed6" /><Relationship Type="http://schemas.openxmlformats.org/officeDocument/2006/relationships/image" Target="/ppt/media/image.png" Id="Rb25a03216fe04617" /><Relationship Type="http://schemas.openxmlformats.org/officeDocument/2006/relationships/image" Target="/ppt/media/image2.png" Id="Rb437ab10a71c48ff" /><Relationship Type="http://schemas.openxmlformats.org/officeDocument/2006/relationships/image" Target="/ppt/media/image3.png" Id="R7e0958be17bc4c31" /><Relationship Type="http://schemas.openxmlformats.org/officeDocument/2006/relationships/image" Target="/ppt/media/image4.png" Id="R3b7ceaad98f84036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61733acb93b4a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611dc37bc74e74" /><Relationship Type="http://schemas.openxmlformats.org/officeDocument/2006/relationships/image" Target="/ppt/media/image2.png" Id="Rc225bf80dc194cbb" /><Relationship Type="http://schemas.openxmlformats.org/officeDocument/2006/relationships/image" Target="/ppt/media/image5.png" Id="R27b45f7f53ab4cdb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a5b90ce171411c" /><Relationship Type="http://schemas.openxmlformats.org/officeDocument/2006/relationships/image" Target="/ppt/media/image.png" Id="R2d6dabe0a3b54012" /><Relationship Type="http://schemas.openxmlformats.org/officeDocument/2006/relationships/image" Target="/ppt/media/image3.png" Id="Rc33c9ca69082411a" /></Relationships>
</file>

<file path=ppt/slideLayouts/slideLayout1.xml><?xml version="1.0" encoding="utf-8"?>
<p:sldLayout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6" name="图片 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5a03216fe04617">
            <a:duotone>
              <a:prstClr val="black"/>
              <a:schemeClr val="accent1">
                <a:tint val="45000"/>
                <a:satMod val="400000"/>
              </a:schemeClr>
            </a:duotone>
            <a:alphaModFix amt="5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22" name="标题 1">
            <a:extLst xmlns:a="http://schemas.openxmlformats.org/drawingml/2006/main">
              <a:ext uri="{FF2B5EF4-FFF2-40B4-BE49-F238E27FC236}">
                <a16:creationId xmlns:a16="http://schemas.microsoft.com/office/drawing/2014/main" id="{9AF74CDA-19DD-45C1-88FF-2379736830CB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069561" y="2016174"/>
            <a:ext cx="10052879" cy="10608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algn="ctr">
              <a:buNone/>
              <a:defRPr sz="5400" b="1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单击此处编辑标题样式</a:t>
            </a:r>
          </a:p>
        </p:txBody>
      </p:sp>
      <p:sp>
        <p:nvSpPr>
          <p:cNvPr id="26" name="内容占位符 25">
            <a:extLst xmlns:a="http://schemas.openxmlformats.org/drawingml/2006/main">
              <a:ext uri="{FF2B5EF4-FFF2-40B4-BE49-F238E27FC236}">
                <a16:creationId xmlns:a16="http://schemas.microsoft.com/office/drawing/2014/main" id="{981273AB-3D30-4A7E-951D-B80D3185213B}"/>
              </a:ext>
            </a:extLst>
          </p:cNvPr>
          <p:cNvSpPr>
            <a:spLocks xmlns:a="http://schemas.openxmlformats.org/drawingml/2006/main" noGrp="1"/>
          </p:cNvSpPr>
          <p:nvPr>
            <p:ph idx="10" hasCustomPrompt="1"/>
          </p:nvPr>
        </p:nvSpPr>
        <p:spPr>
          <a:xfrm xmlns:a="http://schemas.openxmlformats.org/drawingml/2006/main">
            <a:off x="4644345" y="5196924"/>
            <a:ext cx="2903311" cy="45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2400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fld id="{DE506FFD-8B27-444A-964F-E64D0BB3DAF0}" type="datetime2">
              <a:t>2019年1月28日</a:t>
            </a:fld>
            <a:endParaRPr/>
          </a:p>
        </p:txBody>
      </p:sp>
      <p:sp>
        <p:nvSpPr>
          <p:cNvPr id="32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F905EEBF-8ACE-4D30-A4F5-C5796F8343A2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4034910" y="4407403"/>
            <a:ext cx="4122181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3200" b="1">
                <a:solidFill>
                  <a:schemeClr val="accent2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50" name="图片 3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437ab10a71c48ff"/>
          <a:srcRect xmlns:a="http://schemas.openxmlformats.org/drawingml/2006/main" l="74359" t="0" r="1346" b="0"/>
          <a:stretch xmlns:a="http://schemas.openxmlformats.org/drawingml/2006/main"/>
        </p:blipFill>
        <p:spPr>
          <a:xfrm xmlns:a="http://schemas.openxmlformats.org/drawingml/2006/main">
            <a:off x="8870172" y="274183"/>
            <a:ext cx="3002280" cy="411617"/>
          </a:xfrm>
          <a:prstGeom xmlns:a="http://schemas.openxmlformats.org/drawingml/2006/main" prst="rect">
            <a:avLst/>
          </a:prstGeom>
        </p:spPr>
      </p:pic>
      <p:pic>
        <p:nvPicPr>
          <p:cNvPr id="51" name="图片 1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7e0958be17bc4c31">
            <a:alphaModFix amt="35000"/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 rot="0" flipH="0" flipV="0">
            <a:off x="3352562" y="6244170"/>
            <a:ext cx="5486876" cy="406590"/>
          </a:xfrm>
          <a:prstGeom xmlns:a="http://schemas.openxmlformats.org/drawingml/2006/main" prst="rect">
            <a:avLst/>
          </a:prstGeom>
        </p:spPr>
      </p:pic>
      <p:sp>
        <p:nvSpPr>
          <p:cNvPr id="37" name="椭圆 36">
            <a:extLst xmlns:a="http://schemas.openxmlformats.org/drawingml/2006/main">
              <a:ext uri="{FF2B5EF4-FFF2-40B4-BE49-F238E27FC236}">
                <a16:creationId xmlns:a16="http://schemas.microsoft.com/office/drawing/2014/main" id="{53D809C0-A4EF-44AF-AECA-4A85E4BA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6051000" y="6430138"/>
            <a:ext cx="90000" cy="9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accent6">
              <a:lumMod val="60000"/>
              <a:lumOff val="4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39" name="直接连接符 38">
            <a:extLst xmlns:a="http://schemas.openxmlformats.org/drawingml/2006/main">
              <a:ext uri="{FF2B5EF4-FFF2-40B4-BE49-F238E27FC236}">
                <a16:creationId xmlns:a16="http://schemas.microsoft.com/office/drawing/2014/main" id="{31F7CAE3-0209-4DA4-9A92-731CC272B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3285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直接连接符 40">
            <a:extLst xmlns:a="http://schemas.openxmlformats.org/drawingml/2006/main">
              <a:ext uri="{FF2B5EF4-FFF2-40B4-BE49-F238E27FC236}">
                <a16:creationId xmlns:a16="http://schemas.microsoft.com/office/drawing/2014/main" id="{B3FF25BF-0A81-4E7C-A868-79A201F0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83387" y="6487838"/>
            <a:ext cx="900000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直接连接符 11">
            <a:extLst xmlns:a="http://schemas.openxmlformats.org/drawingml/2006/main">
              <a:ext uri="{FF2B5EF4-FFF2-40B4-BE49-F238E27FC236}">
                <a16:creationId xmlns:a16="http://schemas.microsoft.com/office/drawing/2014/main" id="{84931B68-BEBE-4F6A-A7A3-EB2B855A6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1712549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26218CD3-8CA7-49E2-A133-F31724416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6000" y="3428810"/>
            <a:ext cx="810000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accent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pic>
        <p:nvPicPr>
          <p:cNvPr id="57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7ceaad98f84036"/>
          <a:srcRect xmlns:a="http://schemas.openxmlformats.org/drawingml/2006/main" l="0" t="0" r="54251" b="0"/>
          <a:stretch xmlns:a="http://schemas.openxmlformats.org/drawingml/2006/main"/>
        </p:blipFill>
        <p:spPr>
          <a:xfrm xmlns:a="http://schemas.openxmlformats.org/drawingml/2006/main">
            <a:off x="332010" y="251357"/>
            <a:ext cx="1934780" cy="482598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preserve="1" userDrawn="1">
  <p:cSld name="目录-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矩形 9">
            <a:extLst xmlns:a="http://schemas.openxmlformats.org/drawingml/2006/main">
              <a:ext uri="{FF2B5EF4-FFF2-40B4-BE49-F238E27FC236}">
                <a16:creationId xmlns:a16="http://schemas.microsoft.com/office/drawing/2014/main" id="{CD1F02EB-A5F5-4A25-8E13-33D76C39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1" y="2455636"/>
            <a:ext cx="2960913" cy="1438728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9" name="矩形 8">
            <a:extLst xmlns:a="http://schemas.openxmlformats.org/drawingml/2006/main">
              <a:ext uri="{FF2B5EF4-FFF2-40B4-BE49-F238E27FC236}">
                <a16:creationId xmlns:a16="http://schemas.microsoft.com/office/drawing/2014/main" id="{9DBDFDE5-938B-46BA-BF04-52626678C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>
            <a:off x="1736542" y="2389144"/>
            <a:ext cx="97430" cy="2960914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2" name="矩形 21">
            <a:extLst xmlns:a="http://schemas.openxmlformats.org/drawingml/2006/main">
              <a:ext uri="{FF2B5EF4-FFF2-40B4-BE49-F238E27FC236}">
                <a16:creationId xmlns:a16="http://schemas.microsoft.com/office/drawing/2014/main" id="{DE1AFFB6-310A-466D-BAD1-F84A11C9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8991" y="0"/>
            <a:ext cx="90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6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preserve="1" userDrawn="1">
  <p:cSld name="1_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灯片编号占位符 2">
            <a:extLst xmlns:a="http://schemas.openxmlformats.org/drawingml/2006/main">
              <a:ext uri="{FF2B5EF4-FFF2-40B4-BE49-F238E27FC236}">
                <a16:creationId xmlns:a16="http://schemas.microsoft.com/office/drawing/2014/main" id="{C1D5E491-4859-47A4-8F29-DAACA1914DBE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C53781C-E1F6-4315-A39D-61273F2E0596}" type="slidenum">
              <a:t>‹#›</a:t>
            </a:fld>
            <a:endParaRPr/>
          </a:p>
        </p:txBody>
      </p:sp>
      <p:pic>
        <p:nvPicPr>
          <p:cNvPr id="25" name="图片 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225bf80dc194cbb"/>
          <a:srcRect xmlns:a="http://schemas.openxmlformats.org/drawingml/2006/main" l="0" t="0" r="1346" b="0"/>
          <a:stretch xmlns:a="http://schemas.openxmlformats.org/drawingml/2006/main"/>
        </p:blipFill>
        <p:spPr>
          <a:xfrm xmlns:a="http://schemas.openxmlformats.org/drawingml/2006/main">
            <a:off x="516" y="6041797"/>
            <a:ext cx="12166903" cy="411617"/>
          </a:xfrm>
          <a:prstGeom xmlns:a="http://schemas.openxmlformats.org/drawingml/2006/main" prst="rect">
            <a:avLst/>
          </a:prstGeom>
        </p:spPr>
      </p:pic>
      <p:sp>
        <p:nvSpPr>
          <p:cNvPr id="9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56FC8349-67FC-4E3B-B988-7A27FDAE9D24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19056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85368C87-925C-44AC-B001-5C4EE6F0064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4788940" y="6438900"/>
            <a:ext cx="4151344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19" name="平行四边形 18">
            <a:extLst xmlns:a="http://schemas.openxmlformats.org/drawingml/2006/main">
              <a:ext uri="{FF2B5EF4-FFF2-40B4-BE49-F238E27FC236}">
                <a16:creationId xmlns:a16="http://schemas.microsoft.com/office/drawing/2014/main" id="{9AE407FD-1006-4AC4-B10B-CB7686E66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"/>
            <a:ext cx="12191483" cy="685800"/>
          </a:xfrm>
          <a:prstGeom xmlns:a="http://schemas.openxmlformats.org/drawingml/2006/main" prst="parallelogram">
            <a:avLst>
              <a:gd name="adj" fmla="val 43056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pic>
        <p:nvPicPr>
          <p:cNvPr id="29" name="图片 1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b45f7f53ab4cd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9056" y="73482"/>
            <a:ext cx="538838" cy="538838"/>
          </a:xfrm>
          <a:prstGeom xmlns:a="http://schemas.openxmlformats.org/drawingml/2006/main" prst="rect">
            <a:avLst/>
          </a:prstGeom>
        </p:spPr>
      </p:pic>
      <p:sp>
        <p:nvSpPr>
          <p:cNvPr id="21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C2D49473-9331-4572-8AFC-3A905D765CF9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75351" y="43657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l">
              <a:lnSpc>
                <a:spcPct val="100000"/>
              </a:lnSpc>
              <a:buNone/>
              <a:defRPr sz="3200" b="1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preserve="1" userDrawn="1">
  <p:cSld name="封底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3" name="图片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6dabe0a3b54012">
            <a:duotone>
              <a:prstClr val="black"/>
              <a:schemeClr val="accent1">
                <a:tint val="45000"/>
                <a:satMod val="400000"/>
              </a:schemeClr>
            </a:duotone>
            <a:alphaModFix amt="20000"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50417" y="2900149"/>
            <a:ext cx="12292835" cy="3957851"/>
          </a:xfrm>
          <a:prstGeom xmlns:a="http://schemas.openxmlformats.org/drawingml/2006/main" prst="rect">
            <a:avLst/>
          </a:prstGeom>
        </p:spPr>
      </p:pic>
      <p:sp>
        <p:nvSpPr>
          <p:cNvPr id="13" name="直接连接符 12">
            <a:extLst xmlns:a="http://schemas.openxmlformats.org/drawingml/2006/main">
              <a:ext uri="{FF2B5EF4-FFF2-40B4-BE49-F238E27FC236}">
                <a16:creationId xmlns:a16="http://schemas.microsoft.com/office/drawing/2014/main" id="{0F60F5A8-3022-49D5-A1B7-18CDA62C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4" name="直接连接符 13">
            <a:extLst xmlns:a="http://schemas.openxmlformats.org/drawingml/2006/main">
              <a:ext uri="{FF2B5EF4-FFF2-40B4-BE49-F238E27FC236}">
                <a16:creationId xmlns:a16="http://schemas.microsoft.com/office/drawing/2014/main" id="{2989B7D2-D2DE-4D77-870B-585E51853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89690" y="3429000"/>
            <a:ext cx="2197510" cy="0"/>
          </a:xfrm>
          <a:prstGeom xmlns:a="http://schemas.openxmlformats.org/drawingml/2006/main" prst="line">
            <a:avLst/>
          </a:prstGeom>
          <a:ln xmlns:a="http://schemas.openxmlformats.org/drawingml/2006/main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文本占位符 31">
            <a:extLst xmlns:a="http://schemas.openxmlformats.org/drawingml/2006/main">
              <a:ext uri="{FF2B5EF4-FFF2-40B4-BE49-F238E27FC236}">
                <a16:creationId xmlns:a16="http://schemas.microsoft.com/office/drawing/2014/main" id="{4EB0A957-E3E4-47EE-9713-82509E17FD51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>
          <a:xfrm xmlns:a="http://schemas.openxmlformats.org/drawingml/2006/main">
            <a:off x="2555162" y="3129756"/>
            <a:ext cx="7081677" cy="59848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/>
          <a:lstStyle xmlns:a="http://schemas.openxmlformats.org/drawingml/2006/main">
            <a:lvl1pPr marL="0" indent="0" algn="ctr">
              <a:lnSpc>
                <a:spcPct val="100000"/>
              </a:lnSpc>
              <a:buNone/>
              <a:defRPr sz="6000" b="1" spc="600">
                <a:solidFill>
                  <a:schemeClr val="bg1"/>
                </a:solidFill>
              </a:defRPr>
            </a:lvl1pPr>
          </a:lstStyle>
          <a:p xmlns:a="http://schemas.openxmlformats.org/drawingml/2006/main">
            <a:pPr lvl="0">
              <a:buNone/>
            </a:pPr>
            <a:endParaRPr/>
          </a:p>
        </p:txBody>
      </p:sp>
      <p:pic>
        <p:nvPicPr>
          <p:cNvPr id="27" name="图片 6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33c9ca69082411a">
            <a:alphaModFix amt="20000"/>
            <a:duotone>
              <a:schemeClr val="accent4">
                <a:shade val="45000"/>
                <a:satMod val="135000"/>
              </a:schemeClr>
              <a:prstClr val="white"/>
            </a:duotone>
          </a:blip>
          <a:srcRect xmlns:a="http://schemas.openxmlformats.org/drawingml/2006/main" l="0" t="9831" r="0" b="36385"/>
          <a:stretch xmlns:a="http://schemas.openxmlformats.org/drawingml/2006/main"/>
        </p:blipFill>
        <p:spPr>
          <a:xfrm xmlns:a="http://schemas.openxmlformats.org/drawingml/2006/main">
            <a:off x="3352562" y="6146610"/>
            <a:ext cx="5486876" cy="406590"/>
          </a:xfrm>
          <a:prstGeom xmlns:a="http://schemas.openxmlformats.org/drawingml/2006/main" prst="rect">
            <a:avLst/>
          </a:prstGeom>
        </p:spPr>
      </p:pic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acfa75e9f347a9" /><Relationship Type="http://schemas.openxmlformats.org/officeDocument/2006/relationships/slideLayout" Target="/ppt/slideLayouts/slideLayout1.xml" Id="R8be3da2a46ec4497" /><Relationship Type="http://schemas.openxmlformats.org/officeDocument/2006/relationships/slideLayout" Target="/ppt/slideLayouts/slideLayout2.xml" Id="R1b4c342f05a74b14" /><Relationship Type="http://schemas.openxmlformats.org/officeDocument/2006/relationships/slideLayout" Target="/ppt/slideLayouts/slideLayout3.xml" Id="Rf51b513edab54653" /><Relationship Type="http://schemas.openxmlformats.org/officeDocument/2006/relationships/slideLayout" Target="/ppt/slideLayouts/slideLayout4.xml" Id="R0e76543479664318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F26411B-55E1-4CE5-B9CA-4734B17AE0EC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10849970" y="6515101"/>
            <a:ext cx="103723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48644C6-89F0-466C-949F-E70AD72679A8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be3da2a46ec4497"/>
    <p:sldLayoutId xmlns:r="http://schemas.openxmlformats.org/officeDocument/2006/relationships" id="2147483650" r:id="R1b4c342f05a74b14"/>
    <p:sldLayoutId xmlns:r="http://schemas.openxmlformats.org/officeDocument/2006/relationships" id="2147483651" r:id="Rf51b513edab54653"/>
    <p:sldLayoutId xmlns:r="http://schemas.openxmlformats.org/officeDocument/2006/relationships" id="2147483652" r:id="R0e76543479664318"/>
  </p:sldLayoutIdLst>
  <p:hf hdr="0" ftr="0" dt="0"/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192">
          <p15:clr>
            <a:srgbClr xmlns:a="http://schemas.openxmlformats.org/drawingml/2006/main" val="F26B43"/>
          </p15:clr>
        </p15:guide>
        <p15:guide id="2" pos="7488">
          <p15:clr>
            <a:srgbClr xmlns:a="http://schemas.openxmlformats.org/drawingml/2006/main" val="F26B43"/>
          </p15:clr>
        </p15:guide>
        <p15:guide id="3" orient="horz" pos="432">
          <p15:clr>
            <a:srgbClr xmlns:a="http://schemas.openxmlformats.org/drawingml/2006/main" val="F26B43"/>
          </p15:clr>
        </p15:guide>
        <p15:guide id="4" orient="horz" pos="472">
          <p15:clr>
            <a:srgbClr xmlns:a="http://schemas.openxmlformats.org/drawingml/2006/main" val="F26B43"/>
          </p15:clr>
        </p15:guide>
        <p15:guide id="5" orient="horz" pos="4104">
          <p15:clr>
            <a:srgbClr xmlns:a="http://schemas.openxmlformats.org/drawingml/2006/main" val="F26B43"/>
          </p15:clr>
        </p15:guide>
        <p15:guide id="6" orient="horz" pos="4056">
          <p15:clr>
            <a:srgbClr xmlns:a="http://schemas.openxmlformats.org/drawingml/2006/main" val="F26B43"/>
          </p15:clr>
        </p15:guide>
      </p15:sldGuideLst>
    </p:ext>
  </p:extLst>
</p:sldMaster>
</file>

<file path=ppt/slideMasters/theme/theme2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bf32b955774e0c" /><Relationship Type="http://schemas.openxmlformats.org/officeDocument/2006/relationships/notesSlide" Target="/ppt/notesSlides/notesSlide1.xml" Id="Rb276918ec48b40d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8b4182a8194c76" /><Relationship Type="http://schemas.openxmlformats.org/officeDocument/2006/relationships/image" Target="/ppt/media/image6.png" Id="R6084554922344afa" /><Relationship Type="http://schemas.openxmlformats.org/officeDocument/2006/relationships/notesSlide" Target="/ppt/notesSlides/notesSlide2.xml" Id="R8b2f09e251ea489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2caee53b3bd4973" /><Relationship Type="http://schemas.openxmlformats.org/officeDocument/2006/relationships/image" Target="/ppt/media/image7.png" Id="Ra6857b99d71d4173" /><Relationship Type="http://schemas.openxmlformats.org/officeDocument/2006/relationships/notesSlide" Target="/ppt/notesSlides/notesSlide3.xml" Id="Raf448a53db4d49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b2efac3344b4ec3" /><Relationship Type="http://schemas.openxmlformats.org/officeDocument/2006/relationships/image" Target="/ppt/media/image8.png" Id="R92a11dff69084665" /><Relationship Type="http://schemas.openxmlformats.org/officeDocument/2006/relationships/notesSlide" Target="/ppt/notesSlides/notesSlide4.xml" Id="R0bb7e5c95d3f41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368ce46609f41cd" /><Relationship Type="http://schemas.openxmlformats.org/officeDocument/2006/relationships/image" Target="/ppt/media/image9.png" Id="Rf35eb473dae24f0f" /><Relationship Type="http://schemas.openxmlformats.org/officeDocument/2006/relationships/notesSlide" Target="/ppt/notesSlides/notesSlide5.xml" Id="Rf1bd4ca43fdd4ca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95c4904b8ee41a6" /><Relationship Type="http://schemas.openxmlformats.org/officeDocument/2006/relationships/image" Target="/ppt/media/image10.png" Id="Rb7f4ea27e748439d" /><Relationship Type="http://schemas.openxmlformats.org/officeDocument/2006/relationships/notesSlide" Target="/ppt/notesSlides/notesSlide6.xml" Id="Re7bf88432fb440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31975cc621b45f2" /><Relationship Type="http://schemas.openxmlformats.org/officeDocument/2006/relationships/image" Target="/ppt/media/image11.png" Id="Raadeeb33551a450c" /><Relationship Type="http://schemas.openxmlformats.org/officeDocument/2006/relationships/notesSlide" Target="/ppt/notesSlides/notesSlide7.xml" Id="R22c402a2200c429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b8f45bc27ce4fd3" /><Relationship Type="http://schemas.openxmlformats.org/officeDocument/2006/relationships/image" Target="/ppt/media/image12.png" Id="R9e5832739d884383" /><Relationship Type="http://schemas.openxmlformats.org/officeDocument/2006/relationships/notesSlide" Target="/ppt/notesSlides/notesSlide8.xml" Id="R0cde9f1f5a3f48f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e6cb48de88394625" /><Relationship Type="http://schemas.openxmlformats.org/officeDocument/2006/relationships/image" Target="/ppt/media/image13.png" Id="R2d9dc1587bc442cd" /><Relationship Type="http://schemas.openxmlformats.org/officeDocument/2006/relationships/notesSlide" Target="/ppt/notesSlides/notesSlide9.xml" Id="R64a4a43e99034ac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0efbf050957b4194" /><Relationship Type="http://schemas.openxmlformats.org/officeDocument/2006/relationships/image" Target="/ppt/media/image14.png" Id="Rf5d0bc5da4cd4065" /><Relationship Type="http://schemas.openxmlformats.org/officeDocument/2006/relationships/notesSlide" Target="/ppt/notesSlides/notesSlide10.xml" Id="R105ab9970354411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31601987f44935" /><Relationship Type="http://schemas.openxmlformats.org/officeDocument/2006/relationships/image" Target="/ppt/media/image15.png" Id="R78ea0f6a9dcc40fa" /><Relationship Type="http://schemas.openxmlformats.org/officeDocument/2006/relationships/notesSlide" Target="/ppt/notesSlides/notesSlide11.xml" Id="R803bd25f1cad4ec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e56bd4be8942db" /><Relationship Type="http://schemas.openxmlformats.org/officeDocument/2006/relationships/image" Target="/ppt/media/image16.png" Id="Rb4dab0396f274df3" /><Relationship Type="http://schemas.openxmlformats.org/officeDocument/2006/relationships/notesSlide" Target="/ppt/notesSlides/notesSlide12.xml" Id="R0213defb000e41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ccd05abf8cdf49aa" /><Relationship Type="http://schemas.openxmlformats.org/officeDocument/2006/relationships/image" Target="/ppt/media/image17.png" Id="Rfbf469a2faec40d4" /><Relationship Type="http://schemas.openxmlformats.org/officeDocument/2006/relationships/notesSlide" Target="/ppt/notesSlides/notesSlide13.xml" Id="R3ee3b690a1fe445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641f041bd914df7" /><Relationship Type="http://schemas.openxmlformats.org/officeDocument/2006/relationships/image" Target="/ppt/media/image18.png" Id="R48c5d2feeee54310" /><Relationship Type="http://schemas.openxmlformats.org/officeDocument/2006/relationships/notesSlide" Target="/ppt/notesSlides/notesSlide14.xml" Id="R332e1c3d85034a5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4120f625aae4583" /><Relationship Type="http://schemas.openxmlformats.org/officeDocument/2006/relationships/image" Target="/ppt/media/image19.png" Id="R8f30367e63e24998" /><Relationship Type="http://schemas.openxmlformats.org/officeDocument/2006/relationships/notesSlide" Target="/ppt/notesSlides/notesSlide15.xml" Id="Rb7f1154f6db047f6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6473155282b42da" /><Relationship Type="http://schemas.openxmlformats.org/officeDocument/2006/relationships/image" Target="/ppt/media/image20.png" Id="R867561a704214438" /><Relationship Type="http://schemas.openxmlformats.org/officeDocument/2006/relationships/notesSlide" Target="/ppt/notesSlides/notesSlide16.xml" Id="R368a832cd5c84de1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d719b2ce0fa245cd" /><Relationship Type="http://schemas.openxmlformats.org/officeDocument/2006/relationships/image" Target="/ppt/media/image21.png" Id="Rbdeaa8552bc54da7" /><Relationship Type="http://schemas.openxmlformats.org/officeDocument/2006/relationships/notesSlide" Target="/ppt/notesSlides/notesSlide17.xml" Id="Re55db77c6e184989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82112c07aff4f51" /><Relationship Type="http://schemas.openxmlformats.org/officeDocument/2006/relationships/image" Target="/ppt/media/image22.png" Id="Rd5140422d7cb4173" /><Relationship Type="http://schemas.openxmlformats.org/officeDocument/2006/relationships/notesSlide" Target="/ppt/notesSlides/notesSlide18.xml" Id="Rdc52633f31d34bc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afc774afb34cd7" /><Relationship Type="http://schemas.openxmlformats.org/officeDocument/2006/relationships/image" Target="/ppt/media/image23.png" Id="Re0d49ff146024baf" /><Relationship Type="http://schemas.openxmlformats.org/officeDocument/2006/relationships/notesSlide" Target="/ppt/notesSlides/notesSlide19.xml" Id="R3135ee9dad474e20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8d7b5524fc464874" /><Relationship Type="http://schemas.openxmlformats.org/officeDocument/2006/relationships/image" Target="/ppt/media/image24.png" Id="Ra296e9f65a4b48a8" /><Relationship Type="http://schemas.openxmlformats.org/officeDocument/2006/relationships/notesSlide" Target="/ppt/notesSlides/notesSlide20.xml" Id="Rd31e0db23dc145e1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e5d475762ed43d6" /><Relationship Type="http://schemas.openxmlformats.org/officeDocument/2006/relationships/image" Target="/ppt/media/image25.png" Id="R710c2ab6c4394e55" /><Relationship Type="http://schemas.openxmlformats.org/officeDocument/2006/relationships/notesSlide" Target="/ppt/notesSlides/notesSlide21.xml" Id="Rfd6ac6402a33494e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FD4937E-9B10-4B33-AB2F-C3472EA26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90700"/>
            <a:ext cx="9906000" cy="16478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3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第12讲 Agent/Skill 选型与自主 Research Workflow 设计</a:t>
            </a:r>
          </a:p>
        </p:txBody>
      </p:sp>
    </p:spTree>
    <p:extLst>
      <p:ext uri="{BB962C8B-B14F-4D97-AF65-F5344CB8AC3E}">
        <p14:creationId xmlns:p14="http://schemas.microsoft.com/office/powerpoint/2010/main" val="345004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八个设计决定围绕同一工作流展开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598689-54C9-18A7-3A19-ED76AA08988F}" type="slidenum">
              <a:t>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1AD45271-749D-4061-803D-BECC4EDCE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84554922344afa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6EE8992D-2CA2-4366-8FF2-17719BCD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八个设计决定围绕同一工作流展开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78F352A8-CEDE-4C12-B57B-DBC233623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43A3AC0C-F55D-4E85-B03D-8644E07DA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43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DDCEEB0B-6E1B-4956-BED9-FAEF59727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19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任务契约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4C8E86B3-94A5-4DFB-9554-596B687E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9070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F4AEF127-FBD7-4A13-A26F-71E36615D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495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输入输出与边界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245325A5-D821-4AC6-B21C-083FD2158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343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F87B7F69-FC28-4BB1-AB0F-68639D757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1619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Context / 状态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670A1C3B-6B8E-444E-9205-976B3167D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179070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A907D2ED-BAB6-4F9D-B894-8DCE36284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2495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可审计工件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B986281B-3FEA-4BDF-BBAF-975796523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343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33C569A4-8A4D-4CAF-AAE7-F910241DF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1619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工具权限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F81D905A-12B9-417C-BD9C-B215341C0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179070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88FADD33-7548-4D33-81D1-4A2C4050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2495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五档与确认点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96CF3FB4-1735-40D8-BF46-6CBD06C7A4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431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E7EE6A5F-E82C-4F8F-B501-43B77A32F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6192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执行循环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03DB9384-8D8A-4097-8F8F-0A54BD27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4955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继承 L11 冻结循环</a:t>
            </a:r>
          </a:p>
        </p:txBody>
      </p:sp>
      <p:sp>
        <p:nvSpPr>
          <p:cNvPr id="25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23717D3B-D3FF-4F01-9222-45B4C4E5A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38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6" name="chain-0">
            <a:extLst xmlns:a="http://schemas.openxmlformats.org/drawingml/2006/main">
              <a:ext uri="{FF2B5EF4-FFF2-40B4-BE49-F238E27FC236}">
                <a16:creationId xmlns:a16="http://schemas.microsoft.com/office/drawing/2014/main" id="{22D023A9-75DE-4DE3-BAF8-2C9757FF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14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工件追踪</a:t>
            </a:r>
          </a:p>
        </p:txBody>
      </p:sp>
      <p:sp>
        <p:nvSpPr>
          <p:cNvPr id="27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F8B7E982-0377-45C6-901A-73072E5E9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88620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8" name="chain-sub-0">
            <a:extLst xmlns:a="http://schemas.openxmlformats.org/drawingml/2006/main">
              <a:ext uri="{FF2B5EF4-FFF2-40B4-BE49-F238E27FC236}">
                <a16:creationId xmlns:a16="http://schemas.microsoft.com/office/drawing/2014/main" id="{4A32309A-916A-485A-BAD6-07488E3B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91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run ID</a:t>
            </a:r>
          </a:p>
        </p:txBody>
      </p:sp>
      <p:sp>
        <p:nvSpPr>
          <p:cNvPr id="29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36862E82-E219-49DB-B943-E82A27EA6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4438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30" name="chain-1">
            <a:extLst xmlns:a="http://schemas.openxmlformats.org/drawingml/2006/main">
              <a:ext uri="{FF2B5EF4-FFF2-40B4-BE49-F238E27FC236}">
                <a16:creationId xmlns:a16="http://schemas.microsoft.com/office/drawing/2014/main" id="{D91616C8-4294-4C80-9DC8-46EB626D8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3714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Evals</a:t>
            </a:r>
          </a:p>
        </p:txBody>
      </p:sp>
      <p:sp>
        <p:nvSpPr>
          <p:cNvPr id="31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A2FAF685-A630-4330-9B98-C4C2B58F3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6250" y="388620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2" name="chain-sub-1">
            <a:extLst xmlns:a="http://schemas.openxmlformats.org/drawingml/2006/main">
              <a:ext uri="{FF2B5EF4-FFF2-40B4-BE49-F238E27FC236}">
                <a16:creationId xmlns:a16="http://schemas.microsoft.com/office/drawing/2014/main" id="{9524ECA7-EBC8-407A-9260-FDE422D7D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6000" y="4591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独立评价</a:t>
            </a:r>
          </a:p>
        </p:txBody>
      </p:sp>
      <p:sp>
        <p:nvSpPr>
          <p:cNvPr id="33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9DC9AEE1-14A6-4A31-816E-F685C6750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438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34" name="chain-2">
            <a:extLst xmlns:a="http://schemas.openxmlformats.org/drawingml/2006/main">
              <a:ext uri="{FF2B5EF4-FFF2-40B4-BE49-F238E27FC236}">
                <a16:creationId xmlns:a16="http://schemas.microsoft.com/office/drawing/2014/main" id="{93F48441-4F6A-4C98-8B4F-17825978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3714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人工审核</a:t>
            </a:r>
          </a:p>
        </p:txBody>
      </p:sp>
      <p:sp>
        <p:nvSpPr>
          <p:cNvPr id="35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F18E038B-9DE5-49F1-95C3-937E06AEC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45500" y="3886200"/>
            <a:ext cx="88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36" name="chain-sub-2">
            <a:extLst xmlns:a="http://schemas.openxmlformats.org/drawingml/2006/main">
              <a:ext uri="{FF2B5EF4-FFF2-40B4-BE49-F238E27FC236}">
                <a16:creationId xmlns:a16="http://schemas.microsoft.com/office/drawing/2014/main" id="{09541EA7-8E49-426F-A1ED-205E8A132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5250" y="4591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研究决定</a:t>
            </a:r>
          </a:p>
        </p:txBody>
      </p:sp>
      <p:sp>
        <p:nvSpPr>
          <p:cNvPr id="37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51F29B22-0723-4644-9052-39E1D9327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438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38" name="chain-3">
            <a:extLst xmlns:a="http://schemas.openxmlformats.org/drawingml/2006/main">
              <a:ext uri="{FF2B5EF4-FFF2-40B4-BE49-F238E27FC236}">
                <a16:creationId xmlns:a16="http://schemas.microsoft.com/office/drawing/2014/main" id="{94085A36-67AB-4509-B3FD-CD2F0B17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714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失败恢复</a:t>
            </a:r>
          </a:p>
        </p:txBody>
      </p:sp>
      <p:sp>
        <p:nvSpPr>
          <p:cNvPr id="39" name="chain-sub-3">
            <a:extLst xmlns:a="http://schemas.openxmlformats.org/drawingml/2006/main">
              <a:ext uri="{FF2B5EF4-FFF2-40B4-BE49-F238E27FC236}">
                <a16:creationId xmlns:a16="http://schemas.microsoft.com/office/drawing/2014/main" id="{9A0DCE3E-2C99-4609-93A5-BCFE9CF85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4591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保留 trace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任务契约同时写明成功与禁止项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02359C0-8A7A-196E-DD58-8E6569619F09}" type="slidenum">
              <a:t>3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5E555795-7F2A-4ED1-9171-22F04926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857b99d71d417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3C546E0-1CDC-447B-BAE4-FE9FACA3B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任务契约同时写明成功与禁止项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DE7C0B6-11AA-435C-9431-FCB1DB703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2-bg">
            <a:extLst xmlns:a="http://schemas.openxmlformats.org/drawingml/2006/main">
              <a:ext uri="{FF2B5EF4-FFF2-40B4-BE49-F238E27FC236}">
                <a16:creationId xmlns:a16="http://schemas.microsoft.com/office/drawing/2014/main" id="{C53B6E48-E72C-4BC1-8D2F-3421509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2-title-bg">
            <a:extLst xmlns:a="http://schemas.openxmlformats.org/drawingml/2006/main">
              <a:ext uri="{FF2B5EF4-FFF2-40B4-BE49-F238E27FC236}">
                <a16:creationId xmlns:a16="http://schemas.microsoft.com/office/drawing/2014/main" id="{3EF58B2F-442D-4F53-9F79-AA58F5540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2-title">
            <a:extLst xmlns:a="http://schemas.openxmlformats.org/drawingml/2006/main">
              <a:ext uri="{FF2B5EF4-FFF2-40B4-BE49-F238E27FC236}">
                <a16:creationId xmlns:a16="http://schemas.microsoft.com/office/drawing/2014/main" id="{CFCEA75B-3F54-411F-95A8-CCCC2EA3E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contract.md</a:t>
            </a:r>
          </a:p>
        </p:txBody>
      </p:sp>
      <p:sp>
        <p:nvSpPr>
          <p:cNvPr id="13" name="doc-12-line-0">
            <a:extLst xmlns:a="http://schemas.openxmlformats.org/drawingml/2006/main">
              <a:ext uri="{FF2B5EF4-FFF2-40B4-BE49-F238E27FC236}">
                <a16:creationId xmlns:a16="http://schemas.microsoft.com/office/drawing/2014/main" id="{6BE8C4DC-A010-4914-B580-114F892E2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科研动作｜为同一 20 篇论文生成两条件输出</a:t>
            </a:r>
          </a:p>
        </p:txBody>
      </p:sp>
      <p:sp>
        <p:nvSpPr>
          <p:cNvPr id="14" name="doc-12-line-1">
            <a:extLst xmlns:a="http://schemas.openxmlformats.org/drawingml/2006/main">
              <a:ext uri="{FF2B5EF4-FFF2-40B4-BE49-F238E27FC236}">
                <a16:creationId xmlns:a16="http://schemas.microsoft.com/office/drawing/2014/main" id="{14DF0D62-1574-4A50-866D-5F018820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841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成功标准｜输出可解析并绑定 run ID</a:t>
            </a:r>
          </a:p>
        </p:txBody>
      </p:sp>
      <p:sp>
        <p:nvSpPr>
          <p:cNvPr id="15" name="doc-12-line-2">
            <a:extLst xmlns:a="http://schemas.openxmlformats.org/drawingml/2006/main">
              <a:ext uri="{FF2B5EF4-FFF2-40B4-BE49-F238E27FC236}">
                <a16:creationId xmlns:a16="http://schemas.microsoft.com/office/drawing/2014/main" id="{5923F125-2570-46D5-8F4F-C616ECC3D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24040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不适用范围｜图表为主论文需人工处理</a:t>
            </a:r>
          </a:p>
        </p:txBody>
      </p:sp>
      <p:sp>
        <p:nvSpPr>
          <p:cNvPr id="16" name="doc-12-line-3">
            <a:extLst xmlns:a="http://schemas.openxmlformats.org/drawingml/2006/main">
              <a:ext uri="{FF2B5EF4-FFF2-40B4-BE49-F238E27FC236}">
                <a16:creationId xmlns:a16="http://schemas.microsoft.com/office/drawing/2014/main" id="{5D8E698C-AB43-4074-B034-5A5601DF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2239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禁止项｜不读人工基准、不改评价协议</a:t>
            </a:r>
          </a:p>
        </p:txBody>
      </p:sp>
      <p:sp>
        <p:nvSpPr>
          <p:cNvPr id="17" name="doc-12-line-4">
            <a:extLst xmlns:a="http://schemas.openxmlformats.org/drawingml/2006/main">
              <a:ext uri="{FF2B5EF4-FFF2-40B4-BE49-F238E27FC236}">
                <a16:creationId xmlns:a16="http://schemas.microsoft.com/office/drawing/2014/main" id="{C0C7A31D-4188-4DF3-A6CD-50A06EB70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04385"/>
            <a:ext cx="6400800" cy="670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人工审核｜外部动作与结论写回前确认</a:t>
            </a:r>
          </a:p>
        </p:txBody>
      </p:sp>
      <p:sp>
        <p:nvSpPr>
          <p:cNvPr id="18" name="contrast">
            <a:extLst xmlns:a="http://schemas.openxmlformats.org/drawingml/2006/main">
              <a:ext uri="{FF2B5EF4-FFF2-40B4-BE49-F238E27FC236}">
                <a16:creationId xmlns:a16="http://schemas.microsoft.com/office/drawing/2014/main" id="{5867FBB4-CE1C-4116-B798-C318866D2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809750"/>
            <a:ext cx="2857500" cy="2714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模糊意图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“自动整理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每周论文”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可检查契约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Context 是输入，状态必须落到工件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FD6AB9A-5F9E-5F59-51AB-3C8734130965}" type="slidenum">
              <a:t>4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2EEA8E12-5A9C-4472-9A16-B3D944BA8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a11dff6908466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0366F577-C8E5-4888-89C4-31D7F3539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Context 是输入，状态必须落到工件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1A1E148E-2172-43B7-BC67-0EE39B11C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left-h">
            <a:extLst xmlns:a="http://schemas.openxmlformats.org/drawingml/2006/main">
              <a:ext uri="{FF2B5EF4-FFF2-40B4-BE49-F238E27FC236}">
                <a16:creationId xmlns:a16="http://schemas.microsoft.com/office/drawing/2014/main" id="{323EB052-CD76-457C-B55B-2EA465E8A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不可审计</a:t>
            </a:r>
          </a:p>
        </p:txBody>
      </p:sp>
      <p:sp>
        <p:nvSpPr>
          <p:cNvPr id="11" name="right-h">
            <a:extLst xmlns:a="http://schemas.openxmlformats.org/drawingml/2006/main">
              <a:ext uri="{FF2B5EF4-FFF2-40B4-BE49-F238E27FC236}">
                <a16:creationId xmlns:a16="http://schemas.microsoft.com/office/drawing/2014/main" id="{10FDC450-5264-4EA2-9266-644F497CF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476375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可审计工件</a:t>
            </a:r>
          </a:p>
        </p:txBody>
      </p:sp>
      <p:sp>
        <p:nvSpPr>
          <p:cNvPr id="12" name="split">
            <a:extLst xmlns:a="http://schemas.openxmlformats.org/drawingml/2006/main">
              <a:ext uri="{FF2B5EF4-FFF2-40B4-BE49-F238E27FC236}">
                <a16:creationId xmlns:a16="http://schemas.microsoft.com/office/drawing/2014/main" id="{6F0CA159-BE99-4CA7-A4DE-3E451DF5F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476375"/>
            <a:ext cx="95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list-64-217-0">
            <a:extLst xmlns:a="http://schemas.openxmlformats.org/drawingml/2006/main">
              <a:ext uri="{FF2B5EF4-FFF2-40B4-BE49-F238E27FC236}">
                <a16:creationId xmlns:a16="http://schemas.microsoft.com/office/drawing/2014/main" id="{E5C547C2-E21D-41C8-9E00-68C1C7A0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整仓库塞入 Context</a:t>
            </a:r>
          </a:p>
        </p:txBody>
      </p:sp>
      <p:sp>
        <p:nvSpPr>
          <p:cNvPr id="14" name="list-64-217-1">
            <a:extLst xmlns:a="http://schemas.openxmlformats.org/drawingml/2006/main">
              <a:ext uri="{FF2B5EF4-FFF2-40B4-BE49-F238E27FC236}">
                <a16:creationId xmlns:a16="http://schemas.microsoft.com/office/drawing/2014/main" id="{F52E91DA-C664-4DAE-A831-53857E085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只留会话记忆</a:t>
            </a:r>
          </a:p>
        </p:txBody>
      </p:sp>
      <p:sp>
        <p:nvSpPr>
          <p:cNvPr id="15" name="list-64-217-2">
            <a:extLst xmlns:a="http://schemas.openxmlformats.org/drawingml/2006/main">
              <a:ext uri="{FF2B5EF4-FFF2-40B4-BE49-F238E27FC236}">
                <a16:creationId xmlns:a16="http://schemas.microsoft.com/office/drawing/2014/main" id="{89840A2F-E9CA-4E38-89AE-CB5A5E43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无法反查输入版本</a:t>
            </a:r>
          </a:p>
        </p:txBody>
      </p:sp>
      <p:sp>
        <p:nvSpPr>
          <p:cNvPr id="16" name="list-696-217-0">
            <a:extLst xmlns:a="http://schemas.openxmlformats.org/drawingml/2006/main">
              <a:ext uri="{FF2B5EF4-FFF2-40B4-BE49-F238E27FC236}">
                <a16:creationId xmlns:a16="http://schemas.microsoft.com/office/drawing/2014/main" id="{400BA13B-C939-4DAB-A1B5-1EE80B1C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0669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input-snapshot/</a:t>
            </a:r>
          </a:p>
        </p:txBody>
      </p:sp>
      <p:sp>
        <p:nvSpPr>
          <p:cNvPr id="17" name="list-696-217-1">
            <a:extLst xmlns:a="http://schemas.openxmlformats.org/drawingml/2006/main">
              <a:ext uri="{FF2B5EF4-FFF2-40B4-BE49-F238E27FC236}">
                <a16:creationId xmlns:a16="http://schemas.microsoft.com/office/drawing/2014/main" id="{00428938-2B21-40A0-8E33-C6B715965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5241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state.json + checkpoint</a:t>
            </a:r>
          </a:p>
        </p:txBody>
      </p:sp>
      <p:sp>
        <p:nvSpPr>
          <p:cNvPr id="18" name="list-696-217-2">
            <a:extLst xmlns:a="http://schemas.openxmlformats.org/drawingml/2006/main">
              <a:ext uri="{FF2B5EF4-FFF2-40B4-BE49-F238E27FC236}">
                <a16:creationId xmlns:a16="http://schemas.microsoft.com/office/drawing/2014/main" id="{E0E0AA16-5A33-4DBB-AA9A-00C11D770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981325"/>
            <a:ext cx="4953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— evidence-map.md + decision-log.md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工具权限落在仓库路径与人工确认门上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E5B3003-2C54-13C6-9832-7637201064DE}" type="slidenum">
              <a:t>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5F69F584-E588-4A29-9922-6A56095F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35eb473dae24f0f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61070DC-20FD-4072-99E5-98CDEAAA4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工具权限落在仓库路径与人工确认门上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2CFE50B2-79B9-4834-B579-1BD4C7CE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3-bg">
            <a:extLst xmlns:a="http://schemas.openxmlformats.org/drawingml/2006/main">
              <a:ext uri="{FF2B5EF4-FFF2-40B4-BE49-F238E27FC236}">
                <a16:creationId xmlns:a16="http://schemas.microsoft.com/office/drawing/2014/main" id="{D4C0CDFF-7FBA-4E9F-ABA1-DDB2A491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619125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3-title-bg">
            <a:extLst xmlns:a="http://schemas.openxmlformats.org/drawingml/2006/main">
              <a:ext uri="{FF2B5EF4-FFF2-40B4-BE49-F238E27FC236}">
                <a16:creationId xmlns:a16="http://schemas.microsoft.com/office/drawing/2014/main" id="{47C21362-A306-4719-AD91-42EBC410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3-title">
            <a:extLst xmlns:a="http://schemas.openxmlformats.org/drawingml/2006/main">
              <a:ext uri="{FF2B5EF4-FFF2-40B4-BE49-F238E27FC236}">
                <a16:creationId xmlns:a16="http://schemas.microsoft.com/office/drawing/2014/main" id="{0A979DE5-288A-4A03-BEA8-8B75339A0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project/</a:t>
            </a:r>
          </a:p>
        </p:txBody>
      </p:sp>
      <p:sp>
        <p:nvSpPr>
          <p:cNvPr id="13" name="doc-13-line-0">
            <a:extLst xmlns:a="http://schemas.openxmlformats.org/drawingml/2006/main">
              <a:ext uri="{FF2B5EF4-FFF2-40B4-BE49-F238E27FC236}">
                <a16:creationId xmlns:a16="http://schemas.microsoft.com/office/drawing/2014/main" id="{E4344546-A644-47A3-B407-393FD38A0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7642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  experiment-spec.md</a:t>
            </a:r>
          </a:p>
        </p:txBody>
      </p:sp>
      <p:sp>
        <p:nvSpPr>
          <p:cNvPr id="14" name="doc-13-line-1">
            <a:extLst xmlns:a="http://schemas.openxmlformats.org/drawingml/2006/main">
              <a:ext uri="{FF2B5EF4-FFF2-40B4-BE49-F238E27FC236}">
                <a16:creationId xmlns:a16="http://schemas.microsoft.com/office/drawing/2014/main" id="{2424C555-C9B2-4572-B0C6-C397227F5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4475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  evidence-map.md</a:t>
            </a:r>
          </a:p>
        </p:txBody>
      </p:sp>
      <p:sp>
        <p:nvSpPr>
          <p:cNvPr id="15" name="doc-13-line-2">
            <a:extLst xmlns:a="http://schemas.openxmlformats.org/drawingml/2006/main">
              <a:ext uri="{FF2B5EF4-FFF2-40B4-BE49-F238E27FC236}">
                <a16:creationId xmlns:a16="http://schemas.microsoft.com/office/drawing/2014/main" id="{5DC38AB1-90A0-43E1-8BBF-1DE21612F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307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W  workflow/runs/</a:t>
            </a:r>
          </a:p>
        </p:txBody>
      </p:sp>
      <p:sp>
        <p:nvSpPr>
          <p:cNvPr id="16" name="doc-13-line-3">
            <a:extLst xmlns:a="http://schemas.openxmlformats.org/drawingml/2006/main">
              <a:ext uri="{FF2B5EF4-FFF2-40B4-BE49-F238E27FC236}">
                <a16:creationId xmlns:a16="http://schemas.microsoft.com/office/drawing/2014/main" id="{2FDC35D1-158D-470F-8917-70F20B40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X  local evaluator only</a:t>
            </a:r>
          </a:p>
        </p:txBody>
      </p:sp>
      <p:sp>
        <p:nvSpPr>
          <p:cNvPr id="17" name="doc-13-line-4">
            <a:extLst xmlns:a="http://schemas.openxmlformats.org/drawingml/2006/main">
              <a:ext uri="{FF2B5EF4-FFF2-40B4-BE49-F238E27FC236}">
                <a16:creationId xmlns:a16="http://schemas.microsoft.com/office/drawing/2014/main" id="{D57BBD0F-580B-45A6-9355-078A21FC0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49725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?  external upload / config change</a:t>
            </a:r>
          </a:p>
        </p:txBody>
      </p:sp>
      <p:sp>
        <p:nvSpPr>
          <p:cNvPr id="18" name="doc-13-line-5">
            <a:extLst xmlns:a="http://schemas.openxmlformats.org/drawingml/2006/main">
              <a:ext uri="{FF2B5EF4-FFF2-40B4-BE49-F238E27FC236}">
                <a16:creationId xmlns:a16="http://schemas.microsoft.com/office/drawing/2014/main" id="{505A0663-206C-4C60-A0E6-409E61A9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18050"/>
            <a:ext cx="573405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!  gold-standard/</a:t>
            </a:r>
          </a:p>
        </p:txBody>
      </p:sp>
      <p:sp>
        <p:nvSpPr>
          <p:cNvPr id="19" name="gate">
            <a:extLst xmlns:a="http://schemas.openxmlformats.org/drawingml/2006/main">
              <a:ext uri="{FF2B5EF4-FFF2-40B4-BE49-F238E27FC236}">
                <a16:creationId xmlns:a16="http://schemas.microsoft.com/office/drawing/2014/main" id="{6358201C-5D6C-46B8-AF35-B32478B2D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714500"/>
            <a:ext cx="2857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人工确认门</a:t>
            </a:r>
          </a:p>
        </p:txBody>
      </p:sp>
      <p:sp>
        <p:nvSpPr>
          <p:cNvPr id="20" name="list-830-270-0">
            <a:extLst xmlns:a="http://schemas.openxmlformats.org/drawingml/2006/main">
              <a:ext uri="{FF2B5EF4-FFF2-40B4-BE49-F238E27FC236}">
                <a16:creationId xmlns:a16="http://schemas.microsoft.com/office/drawing/2014/main" id="{ED0215C6-CAEC-430F-A895-E7098E96C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5717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外部写入</a:t>
            </a:r>
          </a:p>
        </p:txBody>
      </p:sp>
      <p:sp>
        <p:nvSpPr>
          <p:cNvPr id="21" name="list-830-270-1">
            <a:extLst xmlns:a="http://schemas.openxmlformats.org/drawingml/2006/main">
              <a:ext uri="{FF2B5EF4-FFF2-40B4-BE49-F238E27FC236}">
                <a16:creationId xmlns:a16="http://schemas.microsoft.com/office/drawing/2014/main" id="{ED28CD9F-0116-415D-9A3A-564E43AB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0289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数据上传</a:t>
            </a:r>
          </a:p>
        </p:txBody>
      </p:sp>
      <p:sp>
        <p:nvSpPr>
          <p:cNvPr id="22" name="list-830-270-2">
            <a:extLst xmlns:a="http://schemas.openxmlformats.org/drawingml/2006/main">
              <a:ext uri="{FF2B5EF4-FFF2-40B4-BE49-F238E27FC236}">
                <a16:creationId xmlns:a16="http://schemas.microsoft.com/office/drawing/2014/main" id="{D1F5E959-A1EE-4A33-9868-EA54100E4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486150"/>
            <a:ext cx="2762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□ 评价配置改动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自主程度越高，独立评价与停止越重要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C630A04-5A25-9E0C-9436-126091DB86B3}" type="slidenum">
              <a:t>6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75FE2AE4-82E1-44B6-BB97-AA986C9A6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f4ea27e748439d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A1BDD0C0-982F-4D7C-A644-F845DBFF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自主程度越高，独立评价与停止越重要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0B7D47B-D68E-4DF8-9992-11CAE395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axis">
            <a:extLst xmlns:a="http://schemas.openxmlformats.org/drawingml/2006/main">
              <a:ext uri="{FF2B5EF4-FFF2-40B4-BE49-F238E27FC236}">
                <a16:creationId xmlns:a16="http://schemas.microsoft.com/office/drawing/2014/main" id="{240978B3-122F-492B-A3A5-102C04633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48000"/>
            <a:ext cx="11334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mode-0">
            <a:extLst xmlns:a="http://schemas.openxmlformats.org/drawingml/2006/main">
              <a:ext uri="{FF2B5EF4-FFF2-40B4-BE49-F238E27FC236}">
                <a16:creationId xmlns:a16="http://schemas.microsoft.com/office/drawing/2014/main" id="{327BE0C0-08F4-4F35-A5B1-EB53A0D06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81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脚本</a:t>
            </a:r>
          </a:p>
        </p:txBody>
      </p:sp>
      <p:sp>
        <p:nvSpPr>
          <p:cNvPr id="12" name="tick-0">
            <a:extLst xmlns:a="http://schemas.openxmlformats.org/drawingml/2006/main">
              <a:ext uri="{FF2B5EF4-FFF2-40B4-BE49-F238E27FC236}">
                <a16:creationId xmlns:a16="http://schemas.microsoft.com/office/drawing/2014/main" id="{2D3CEC24-B1BC-494B-84F0-89C3CD4BA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3" name="mode-1">
            <a:extLst xmlns:a="http://schemas.openxmlformats.org/drawingml/2006/main">
              <a:ext uri="{FF2B5EF4-FFF2-40B4-BE49-F238E27FC236}">
                <a16:creationId xmlns:a16="http://schemas.microsoft.com/office/drawing/2014/main" id="{FCF40BB9-593A-4995-A44F-240C39B6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81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固定工作流</a:t>
            </a:r>
          </a:p>
        </p:txBody>
      </p:sp>
      <p:sp>
        <p:nvSpPr>
          <p:cNvPr id="14" name="tick-1">
            <a:extLst xmlns:a="http://schemas.openxmlformats.org/drawingml/2006/main">
              <a:ext uri="{FF2B5EF4-FFF2-40B4-BE49-F238E27FC236}">
                <a16:creationId xmlns:a16="http://schemas.microsoft.com/office/drawing/2014/main" id="{2AB1DEB5-17B9-45AA-B5A4-AF69918F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mode-2">
            <a:extLst xmlns:a="http://schemas.openxmlformats.org/drawingml/2006/main">
              <a:ext uri="{FF2B5EF4-FFF2-40B4-BE49-F238E27FC236}">
                <a16:creationId xmlns:a16="http://schemas.microsoft.com/office/drawing/2014/main" id="{A128DF47-4086-4498-8BC0-5CC5E60C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81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路由 / 并行</a:t>
            </a:r>
          </a:p>
        </p:txBody>
      </p:sp>
      <p:sp>
        <p:nvSpPr>
          <p:cNvPr id="16" name="tick-2">
            <a:extLst xmlns:a="http://schemas.openxmlformats.org/drawingml/2006/main">
              <a:ext uri="{FF2B5EF4-FFF2-40B4-BE49-F238E27FC236}">
                <a16:creationId xmlns:a16="http://schemas.microsoft.com/office/drawing/2014/main" id="{8E2EC150-7F51-4732-B5E3-08A804A2E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7" name="mode-3">
            <a:extLst xmlns:a="http://schemas.openxmlformats.org/drawingml/2006/main">
              <a:ext uri="{FF2B5EF4-FFF2-40B4-BE49-F238E27FC236}">
                <a16:creationId xmlns:a16="http://schemas.microsoft.com/office/drawing/2014/main" id="{B43F6BD1-46DF-492E-8EEF-98F6A3D0A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81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18" name="tick-3">
            <a:extLst xmlns:a="http://schemas.openxmlformats.org/drawingml/2006/main">
              <a:ext uri="{FF2B5EF4-FFF2-40B4-BE49-F238E27FC236}">
                <a16:creationId xmlns:a16="http://schemas.microsoft.com/office/drawing/2014/main" id="{233B2A0C-EEB6-4328-8E89-AB5BD1A7C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19" name="mode-4">
            <a:extLst xmlns:a="http://schemas.openxmlformats.org/drawingml/2006/main">
              <a:ext uri="{FF2B5EF4-FFF2-40B4-BE49-F238E27FC236}">
                <a16:creationId xmlns:a16="http://schemas.microsoft.com/office/drawing/2014/main" id="{63CC1EB5-2E2B-46E0-93D9-479441D89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381250"/>
            <a:ext cx="1809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复杂系统</a:t>
            </a:r>
          </a:p>
        </p:txBody>
      </p:sp>
      <p:sp>
        <p:nvSpPr>
          <p:cNvPr id="20" name="tick-4">
            <a:extLst xmlns:a="http://schemas.openxmlformats.org/drawingml/2006/main">
              <a:ext uri="{FF2B5EF4-FFF2-40B4-BE49-F238E27FC236}">
                <a16:creationId xmlns:a16="http://schemas.microsoft.com/office/drawing/2014/main" id="{E2A3A5CC-17E1-498B-A4C9-8E63284D4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4700" y="2971800"/>
            <a:ext cx="38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21" name="axis-label">
            <a:extLst xmlns:a="http://schemas.openxmlformats.org/drawingml/2006/main">
              <a:ext uri="{FF2B5EF4-FFF2-40B4-BE49-F238E27FC236}">
                <a16:creationId xmlns:a16="http://schemas.microsoft.com/office/drawing/2014/main" id="{22425B81-F3A0-4778-86FA-AD5EB430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14750"/>
            <a:ext cx="723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独立 Evals、预算、停止与人工确认要求增强 →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一次运行由同一 run ID 串起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3D7D1C8-AE23-AA48-DF65-C742588DBE47}" type="slidenum">
              <a:t>7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75E66B0A-4D10-401E-99B7-031AB53A8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eeb33551a450c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626113F-D3E7-4EBA-891C-33C2DE6A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一次运行由同一 run ID 串起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CB9878C-58B5-44AD-87E5-0985C0B65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4-bg">
            <a:extLst xmlns:a="http://schemas.openxmlformats.org/drawingml/2006/main">
              <a:ext uri="{FF2B5EF4-FFF2-40B4-BE49-F238E27FC236}">
                <a16:creationId xmlns:a16="http://schemas.microsoft.com/office/drawing/2014/main" id="{4886ACFB-780A-4EEC-8B31-D3B0D6F9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68580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4-title-bg">
            <a:extLst xmlns:a="http://schemas.openxmlformats.org/drawingml/2006/main">
              <a:ext uri="{FF2B5EF4-FFF2-40B4-BE49-F238E27FC236}">
                <a16:creationId xmlns:a16="http://schemas.microsoft.com/office/drawing/2014/main" id="{04BDB855-D125-455D-BB43-0266F65B7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4-title">
            <a:extLst xmlns:a="http://schemas.openxmlformats.org/drawingml/2006/main">
              <a:ext uri="{FF2B5EF4-FFF2-40B4-BE49-F238E27FC236}">
                <a16:creationId xmlns:a16="http://schemas.microsoft.com/office/drawing/2014/main" id="{FE411B2C-3EE5-4BB9-8F81-C61EAF9EA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workflow/runs/001/</a:t>
            </a:r>
          </a:p>
        </p:txBody>
      </p:sp>
      <p:sp>
        <p:nvSpPr>
          <p:cNvPr id="13" name="doc-14-line-0">
            <a:extLst xmlns:a="http://schemas.openxmlformats.org/drawingml/2006/main">
              <a:ext uri="{FF2B5EF4-FFF2-40B4-BE49-F238E27FC236}">
                <a16:creationId xmlns:a16="http://schemas.microsoft.com/office/drawing/2014/main" id="{EDEEE79A-CF76-4F4B-A7CB-E385FC62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876425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input-snapshot/</a:t>
            </a:r>
          </a:p>
        </p:txBody>
      </p:sp>
      <p:sp>
        <p:nvSpPr>
          <p:cNvPr id="14" name="doc-14-line-1">
            <a:extLst xmlns:a="http://schemas.openxmlformats.org/drawingml/2006/main">
              <a:ext uri="{FF2B5EF4-FFF2-40B4-BE49-F238E27FC236}">
                <a16:creationId xmlns:a16="http://schemas.microsoft.com/office/drawing/2014/main" id="{B6BD4AE5-9ECD-4694-B0FA-B71B296B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63561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contract.md</a:t>
            </a:r>
          </a:p>
        </p:txBody>
      </p:sp>
      <p:sp>
        <p:nvSpPr>
          <p:cNvPr id="15" name="doc-14-line-2">
            <a:extLst xmlns:a="http://schemas.openxmlformats.org/drawingml/2006/main">
              <a:ext uri="{FF2B5EF4-FFF2-40B4-BE49-F238E27FC236}">
                <a16:creationId xmlns:a16="http://schemas.microsoft.com/office/drawing/2014/main" id="{52A79B2C-A8C2-4CF7-9A60-E1F6FFF6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850696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tool-calls.log</a:t>
            </a:r>
          </a:p>
        </p:txBody>
      </p:sp>
      <p:sp>
        <p:nvSpPr>
          <p:cNvPr id="16" name="doc-14-line-3">
            <a:extLst xmlns:a="http://schemas.openxmlformats.org/drawingml/2006/main">
              <a:ext uri="{FF2B5EF4-FFF2-40B4-BE49-F238E27FC236}">
                <a16:creationId xmlns:a16="http://schemas.microsoft.com/office/drawing/2014/main" id="{A95CAA51-A8FB-44D4-B574-41438A0B0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37832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diff.patch</a:t>
            </a:r>
          </a:p>
        </p:txBody>
      </p:sp>
      <p:sp>
        <p:nvSpPr>
          <p:cNvPr id="17" name="doc-14-line-4">
            <a:extLst xmlns:a="http://schemas.openxmlformats.org/drawingml/2006/main">
              <a:ext uri="{FF2B5EF4-FFF2-40B4-BE49-F238E27FC236}">
                <a16:creationId xmlns:a16="http://schemas.microsoft.com/office/drawing/2014/main" id="{5E1F8D10-D661-42D1-8176-623A2356C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24968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outputs.jsonl</a:t>
            </a:r>
          </a:p>
        </p:txBody>
      </p:sp>
      <p:sp>
        <p:nvSpPr>
          <p:cNvPr id="18" name="doc-14-line-5">
            <a:extLst xmlns:a="http://schemas.openxmlformats.org/drawingml/2006/main">
              <a:ext uri="{FF2B5EF4-FFF2-40B4-BE49-F238E27FC236}">
                <a16:creationId xmlns:a16="http://schemas.microsoft.com/office/drawing/2014/main" id="{D18AC0DB-8D77-46CF-AF59-3B50ED773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312104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review.md</a:t>
            </a:r>
          </a:p>
        </p:txBody>
      </p:sp>
      <p:sp>
        <p:nvSpPr>
          <p:cNvPr id="19" name="doc-14-line-6">
            <a:extLst xmlns:a="http://schemas.openxmlformats.org/drawingml/2006/main">
              <a:ext uri="{FF2B5EF4-FFF2-40B4-BE49-F238E27FC236}">
                <a16:creationId xmlns:a16="http://schemas.microsoft.com/office/drawing/2014/main" id="{5F7070C3-0F00-40EF-88E0-33CF2FEBE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799239"/>
            <a:ext cx="6400800" cy="47897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decision.md</a:t>
            </a:r>
          </a:p>
        </p:txBody>
      </p:sp>
      <p:sp>
        <p:nvSpPr>
          <p:cNvPr id="20" name="four">
            <a:extLst xmlns:a="http://schemas.openxmlformats.org/drawingml/2006/main">
              <a:ext uri="{FF2B5EF4-FFF2-40B4-BE49-F238E27FC236}">
                <a16:creationId xmlns:a16="http://schemas.microsoft.com/office/drawing/2014/main" id="{2654FD6A-3E3D-4D0F-A11E-5AD3EF69A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809750"/>
            <a:ext cx="2095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输入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动作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结果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↓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7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人工判断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执行器不能成为唯一裁判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A58DA2A-B818-18A9-29C1-B697728D5BCE}" type="slidenum">
              <a:t>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AC474180-6EB6-4CE7-9FCE-1C4CFF5D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5832739d88438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C3E2CF78-481D-4FEA-8D44-3120AA7F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执行器不能成为唯一裁判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088BF0BC-4B5B-4D5B-8F54-F72A537E2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0281F173-B4DC-446D-950A-4360BDD8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94C4D205-ABC9-47C6-9B7A-9F29667B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执行器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B795C6AA-989B-4DBB-B9CC-039B3BFD6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314575"/>
            <a:ext cx="8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F614085B-7F8B-4A22-967D-2859AD37C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生成候选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740695F6-3B1C-4C22-8988-9E6B4B577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57DF6B5C-C954-4D7F-BD07-129277C76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 Evals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01793264-9D29-4460-BA32-101024D0B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3250" y="2314575"/>
            <a:ext cx="8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ECC99E60-E747-4BB8-A124-6A405138C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0625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baseline / rubric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10282BA2-6A59-4A27-82CA-99B845517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30A06E5B-7F24-47D6-9C0C-2B1DDD5AB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人工审核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78F15C22-9FE8-4F68-946F-EE1F5DC2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1375" y="2314575"/>
            <a:ext cx="82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A0DED77E-2C54-49BB-938A-8265D6BDA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8750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方法与结论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F17A06F9-6804-49E0-9219-45C372C36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8670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80890666-073B-481D-B813-449B04805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21431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失败恢复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48BD56F-5378-4359-8DB7-C9CDB1778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0194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记录后收窄</a:t>
            </a:r>
          </a:p>
        </p:txBody>
      </p:sp>
      <p:sp>
        <p:nvSpPr>
          <p:cNvPr id="25" name="guard">
            <a:extLst xmlns:a="http://schemas.openxmlformats.org/drawingml/2006/main">
              <a:ext uri="{FF2B5EF4-FFF2-40B4-BE49-F238E27FC236}">
                <a16:creationId xmlns:a16="http://schemas.microsoft.com/office/drawing/2014/main" id="{F8CEB52F-2225-4320-B097-FE4E81914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476750"/>
            <a:ext cx="7810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评价器只读；任何协议变更必须人工确认。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科研动作是否值得交给 Agent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88657AE-30A1-5A7A-6A7F-315D84436430}" type="slidenum">
              <a:t>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C24CCF91-8CCC-4A5E-9A9B-1C1B66B5F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9dc1587bc442cd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1E49258-F059-4F7B-A87D-0110E758F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科研动作是否值得交给 Agent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01458A4C-2348-483B-ACAD-5A4D306B6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x-axis">
            <a:extLst xmlns:a="http://schemas.openxmlformats.org/drawingml/2006/main">
              <a:ext uri="{FF2B5EF4-FFF2-40B4-BE49-F238E27FC236}">
                <a16:creationId xmlns:a16="http://schemas.microsoft.com/office/drawing/2014/main" id="{A88A16D0-757A-492F-9C08-85D190AA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857750"/>
            <a:ext cx="8572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y-axis">
            <a:extLst xmlns:a="http://schemas.openxmlformats.org/drawingml/2006/main">
              <a:ext uri="{FF2B5EF4-FFF2-40B4-BE49-F238E27FC236}">
                <a16:creationId xmlns:a16="http://schemas.microsoft.com/office/drawing/2014/main" id="{AA5EEA65-3BF5-4AC0-A805-9BA321702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3333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xlab">
            <a:extLst xmlns:a="http://schemas.openxmlformats.org/drawingml/2006/main">
              <a:ext uri="{FF2B5EF4-FFF2-40B4-BE49-F238E27FC236}">
                <a16:creationId xmlns:a16="http://schemas.microsoft.com/office/drawing/2014/main" id="{61E259B8-EBBF-4190-B14F-A2993B0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095875"/>
            <a:ext cx="1809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重复性高 →</a:t>
            </a:r>
          </a:p>
        </p:txBody>
      </p:sp>
      <p:sp>
        <p:nvSpPr>
          <p:cNvPr id="13" name="ylab">
            <a:extLst xmlns:a="http://schemas.openxmlformats.org/drawingml/2006/main">
              <a:ext uri="{FF2B5EF4-FFF2-40B4-BE49-F238E27FC236}">
                <a16:creationId xmlns:a16="http://schemas.microsoft.com/office/drawing/2014/main" id="{DB6D0FD7-7076-4A25-A4F0-D5859BB77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1143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判断风险高</a:t>
            </a:r>
          </a:p>
        </p:txBody>
      </p:sp>
      <p:sp>
        <p:nvSpPr>
          <p:cNvPr id="14" name="q1">
            <a:extLst xmlns:a="http://schemas.openxmlformats.org/drawingml/2006/main">
              <a:ext uri="{FF2B5EF4-FFF2-40B4-BE49-F238E27FC236}">
                <a16:creationId xmlns:a16="http://schemas.microsoft.com/office/drawing/2014/main" id="{84E17E92-8AC4-4DD0-A961-83B453428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Agent + 人工确认</a:t>
            </a:r>
          </a:p>
        </p:txBody>
      </p:sp>
      <p:sp>
        <p:nvSpPr>
          <p:cNvPr id="15" name="q2">
            <a:extLst xmlns:a="http://schemas.openxmlformats.org/drawingml/2006/main">
              <a:ext uri="{FF2B5EF4-FFF2-40B4-BE49-F238E27FC236}">
                <a16:creationId xmlns:a16="http://schemas.microsoft.com/office/drawing/2014/main" id="{FD0AC1E0-FAE0-4563-941A-7B85D2AC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905250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固定工作流 / 脚本</a:t>
            </a:r>
          </a:p>
        </p:txBody>
      </p:sp>
      <p:sp>
        <p:nvSpPr>
          <p:cNvPr id="16" name="q3">
            <a:extLst xmlns:a="http://schemas.openxmlformats.org/drawingml/2006/main">
              <a:ext uri="{FF2B5EF4-FFF2-40B4-BE49-F238E27FC236}">
                <a16:creationId xmlns:a16="http://schemas.microsoft.com/office/drawing/2014/main" id="{000EF783-44FB-4146-9CB4-A096D39A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09550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人工主导</a:t>
            </a:r>
          </a:p>
        </p:txBody>
      </p:sp>
      <p:sp>
        <p:nvSpPr>
          <p:cNvPr id="17" name="q4">
            <a:extLst xmlns:a="http://schemas.openxmlformats.org/drawingml/2006/main">
              <a:ext uri="{FF2B5EF4-FFF2-40B4-BE49-F238E27FC236}">
                <a16:creationId xmlns:a16="http://schemas.microsoft.com/office/drawing/2014/main" id="{4D1C12CB-54C9-460C-8318-B2FAFBE0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905250"/>
            <a:ext cx="2476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不值得自动化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脚本、工作流、Agent 与复杂系统的边界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B7BEEEC-A170-5376-2B6E-CB54687B0CB1}" type="slidenum">
              <a:t>10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8E74F63D-8DA9-425F-8754-B1BBDAE2F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5d0bc5da4cd406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87EFD735-B00F-401D-87E9-94BED54D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脚本、工作流、Agent 与复杂系统的边界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4E62BAFA-6D47-464A-A969-7D77413FD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63B52CBC-D534-4CBC-BA2D-E1E31734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E35639A3-E7E5-4926-8293-F830033E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脚本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C077B685-14BE-4281-8729-FD218CB7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36220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F8D7961D-66A0-4708-8674-29F3A3595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固定输入输出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A7FC189B-E7C0-4544-90E3-927B7874A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B0F6EF1C-55F6-47A4-A54B-034774437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固定工作流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24CF70B0-D6AB-4AC6-9ACE-F2C6D537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8500" y="236220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4D8986BE-7C26-481E-B6AA-8C06FE3F4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825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状态与回退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24ED6F1A-1EE4-4804-9F36-DB9318733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6595699F-CA84-44A5-888F-687830286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Agent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B5D9DDB6-D130-40B0-AE3B-8E29751D1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3750" y="2362200"/>
            <a:ext cx="63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6BF8E88D-9287-437A-810E-A6ADBE94D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350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动态决策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FCAF2CD9-8350-44C9-80F3-AA7329C1A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914650"/>
            <a:ext cx="2000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C985910D-0C5A-4AD3-9875-E76DB98F4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90750"/>
            <a:ext cx="200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复杂系统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6B89872-764E-4939-A01A-AF9C60F1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67050"/>
            <a:ext cx="2000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多组件与更强治理</a:t>
            </a:r>
          </a:p>
        </p:txBody>
      </p:sp>
      <p:sp>
        <p:nvSpPr>
          <p:cNvPr id="25" name="boundary">
            <a:extLst xmlns:a="http://schemas.openxmlformats.org/drawingml/2006/main">
              <a:ext uri="{FF2B5EF4-FFF2-40B4-BE49-F238E27FC236}">
                <a16:creationId xmlns:a16="http://schemas.microsoft.com/office/drawing/2014/main" id="{8669E3BE-7AF2-48DC-A7AA-DBC672A23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4767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3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先用能完成任务的最低复杂度；自治增加必须带来独立评价与停止。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个人工作流从一个真实科研动作开始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0394428-F1DC-E5F6-DB0C-7DE31F3D8A23}" type="slidenum">
              <a:t>11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F3CBC397-9C0C-49CD-8C6E-A84112830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ea0f6a9dcc40fa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6C2BC63-6EF3-4EBF-807B-5EBCF38A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个人工作流从一个真实科研动作开始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D4BBE188-0580-4C33-A8F7-EC754CE7A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funnel1">
            <a:extLst xmlns:a="http://schemas.openxmlformats.org/drawingml/2006/main">
              <a:ext uri="{FF2B5EF4-FFF2-40B4-BE49-F238E27FC236}">
                <a16:creationId xmlns:a16="http://schemas.microsoft.com/office/drawing/2014/main" id="{8AB8E4B7-4BCB-4E38-9213-A42A93BD2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524000"/>
            <a:ext cx="895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本人真实课题中的重复动作</a:t>
            </a:r>
          </a:p>
        </p:txBody>
      </p:sp>
      <p:sp>
        <p:nvSpPr>
          <p:cNvPr id="11" name="funnel2">
            <a:extLst xmlns:a="http://schemas.openxmlformats.org/drawingml/2006/main">
              <a:ext uri="{FF2B5EF4-FFF2-40B4-BE49-F238E27FC236}">
                <a16:creationId xmlns:a16="http://schemas.microsoft.com/office/drawing/2014/main" id="{437F17CD-91AC-4F67-A2F7-EB4064A46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762250"/>
            <a:ext cx="7239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6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导师组已有任务</a:t>
            </a:r>
          </a:p>
        </p:txBody>
      </p:sp>
      <p:sp>
        <p:nvSpPr>
          <p:cNvPr id="12" name="funnel3">
            <a:extLst xmlns:a="http://schemas.openxmlformats.org/drawingml/2006/main">
              <a:ext uri="{FF2B5EF4-FFF2-40B4-BE49-F238E27FC236}">
                <a16:creationId xmlns:a16="http://schemas.microsoft.com/office/drawing/2014/main" id="{FF93B437-C2C6-49A7-A1BE-0118C4C00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000500"/>
            <a:ext cx="5143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8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课堂最小原型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八要素契约是一张可填写工件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4DB16885-0D3F-A391-B669-3211DB3B26E8}" type="slidenum">
              <a:t>12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2EAC9927-F911-4BBA-8E71-D88899F4A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ab0396f274df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A98D7626-FB47-4012-BE40-098F0091C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八要素契约是一张可填写工件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1506599-1298-4C55-A10A-A1A19F77C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5-bg">
            <a:extLst xmlns:a="http://schemas.openxmlformats.org/drawingml/2006/main">
              <a:ext uri="{FF2B5EF4-FFF2-40B4-BE49-F238E27FC236}">
                <a16:creationId xmlns:a16="http://schemas.microsoft.com/office/drawing/2014/main" id="{239D1BAE-A0A3-4622-A095-7FCF239A0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10668000" cy="428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5-title-bg">
            <a:extLst xmlns:a="http://schemas.openxmlformats.org/drawingml/2006/main">
              <a:ext uri="{FF2B5EF4-FFF2-40B4-BE49-F238E27FC236}">
                <a16:creationId xmlns:a16="http://schemas.microsoft.com/office/drawing/2014/main" id="{B26F8871-A9BC-4AF6-BEFC-52A25C88F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335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5-title">
            <a:extLst xmlns:a="http://schemas.openxmlformats.org/drawingml/2006/main">
              <a:ext uri="{FF2B5EF4-FFF2-40B4-BE49-F238E27FC236}">
                <a16:creationId xmlns:a16="http://schemas.microsoft.com/office/drawing/2014/main" id="{EFDB88E0-AAEB-4282-AB24-D475AFD00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3525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workflow-contract.md</a:t>
            </a:r>
          </a:p>
        </p:txBody>
      </p:sp>
      <p:sp>
        <p:nvSpPr>
          <p:cNvPr id="13" name="doc-15-line-0">
            <a:extLst xmlns:a="http://schemas.openxmlformats.org/drawingml/2006/main">
              <a:ext uri="{FF2B5EF4-FFF2-40B4-BE49-F238E27FC236}">
                <a16:creationId xmlns:a16="http://schemas.microsoft.com/office/drawing/2014/main" id="{59E042E6-3CA6-44AB-A37E-F15E59FD4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8288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任务契约｜输入、输出、成功标准、不适用范围</a:t>
            </a:r>
          </a:p>
        </p:txBody>
      </p:sp>
      <p:sp>
        <p:nvSpPr>
          <p:cNvPr id="14" name="doc-15-line-1">
            <a:extLst xmlns:a="http://schemas.openxmlformats.org/drawingml/2006/main">
              <a:ext uri="{FF2B5EF4-FFF2-40B4-BE49-F238E27FC236}">
                <a16:creationId xmlns:a16="http://schemas.microsoft.com/office/drawing/2014/main" id="{1355A07D-A539-45DA-8389-3FDAC7831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28875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Context / 状态｜最小输入、持久工件、checkpoint</a:t>
            </a:r>
          </a:p>
        </p:txBody>
      </p:sp>
      <p:sp>
        <p:nvSpPr>
          <p:cNvPr id="15" name="doc-15-line-2">
            <a:extLst xmlns:a="http://schemas.openxmlformats.org/drawingml/2006/main">
              <a:ext uri="{FF2B5EF4-FFF2-40B4-BE49-F238E27FC236}">
                <a16:creationId xmlns:a16="http://schemas.microsoft.com/office/drawing/2014/main" id="{A1E3A56A-A0E2-4368-AA6F-E5ACF457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2895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工具权限｜只读、可写、可执行、需确认、禁止</a:t>
            </a:r>
          </a:p>
        </p:txBody>
      </p:sp>
      <p:sp>
        <p:nvSpPr>
          <p:cNvPr id="16" name="doc-15-line-3">
            <a:extLst xmlns:a="http://schemas.openxmlformats.org/drawingml/2006/main">
              <a:ext uri="{FF2B5EF4-FFF2-40B4-BE49-F238E27FC236}">
                <a16:creationId xmlns:a16="http://schemas.microsoft.com/office/drawing/2014/main" id="{1DE7958B-12C6-4B97-A2E9-C3AD7256A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29025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执行循环｜固定指标、预算、停止、回退</a:t>
            </a:r>
          </a:p>
        </p:txBody>
      </p:sp>
      <p:sp>
        <p:nvSpPr>
          <p:cNvPr id="17" name="doc-15-line-4">
            <a:extLst xmlns:a="http://schemas.openxmlformats.org/drawingml/2006/main">
              <a:ext uri="{FF2B5EF4-FFF2-40B4-BE49-F238E27FC236}">
                <a16:creationId xmlns:a16="http://schemas.microsoft.com/office/drawing/2014/main" id="{4A514E4C-3466-44EA-B804-38E8CC3E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29100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工件与追踪｜run ID、trace、失败记录</a:t>
            </a:r>
          </a:p>
        </p:txBody>
      </p:sp>
      <p:sp>
        <p:nvSpPr>
          <p:cNvPr id="18" name="doc-15-line-5">
            <a:extLst xmlns:a="http://schemas.openxmlformats.org/drawingml/2006/main">
              <a:ext uri="{FF2B5EF4-FFF2-40B4-BE49-F238E27FC236}">
                <a16:creationId xmlns:a16="http://schemas.microsoft.com/office/drawing/2014/main" id="{F802F740-AB9D-4604-9626-4237D6DBC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29175"/>
            <a:ext cx="10210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Evals / 人工审核｜baseline、rubric、决定权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评价代码与执行代码必须隔离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2DD23107-4986-8758-3A93-3D74F35908CC}" type="slidenum">
              <a:t>13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535BA9EA-D921-43CD-9C7B-F8FE70E0C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f469a2faec40d4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00E8BE9-4810-4E19-B577-FE6DBB0A3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评价代码与执行代码必须隔离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8C40E0DB-792B-4CDD-9183-7748A65DF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6-bg">
            <a:extLst xmlns:a="http://schemas.openxmlformats.org/drawingml/2006/main">
              <a:ext uri="{FF2B5EF4-FFF2-40B4-BE49-F238E27FC236}">
                <a16:creationId xmlns:a16="http://schemas.microsoft.com/office/drawing/2014/main" id="{DAF352C7-83DB-41EF-BE39-B08A8319C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4572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6-title-bg">
            <a:extLst xmlns:a="http://schemas.openxmlformats.org/drawingml/2006/main">
              <a:ext uri="{FF2B5EF4-FFF2-40B4-BE49-F238E27FC236}">
                <a16:creationId xmlns:a16="http://schemas.microsoft.com/office/drawing/2014/main" id="{43D78F44-A63D-4DC2-93E1-5EBAB12D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12" name="doc-16-title">
            <a:extLst xmlns:a="http://schemas.openxmlformats.org/drawingml/2006/main">
              <a:ext uri="{FF2B5EF4-FFF2-40B4-BE49-F238E27FC236}">
                <a16:creationId xmlns:a16="http://schemas.microsoft.com/office/drawing/2014/main" id="{F0F3211A-5A2B-4A41-845D-F6ECB97F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runner/</a:t>
            </a:r>
          </a:p>
        </p:txBody>
      </p:sp>
      <p:sp>
        <p:nvSpPr>
          <p:cNvPr id="13" name="doc-16-line-0">
            <a:extLst xmlns:a="http://schemas.openxmlformats.org/drawingml/2006/main">
              <a:ext uri="{FF2B5EF4-FFF2-40B4-BE49-F238E27FC236}">
                <a16:creationId xmlns:a16="http://schemas.microsoft.com/office/drawing/2014/main" id="{5F23AD74-C35D-4216-81ED-1F37F4129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24050"/>
            <a:ext cx="4114800" cy="102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generate.py   W</a:t>
            </a:r>
          </a:p>
        </p:txBody>
      </p:sp>
      <p:sp>
        <p:nvSpPr>
          <p:cNvPr id="14" name="doc-16-line-1">
            <a:extLst xmlns:a="http://schemas.openxmlformats.org/drawingml/2006/main">
              <a:ext uri="{FF2B5EF4-FFF2-40B4-BE49-F238E27FC236}">
                <a16:creationId xmlns:a16="http://schemas.microsoft.com/office/drawing/2014/main" id="{86BAF8CE-7131-4B8C-90B9-BB55FD560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65450"/>
            <a:ext cx="4114800" cy="102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tools.py      W</a:t>
            </a:r>
          </a:p>
        </p:txBody>
      </p:sp>
      <p:sp>
        <p:nvSpPr>
          <p:cNvPr id="15" name="doc-16-line-2">
            <a:extLst xmlns:a="http://schemas.openxmlformats.org/drawingml/2006/main">
              <a:ext uri="{FF2B5EF4-FFF2-40B4-BE49-F238E27FC236}">
                <a16:creationId xmlns:a16="http://schemas.microsoft.com/office/drawing/2014/main" id="{7926E8EE-AFDC-41F9-9B44-0376C617D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6850"/>
            <a:ext cx="4114800" cy="1022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runs/         W</a:t>
            </a:r>
          </a:p>
        </p:txBody>
      </p:sp>
      <p:sp>
        <p:nvSpPr>
          <p:cNvPr id="16" name="doc-17-bg">
            <a:extLst xmlns:a="http://schemas.openxmlformats.org/drawingml/2006/main">
              <a:ext uri="{FF2B5EF4-FFF2-40B4-BE49-F238E27FC236}">
                <a16:creationId xmlns:a16="http://schemas.microsoft.com/office/drawing/2014/main" id="{B5A79C13-E072-48D2-8596-60C2C32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457200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7" name="doc-17-title-bg">
            <a:extLst xmlns:a="http://schemas.openxmlformats.org/drawingml/2006/main">
              <a:ext uri="{FF2B5EF4-FFF2-40B4-BE49-F238E27FC236}">
                <a16:creationId xmlns:a16="http://schemas.microsoft.com/office/drawing/2014/main" id="{6534E4A4-4115-4354-A6AF-B08ECBE12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4287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18" name="doc-17-title">
            <a:extLst xmlns:a="http://schemas.openxmlformats.org/drawingml/2006/main">
              <a:ext uri="{FF2B5EF4-FFF2-40B4-BE49-F238E27FC236}">
                <a16:creationId xmlns:a16="http://schemas.microsoft.com/office/drawing/2014/main" id="{E91928A5-12CB-4DA5-BE29-2E4A9DC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14478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evaluator/</a:t>
            </a:r>
          </a:p>
        </p:txBody>
      </p:sp>
      <p:sp>
        <p:nvSpPr>
          <p:cNvPr id="19" name="doc-17-line-0">
            <a:extLst xmlns:a="http://schemas.openxmlformats.org/drawingml/2006/main">
              <a:ext uri="{FF2B5EF4-FFF2-40B4-BE49-F238E27FC236}">
                <a16:creationId xmlns:a16="http://schemas.microsoft.com/office/drawing/2014/main" id="{B3D059A1-FA6F-4CAF-9050-3476A905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92405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gold.json     R</a:t>
            </a:r>
          </a:p>
        </p:txBody>
      </p:sp>
      <p:sp>
        <p:nvSpPr>
          <p:cNvPr id="20" name="doc-17-line-1">
            <a:extLst xmlns:a="http://schemas.openxmlformats.org/drawingml/2006/main">
              <a:ext uri="{FF2B5EF4-FFF2-40B4-BE49-F238E27FC236}">
                <a16:creationId xmlns:a16="http://schemas.microsoft.com/office/drawing/2014/main" id="{BC6F0F40-A26C-40DB-BFFF-A83E0C00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0510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rubric.yaml   R</a:t>
            </a:r>
          </a:p>
        </p:txBody>
      </p:sp>
      <p:sp>
        <p:nvSpPr>
          <p:cNvPr id="21" name="doc-17-line-2">
            <a:extLst xmlns:a="http://schemas.openxmlformats.org/drawingml/2006/main">
              <a:ext uri="{FF2B5EF4-FFF2-40B4-BE49-F238E27FC236}">
                <a16:creationId xmlns:a16="http://schemas.microsoft.com/office/drawing/2014/main" id="{019077B5-F080-4604-B8A8-3C7FD63A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48615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score.py      R</a:t>
            </a:r>
          </a:p>
        </p:txBody>
      </p:sp>
      <p:sp>
        <p:nvSpPr>
          <p:cNvPr id="22" name="doc-17-line-3">
            <a:extLst xmlns:a="http://schemas.openxmlformats.org/drawingml/2006/main">
              <a:ext uri="{FF2B5EF4-FFF2-40B4-BE49-F238E27FC236}">
                <a16:creationId xmlns:a16="http://schemas.microsoft.com/office/drawing/2014/main" id="{2470B6D1-5522-42EE-999B-DC58FE9C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267200"/>
            <a:ext cx="4114800" cy="766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任何修改     ? 人工确认</a:t>
            </a:r>
          </a:p>
        </p:txBody>
      </p:sp>
      <p:sp>
        <p:nvSpPr>
          <p:cNvPr id="23" name="sep-arrow">
            <a:extLst xmlns:a="http://schemas.openxmlformats.org/drawingml/2006/main">
              <a:ext uri="{FF2B5EF4-FFF2-40B4-BE49-F238E27FC236}">
                <a16:creationId xmlns:a16="http://schemas.microsoft.com/office/drawing/2014/main" id="{61117915-10FD-4DD7-9AD8-8D26EA2F1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952750"/>
            <a:ext cx="666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同一阅读卡任务升级为可审计工作流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27921A4-25C4-3DB4-06B1-32693CEE2241}" type="slidenum">
              <a:t>14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88EDFD4F-ED8E-4280-A9B4-FD2B9A773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8c5d2feeee54310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53D1D6C1-B528-44D1-91C2-094E60A88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同一阅读卡任务升级为可审计工作流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F43DA5E-7E26-4E2B-886D-352D8BC0D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fiction">
            <a:extLst xmlns:a="http://schemas.openxmlformats.org/drawingml/2006/main">
              <a:ext uri="{FF2B5EF4-FFF2-40B4-BE49-F238E27FC236}">
                <a16:creationId xmlns:a16="http://schemas.microsoft.com/office/drawing/2014/main" id="{889283E5-8866-41DD-BF07-BD7907487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85825"/>
            <a:ext cx="10572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课程虚构教学案例</a:t>
            </a:r>
          </a:p>
        </p:txBody>
      </p:sp>
      <p:sp>
        <p:nvSpPr>
          <p:cNvPr id="11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A6800770-7DE2-475A-86BA-986502FF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86025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chain-0">
            <a:extLst xmlns:a="http://schemas.openxmlformats.org/drawingml/2006/main">
              <a:ext uri="{FF2B5EF4-FFF2-40B4-BE49-F238E27FC236}">
                <a16:creationId xmlns:a16="http://schemas.microsoft.com/office/drawing/2014/main" id="{50CF4000-1191-4155-AD78-E38EDECA0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20 篇论文</a:t>
            </a:r>
          </a:p>
        </p:txBody>
      </p:sp>
      <p:sp>
        <p:nvSpPr>
          <p:cNvPr id="13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6ADE1618-BDC1-48FD-9BE0-AF393E922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933575"/>
            <a:ext cx="600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4" name="chain-sub-0">
            <a:extLst xmlns:a="http://schemas.openxmlformats.org/drawingml/2006/main">
              <a:ext uri="{FF2B5EF4-FFF2-40B4-BE49-F238E27FC236}">
                <a16:creationId xmlns:a16="http://schemas.microsoft.com/office/drawing/2014/main" id="{6F44AE8C-7B44-4465-90F9-0B148EB7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固定输入</a:t>
            </a:r>
          </a:p>
        </p:txBody>
      </p:sp>
      <p:sp>
        <p:nvSpPr>
          <p:cNvPr id="15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5CA7A75A-F1F6-4122-8455-6DAFB825B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486025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6" name="chain-1">
            <a:extLst xmlns:a="http://schemas.openxmlformats.org/drawingml/2006/main">
              <a:ext uri="{FF2B5EF4-FFF2-40B4-BE49-F238E27FC236}">
                <a16:creationId xmlns:a16="http://schemas.microsoft.com/office/drawing/2014/main" id="{A47E4A55-55BE-4D49-AC23-5C272509F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两条件生成</a:t>
            </a:r>
          </a:p>
        </p:txBody>
      </p:sp>
      <p:sp>
        <p:nvSpPr>
          <p:cNvPr id="17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4DC649AF-AF23-47BB-88FC-6E5AE3F2A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1933575"/>
            <a:ext cx="600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8" name="chain-sub-1">
            <a:extLst xmlns:a="http://schemas.openxmlformats.org/drawingml/2006/main">
              <a:ext uri="{FF2B5EF4-FFF2-40B4-BE49-F238E27FC236}">
                <a16:creationId xmlns:a16="http://schemas.microsoft.com/office/drawing/2014/main" id="{91D1A8D4-2532-48E0-9C45-C808C1D32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38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阅读卡 / 自由摘要</a:t>
            </a:r>
          </a:p>
        </p:txBody>
      </p:sp>
      <p:sp>
        <p:nvSpPr>
          <p:cNvPr id="19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155D9E96-DB96-4CA6-B490-86393603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486025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0" name="chain-2">
            <a:extLst xmlns:a="http://schemas.openxmlformats.org/drawingml/2006/main">
              <a:ext uri="{FF2B5EF4-FFF2-40B4-BE49-F238E27FC236}">
                <a16:creationId xmlns:a16="http://schemas.microsoft.com/office/drawing/2014/main" id="{F0DC681D-344C-42F5-9B81-869B515F3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各 3 次运行</a:t>
            </a:r>
          </a:p>
        </p:txBody>
      </p:sp>
      <p:sp>
        <p:nvSpPr>
          <p:cNvPr id="21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E5A13596-5E17-406F-85FF-431902A51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33575"/>
            <a:ext cx="600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2" name="chain-sub-2">
            <a:extLst xmlns:a="http://schemas.openxmlformats.org/drawingml/2006/main">
              <a:ext uri="{FF2B5EF4-FFF2-40B4-BE49-F238E27FC236}">
                <a16:creationId xmlns:a16="http://schemas.microsoft.com/office/drawing/2014/main" id="{601D2A90-9A1F-4D95-9298-89F0DA25E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638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冻结配置</a:t>
            </a:r>
          </a:p>
        </p:txBody>
      </p:sp>
      <p:sp>
        <p:nvSpPr>
          <p:cNvPr id="23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8F02F0C2-3291-49D2-A712-79CB5B51C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486025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4" name="chain-3">
            <a:extLst xmlns:a="http://schemas.openxmlformats.org/drawingml/2006/main">
              <a:ext uri="{FF2B5EF4-FFF2-40B4-BE49-F238E27FC236}">
                <a16:creationId xmlns:a16="http://schemas.microsoft.com/office/drawing/2014/main" id="{EBC78AF9-6A26-42A9-804E-D51C5DCD5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120 份输出</a:t>
            </a:r>
          </a:p>
        </p:txBody>
      </p:sp>
      <p:sp>
        <p:nvSpPr>
          <p:cNvPr id="25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8E0F8D12-7838-4A53-B19A-8328AE64A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1933575"/>
            <a:ext cx="6000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6" name="chain-sub-3">
            <a:extLst xmlns:a="http://schemas.openxmlformats.org/drawingml/2006/main">
              <a:ext uri="{FF2B5EF4-FFF2-40B4-BE49-F238E27FC236}">
                <a16:creationId xmlns:a16="http://schemas.microsoft.com/office/drawing/2014/main" id="{0BA81DFF-D4FF-4F1E-941F-9905A5DB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3325" y="2638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绑定 run ID</a:t>
            </a:r>
          </a:p>
        </p:txBody>
      </p:sp>
      <p:sp>
        <p:nvSpPr>
          <p:cNvPr id="27" name="chain-line-4">
            <a:extLst xmlns:a="http://schemas.openxmlformats.org/drawingml/2006/main">
              <a:ext uri="{FF2B5EF4-FFF2-40B4-BE49-F238E27FC236}">
                <a16:creationId xmlns:a16="http://schemas.microsoft.com/office/drawing/2014/main" id="{CE087C13-FA04-4A47-BCBF-47308CE1C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486025"/>
            <a:ext cx="1714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8" name="chain-4">
            <a:extLst xmlns:a="http://schemas.openxmlformats.org/drawingml/2006/main">
              <a:ext uri="{FF2B5EF4-FFF2-40B4-BE49-F238E27FC236}">
                <a16:creationId xmlns:a16="http://schemas.microsoft.com/office/drawing/2014/main" id="{EF27C582-C0BC-498E-8E15-003D7B257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762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人工基准评价</a:t>
            </a:r>
          </a:p>
        </p:txBody>
      </p:sp>
      <p:sp>
        <p:nvSpPr>
          <p:cNvPr id="29" name="chain-sub-4">
            <a:extLst xmlns:a="http://schemas.openxmlformats.org/drawingml/2006/main">
              <a:ext uri="{FF2B5EF4-FFF2-40B4-BE49-F238E27FC236}">
                <a16:creationId xmlns:a16="http://schemas.microsoft.com/office/drawing/2014/main" id="{4813AA21-3FA8-4708-A7A9-86155FFD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638425"/>
            <a:ext cx="171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执行器不可读</a:t>
            </a:r>
          </a:p>
        </p:txBody>
      </p:sp>
      <p:sp>
        <p:nvSpPr>
          <p:cNvPr id="30" name="hyp">
            <a:extLst xmlns:a="http://schemas.openxmlformats.org/drawingml/2006/main">
              <a:ext uri="{FF2B5EF4-FFF2-40B4-BE49-F238E27FC236}">
                <a16:creationId xmlns:a16="http://schemas.microsoft.com/office/drawing/2014/main" id="{FCFCDD9B-1778-4D30-A055-4E4773D10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333875"/>
            <a:ext cx="9334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A96510"/>
                </a:solidFill>
                <a:latin typeface="微软雅黑"/>
                <a:ea typeface="微软雅黑"/>
                <a:cs typeface="微软雅黑"/>
              </a:rPr>
              <a:t>H1 结构字段｜A1 任务转移｜A2 标注提示｜A3 文档结构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最小原型先证明路径可运行或可演示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A83FA91-883A-0168-8075-96CEB9DCA3C2}" type="slidenum">
              <a:t>15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3A73FAEC-E1E4-422A-A9D8-44FF7FCA1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30367e63e24998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13B9612C-A8C8-4A40-8831-285330C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最小原型先证明路径可运行或可演示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B2B2F0E1-92AC-45B6-9C43-A48D90E8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18-bg">
            <a:extLst xmlns:a="http://schemas.openxmlformats.org/drawingml/2006/main">
              <a:ext uri="{FF2B5EF4-FFF2-40B4-BE49-F238E27FC236}">
                <a16:creationId xmlns:a16="http://schemas.microsoft.com/office/drawing/2014/main" id="{98E38A78-BDC6-49D9-A788-B1D2AAEF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7048500" cy="409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18-title-bg">
            <a:extLst xmlns:a="http://schemas.openxmlformats.org/drawingml/2006/main">
              <a:ext uri="{FF2B5EF4-FFF2-40B4-BE49-F238E27FC236}">
                <a16:creationId xmlns:a16="http://schemas.microsoft.com/office/drawing/2014/main" id="{A144220E-66E9-4886-B62E-A40D3A38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381125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18-title">
            <a:extLst xmlns:a="http://schemas.openxmlformats.org/drawingml/2006/main">
              <a:ext uri="{FF2B5EF4-FFF2-40B4-BE49-F238E27FC236}">
                <a16:creationId xmlns:a16="http://schemas.microsoft.com/office/drawing/2014/main" id="{820578CA-BA98-4524-A487-B301FFB67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0175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agent-workflow/</a:t>
            </a:r>
          </a:p>
        </p:txBody>
      </p:sp>
      <p:sp>
        <p:nvSpPr>
          <p:cNvPr id="13" name="doc-18-line-0">
            <a:extLst xmlns:a="http://schemas.openxmlformats.org/drawingml/2006/main">
              <a:ext uri="{FF2B5EF4-FFF2-40B4-BE49-F238E27FC236}">
                <a16:creationId xmlns:a16="http://schemas.microsoft.com/office/drawing/2014/main" id="{D386DC31-CA81-4F32-8872-2733BC92E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76425"/>
            <a:ext cx="6591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contract.md</a:t>
            </a:r>
          </a:p>
        </p:txBody>
      </p:sp>
      <p:sp>
        <p:nvSpPr>
          <p:cNvPr id="14" name="doc-18-line-1">
            <a:extLst xmlns:a="http://schemas.openxmlformats.org/drawingml/2006/main">
              <a:ext uri="{FF2B5EF4-FFF2-40B4-BE49-F238E27FC236}">
                <a16:creationId xmlns:a16="http://schemas.microsoft.com/office/drawing/2014/main" id="{3FE232B9-FFC8-4668-86F5-0E43E2248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44750"/>
            <a:ext cx="6591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runner/</a:t>
            </a:r>
          </a:p>
        </p:txBody>
      </p:sp>
      <p:sp>
        <p:nvSpPr>
          <p:cNvPr id="15" name="doc-18-line-2">
            <a:extLst xmlns:a="http://schemas.openxmlformats.org/drawingml/2006/main">
              <a:ext uri="{FF2B5EF4-FFF2-40B4-BE49-F238E27FC236}">
                <a16:creationId xmlns:a16="http://schemas.microsoft.com/office/drawing/2014/main" id="{6263B70F-E99D-4480-A225-EEADB35CC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13075"/>
            <a:ext cx="6591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evaluator/</a:t>
            </a:r>
          </a:p>
        </p:txBody>
      </p:sp>
      <p:sp>
        <p:nvSpPr>
          <p:cNvPr id="16" name="doc-18-line-3">
            <a:extLst xmlns:a="http://schemas.openxmlformats.org/drawingml/2006/main">
              <a:ext uri="{FF2B5EF4-FFF2-40B4-BE49-F238E27FC236}">
                <a16:creationId xmlns:a16="http://schemas.microsoft.com/office/drawing/2014/main" id="{7FA95B49-7159-4B57-996C-45E3620BD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581400"/>
            <a:ext cx="6591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runs/001/</a:t>
            </a:r>
          </a:p>
        </p:txBody>
      </p:sp>
      <p:sp>
        <p:nvSpPr>
          <p:cNvPr id="17" name="doc-18-line-4">
            <a:extLst xmlns:a="http://schemas.openxmlformats.org/drawingml/2006/main">
              <a:ext uri="{FF2B5EF4-FFF2-40B4-BE49-F238E27FC236}">
                <a16:creationId xmlns:a16="http://schemas.microsoft.com/office/drawing/2014/main" id="{E95E6EFD-7A4D-4DBC-82B6-CB7B6F405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49725"/>
            <a:ext cx="6591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runs/001-failure/</a:t>
            </a:r>
          </a:p>
        </p:txBody>
      </p:sp>
      <p:sp>
        <p:nvSpPr>
          <p:cNvPr id="18" name="doc-18-line-5">
            <a:extLst xmlns:a="http://schemas.openxmlformats.org/drawingml/2006/main">
              <a:ext uri="{FF2B5EF4-FFF2-40B4-BE49-F238E27FC236}">
                <a16:creationId xmlns:a16="http://schemas.microsoft.com/office/drawing/2014/main" id="{764EA38D-8FE3-4757-B3CC-187CB9C4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18050"/>
            <a:ext cx="65913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review.md</a:t>
            </a:r>
          </a:p>
        </p:txBody>
      </p:sp>
      <p:sp>
        <p:nvSpPr>
          <p:cNvPr id="19" name="proof">
            <a:extLst xmlns:a="http://schemas.openxmlformats.org/drawingml/2006/main">
              <a:ext uri="{FF2B5EF4-FFF2-40B4-BE49-F238E27FC236}">
                <a16:creationId xmlns:a16="http://schemas.microsoft.com/office/drawing/2014/main" id="{544A187A-D9A4-4FB1-ADF5-D8B21A377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095500"/>
            <a:ext cx="2667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完成标志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一条正常 trace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一条失败 trace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一个人工决定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 trace 保留越权、处置与恢复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DC9C7607-4BA3-B4DC-A00F-2E67A9FCFF7E}" type="slidenum">
              <a:t>16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3F440A46-3362-4E84-9BE6-5D0B53509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4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7561a704214438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4A42ADF4-DE66-413C-96DD-3DCA99A2E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失败 trace 保留越权、处置与恢复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A032A660-922A-4D95-B3F9-17B189DD8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94971607-BE89-47FF-8B18-E0EEC3B8A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28900"/>
            <a:ext cx="142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882946C2-DAFE-4D01-B465-2DB068362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905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越权请求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EFA9DAEF-A4A3-4D09-BD1E-493448698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076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1E104196-1CE2-4859-8DB8-C4A4E7D20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781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read gold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DEAF0116-E0C1-49A4-B36F-99619DFE5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628900"/>
            <a:ext cx="142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78B8E4ED-0479-4C4D-B8B3-96B35C288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1905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停止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08AB23BE-A459-45A6-BDED-F34AC0B86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076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EF507A5D-5827-44DE-B136-4BC02108D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781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permission denied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50E2B674-97E4-449A-9A45-D98201DC0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142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D3D3194D-034E-45F4-B35A-A87EDFCB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05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记录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48357446-E4FE-4ECF-8760-7765930C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076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44D9ABD4-CD17-442B-9471-916FF2F1A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trace.jsonl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5F0C06DB-12B1-4E22-AFB6-3CBE2512C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628900"/>
            <a:ext cx="142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A0AB99D7-0D63-40E6-A3CC-E2D71A9E9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收窄</a:t>
            </a:r>
          </a:p>
        </p:txBody>
      </p:sp>
      <p:sp>
        <p:nvSpPr>
          <p:cNvPr id="24" name="chain-arrow-3">
            <a:extLst xmlns:a="http://schemas.openxmlformats.org/drawingml/2006/main">
              <a:ext uri="{FF2B5EF4-FFF2-40B4-BE49-F238E27FC236}">
                <a16:creationId xmlns:a16="http://schemas.microsoft.com/office/drawing/2014/main" id="{9542A458-1BBE-43FC-A519-58DDB7B29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76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5" name="chain-sub-3">
            <a:extLst xmlns:a="http://schemas.openxmlformats.org/drawingml/2006/main">
              <a:ext uri="{FF2B5EF4-FFF2-40B4-BE49-F238E27FC236}">
                <a16:creationId xmlns:a16="http://schemas.microsoft.com/office/drawing/2014/main" id="{82D662D6-8C68-4B18-8647-766EEFCF0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781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冻结输入</a:t>
            </a:r>
          </a:p>
        </p:txBody>
      </p:sp>
      <p:sp>
        <p:nvSpPr>
          <p:cNvPr id="26" name="chain-line-4">
            <a:extLst xmlns:a="http://schemas.openxmlformats.org/drawingml/2006/main">
              <a:ext uri="{FF2B5EF4-FFF2-40B4-BE49-F238E27FC236}">
                <a16:creationId xmlns:a16="http://schemas.microsoft.com/office/drawing/2014/main" id="{7AFD8F76-2E53-43D8-BE12-9F063D9CB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28900"/>
            <a:ext cx="142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7" name="chain-4">
            <a:extLst xmlns:a="http://schemas.openxmlformats.org/drawingml/2006/main">
              <a:ext uri="{FF2B5EF4-FFF2-40B4-BE49-F238E27FC236}">
                <a16:creationId xmlns:a16="http://schemas.microsoft.com/office/drawing/2014/main" id="{DF102652-DADE-4571-A4EC-0674623FF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905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重试</a:t>
            </a:r>
          </a:p>
        </p:txBody>
      </p:sp>
      <p:sp>
        <p:nvSpPr>
          <p:cNvPr id="28" name="chain-arrow-4">
            <a:extLst xmlns:a="http://schemas.openxmlformats.org/drawingml/2006/main">
              <a:ext uri="{FF2B5EF4-FFF2-40B4-BE49-F238E27FC236}">
                <a16:creationId xmlns:a16="http://schemas.microsoft.com/office/drawing/2014/main" id="{B0397E4A-A5EB-46D6-8014-A4B236C57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6450" y="20764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9" name="chain-sub-4">
            <a:extLst xmlns:a="http://schemas.openxmlformats.org/drawingml/2006/main">
              <a:ext uri="{FF2B5EF4-FFF2-40B4-BE49-F238E27FC236}">
                <a16:creationId xmlns:a16="http://schemas.microsoft.com/office/drawing/2014/main" id="{B9C8CF57-A0E0-448D-BE0D-4004D12F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781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新 run ID</a:t>
            </a:r>
          </a:p>
        </p:txBody>
      </p:sp>
      <p:sp>
        <p:nvSpPr>
          <p:cNvPr id="30" name="chain-line-5">
            <a:extLst xmlns:a="http://schemas.openxmlformats.org/drawingml/2006/main">
              <a:ext uri="{FF2B5EF4-FFF2-40B4-BE49-F238E27FC236}">
                <a16:creationId xmlns:a16="http://schemas.microsoft.com/office/drawing/2014/main" id="{8089531F-8D46-4B82-A1F6-A62FF5FF8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28900"/>
            <a:ext cx="14287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31" name="chain-5">
            <a:extLst xmlns:a="http://schemas.openxmlformats.org/drawingml/2006/main">
              <a:ext uri="{FF2B5EF4-FFF2-40B4-BE49-F238E27FC236}">
                <a16:creationId xmlns:a16="http://schemas.microsoft.com/office/drawing/2014/main" id="{4D49DA07-9FF9-4F39-B1CF-1F8D3FD1E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9050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人工核验</a:t>
            </a:r>
          </a:p>
        </p:txBody>
      </p:sp>
      <p:sp>
        <p:nvSpPr>
          <p:cNvPr id="32" name="chain-sub-5">
            <a:extLst xmlns:a="http://schemas.openxmlformats.org/drawingml/2006/main">
              <a:ext uri="{FF2B5EF4-FFF2-40B4-BE49-F238E27FC236}">
                <a16:creationId xmlns:a16="http://schemas.microsoft.com/office/drawing/2014/main" id="{4B35AF69-741F-44C6-B307-EFD0E3E6F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781300"/>
            <a:ext cx="142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决定是否写回</a:t>
            </a:r>
          </a:p>
        </p:txBody>
      </p:sp>
      <p:sp>
        <p:nvSpPr>
          <p:cNvPr id="33" name="doc-19-bg">
            <a:extLst xmlns:a="http://schemas.openxmlformats.org/drawingml/2006/main">
              <a:ext uri="{FF2B5EF4-FFF2-40B4-BE49-F238E27FC236}">
                <a16:creationId xmlns:a16="http://schemas.microsoft.com/office/drawing/2014/main" id="{74A81401-7369-4C92-BBA2-B2D4E4C56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87630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34" name="doc-19-title-bg">
            <a:extLst xmlns:a="http://schemas.openxmlformats.org/drawingml/2006/main">
              <a:ext uri="{FF2B5EF4-FFF2-40B4-BE49-F238E27FC236}">
                <a16:creationId xmlns:a16="http://schemas.microsoft.com/office/drawing/2014/main" id="{C57E423A-0269-48B9-ADDD-939340A41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90525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sp>
        <p:nvSpPr>
          <p:cNvPr id="35" name="doc-19-title">
            <a:extLst xmlns:a="http://schemas.openxmlformats.org/drawingml/2006/main">
              <a:ext uri="{FF2B5EF4-FFF2-40B4-BE49-F238E27FC236}">
                <a16:creationId xmlns:a16="http://schemas.microsoft.com/office/drawing/2014/main" id="{78475229-7444-493D-8662-451C862F5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392430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trace.jsonl｜课程虚构工件</a:t>
            </a:r>
          </a:p>
        </p:txBody>
      </p:sp>
      <p:sp>
        <p:nvSpPr>
          <p:cNvPr id="36" name="doc-19-line-0">
            <a:extLst xmlns:a="http://schemas.openxmlformats.org/drawingml/2006/main">
              <a:ext uri="{FF2B5EF4-FFF2-40B4-BE49-F238E27FC236}">
                <a16:creationId xmlns:a16="http://schemas.microsoft.com/office/drawing/2014/main" id="{E7ECFCE8-46FF-46BB-90DC-B55DD5FA1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00550"/>
            <a:ext cx="830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>
                <a:solidFill>
                  <a:srgbClr val="27333D"/>
                </a:solidFill>
                <a:latin typeface="Consolas"/>
                <a:ea typeface="Consolas"/>
                <a:cs typeface="Consolas"/>
              </a:defRPr>
            </a:pPr>
            <a:r>
              <a:rPr sz="1800" b="0">
                <a:solidFill>
                  <a:srgbClr val="27333D"/>
                </a:solidFill>
                <a:latin typeface="Consolas"/>
                <a:ea typeface="Consolas"/>
                <a:cs typeface="Consolas"/>
              </a:rPr>
              <a:t>action=read_gold  permission=denied  recovery=narrow_scope  reviewer=human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个人实践：先定契约，再走通一条 trace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90F7333B-44AC-F7E9-D49D-FE92F45E0477}" type="slidenum">
              <a:t>17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68F4EEDE-69F0-4C83-B3CB-73172C60D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eaa8552bc54da7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B5B15441-4932-4698-8DA6-3824C0D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个人实践：先定契约，再走通一条 trace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7B66670D-A8CC-4310-AB36-EE9330218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num-0">
            <a:extLst xmlns:a="http://schemas.openxmlformats.org/drawingml/2006/main">
              <a:ext uri="{FF2B5EF4-FFF2-40B4-BE49-F238E27FC236}">
                <a16:creationId xmlns:a16="http://schemas.microsoft.com/office/drawing/2014/main" id="{889E6745-6AC4-4531-86AA-E54F83A4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323850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1" name="row-0">
            <a:extLst xmlns:a="http://schemas.openxmlformats.org/drawingml/2006/main">
              <a:ext uri="{FF2B5EF4-FFF2-40B4-BE49-F238E27FC236}">
                <a16:creationId xmlns:a16="http://schemas.microsoft.com/office/drawing/2014/main" id="{C469546A-FB6A-4828-8DB1-814ADA701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24000"/>
            <a:ext cx="6191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选第 10–11 课同一科研动作</a:t>
            </a:r>
          </a:p>
        </p:txBody>
      </p:sp>
      <p:sp>
        <p:nvSpPr>
          <p:cNvPr id="12" name="row-rule-0">
            <a:extLst xmlns:a="http://schemas.openxmlformats.org/drawingml/2006/main">
              <a:ext uri="{FF2B5EF4-FFF2-40B4-BE49-F238E27FC236}">
                <a16:creationId xmlns:a16="http://schemas.microsoft.com/office/drawing/2014/main" id="{B85BEF1D-8CB5-40C7-BF89-D9B3A40E0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00288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num-1">
            <a:extLst xmlns:a="http://schemas.openxmlformats.org/drawingml/2006/main">
              <a:ext uri="{FF2B5EF4-FFF2-40B4-BE49-F238E27FC236}">
                <a16:creationId xmlns:a16="http://schemas.microsoft.com/office/drawing/2014/main" id="{1C21F831-7A78-4B5B-815D-D06F16BD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57438"/>
            <a:ext cx="323850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4" name="row-1">
            <a:extLst xmlns:a="http://schemas.openxmlformats.org/drawingml/2006/main">
              <a:ext uri="{FF2B5EF4-FFF2-40B4-BE49-F238E27FC236}">
                <a16:creationId xmlns:a16="http://schemas.microsoft.com/office/drawing/2014/main" id="{8D803240-6DA1-4472-BB58-2C13E55B2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57438"/>
            <a:ext cx="6191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补齐八要素契约</a:t>
            </a:r>
          </a:p>
        </p:txBody>
      </p:sp>
      <p:sp>
        <p:nvSpPr>
          <p:cNvPr id="15" name="row-rule-1">
            <a:extLst xmlns:a="http://schemas.openxmlformats.org/drawingml/2006/main">
              <a:ext uri="{FF2B5EF4-FFF2-40B4-BE49-F238E27FC236}">
                <a16:creationId xmlns:a16="http://schemas.microsoft.com/office/drawing/2014/main" id="{5F92E528-8E22-4E4F-A9CC-218EAB16E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33725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num-2">
            <a:extLst xmlns:a="http://schemas.openxmlformats.org/drawingml/2006/main">
              <a:ext uri="{FF2B5EF4-FFF2-40B4-BE49-F238E27FC236}">
                <a16:creationId xmlns:a16="http://schemas.microsoft.com/office/drawing/2014/main" id="{CC05C34B-2F87-4166-AD20-8B14004C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90875"/>
            <a:ext cx="323850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7" name="row-2">
            <a:extLst xmlns:a="http://schemas.openxmlformats.org/drawingml/2006/main">
              <a:ext uri="{FF2B5EF4-FFF2-40B4-BE49-F238E27FC236}">
                <a16:creationId xmlns:a16="http://schemas.microsoft.com/office/drawing/2014/main" id="{1709FAEC-98D9-48AC-9428-C429985E5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6191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建立最小目录与运行路径</a:t>
            </a:r>
          </a:p>
        </p:txBody>
      </p:sp>
      <p:sp>
        <p:nvSpPr>
          <p:cNvPr id="18" name="row-rule-2">
            <a:extLst xmlns:a="http://schemas.openxmlformats.org/drawingml/2006/main">
              <a:ext uri="{FF2B5EF4-FFF2-40B4-BE49-F238E27FC236}">
                <a16:creationId xmlns:a16="http://schemas.microsoft.com/office/drawing/2014/main" id="{8D665E54-29BA-46B9-ACAD-7AB46C318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67163"/>
            <a:ext cx="619125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num-3">
            <a:extLst xmlns:a="http://schemas.openxmlformats.org/drawingml/2006/main">
              <a:ext uri="{FF2B5EF4-FFF2-40B4-BE49-F238E27FC236}">
                <a16:creationId xmlns:a16="http://schemas.microsoft.com/office/drawing/2014/main" id="{421D16FC-C4B3-42F5-A977-CA512C146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24313"/>
            <a:ext cx="323850" cy="7381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row-3">
            <a:extLst xmlns:a="http://schemas.openxmlformats.org/drawingml/2006/main">
              <a:ext uri="{FF2B5EF4-FFF2-40B4-BE49-F238E27FC236}">
                <a16:creationId xmlns:a16="http://schemas.microsoft.com/office/drawing/2014/main" id="{A8135100-7A53-4CA7-822E-86B37EA16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4313"/>
            <a:ext cx="6191250" cy="738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保留一条 trace 与失败恢复</a:t>
            </a:r>
          </a:p>
        </p:txBody>
      </p:sp>
      <p:sp>
        <p:nvSpPr>
          <p:cNvPr id="21" name="practice-side">
            <a:extLst xmlns:a="http://schemas.openxmlformats.org/drawingml/2006/main">
              <a:ext uri="{FF2B5EF4-FFF2-40B4-BE49-F238E27FC236}">
                <a16:creationId xmlns:a16="http://schemas.microsoft.com/office/drawing/2014/main" id="{08E09762-0060-4A39-ACA6-4A0CA8415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666875"/>
            <a:ext cx="3429000" cy="2619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22" name="practice-h">
            <a:extLst xmlns:a="http://schemas.openxmlformats.org/drawingml/2006/main">
              <a:ext uri="{FF2B5EF4-FFF2-40B4-BE49-F238E27FC236}">
                <a16:creationId xmlns:a16="http://schemas.microsoft.com/office/drawing/2014/main" id="{6E584B81-92EB-429D-A107-0E8EEF17F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857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课堂完成标志</a:t>
            </a:r>
          </a:p>
        </p:txBody>
      </p:sp>
      <p:sp>
        <p:nvSpPr>
          <p:cNvPr id="23" name="practice-note">
            <a:extLst xmlns:a="http://schemas.openxmlformats.org/drawingml/2006/main">
              <a:ext uri="{FF2B5EF4-FFF2-40B4-BE49-F238E27FC236}">
                <a16:creationId xmlns:a16="http://schemas.microsoft.com/office/drawing/2014/main" id="{2A4F1657-2D58-4A2B-B4A7-239E122A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19375"/>
            <a:ext cx="276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可运行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或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可复现演示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不要求课堂跑完 120 输出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八要素自检贴在同一工作流上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B1C6C81E-38B9-7560-621D-5A151A79DF9B}" type="slidenum">
              <a:t>18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014ABB80-2EA8-4BE3-BE55-6DE715D17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140422d7cb4173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7715B77A-3133-454A-BD6B-4BA44BA36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八要素自检贴在同一工作流上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FFBC2688-B9F3-49CC-8D68-94D4480A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m-label-0">
            <a:extLst xmlns:a="http://schemas.openxmlformats.org/drawingml/2006/main">
              <a:ext uri="{FF2B5EF4-FFF2-40B4-BE49-F238E27FC236}">
                <a16:creationId xmlns:a16="http://schemas.microsoft.com/office/drawing/2014/main" id="{D343D29D-87A5-4485-AD60-2ECE4A5F2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14500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契约 / Context</a:t>
            </a:r>
          </a:p>
        </p:txBody>
      </p:sp>
      <p:sp>
        <p:nvSpPr>
          <p:cNvPr id="11" name="m-value-0">
            <a:extLst xmlns:a="http://schemas.openxmlformats.org/drawingml/2006/main">
              <a:ext uri="{FF2B5EF4-FFF2-40B4-BE49-F238E27FC236}">
                <a16:creationId xmlns:a16="http://schemas.microsoft.com/office/drawing/2014/main" id="{7EE4F96D-CE44-4F75-B23E-8544B0951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714500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输入输出与状态能否反查？</a:t>
            </a:r>
          </a:p>
        </p:txBody>
      </p:sp>
      <p:sp>
        <p:nvSpPr>
          <p:cNvPr id="12" name="m-rule-0">
            <a:extLst xmlns:a="http://schemas.openxmlformats.org/drawingml/2006/main">
              <a:ext uri="{FF2B5EF4-FFF2-40B4-BE49-F238E27FC236}">
                <a16:creationId xmlns:a16="http://schemas.microsoft.com/office/drawing/2014/main" id="{61298518-4914-4D6F-B9C5-B81CDDC19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8127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3" name="m-label-1">
            <a:extLst xmlns:a="http://schemas.openxmlformats.org/drawingml/2006/main">
              <a:ext uri="{FF2B5EF4-FFF2-40B4-BE49-F238E27FC236}">
                <a16:creationId xmlns:a16="http://schemas.microsoft.com/office/drawing/2014/main" id="{3ADF0E6F-1756-4AEB-8436-E24635637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19375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 / 循环</a:t>
            </a:r>
          </a:p>
        </p:txBody>
      </p:sp>
      <p:sp>
        <p:nvSpPr>
          <p:cNvPr id="14" name="m-value-1">
            <a:extLst xmlns:a="http://schemas.openxmlformats.org/drawingml/2006/main">
              <a:ext uri="{FF2B5EF4-FFF2-40B4-BE49-F238E27FC236}">
                <a16:creationId xmlns:a16="http://schemas.microsoft.com/office/drawing/2014/main" id="{5A56412F-C424-425F-8252-C98FB9620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19375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外部动作何时停？</a:t>
            </a:r>
          </a:p>
        </p:txBody>
      </p:sp>
      <p:sp>
        <p:nvSpPr>
          <p:cNvPr id="15" name="m-rule-1">
            <a:extLst xmlns:a="http://schemas.openxmlformats.org/drawingml/2006/main">
              <a:ext uri="{FF2B5EF4-FFF2-40B4-BE49-F238E27FC236}">
                <a16:creationId xmlns:a16="http://schemas.microsoft.com/office/drawing/2014/main" id="{73ECAD51-868F-4FE9-A632-2B478EEE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8615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6" name="m-label-2">
            <a:extLst xmlns:a="http://schemas.openxmlformats.org/drawingml/2006/main">
              <a:ext uri="{FF2B5EF4-FFF2-40B4-BE49-F238E27FC236}">
                <a16:creationId xmlns:a16="http://schemas.microsoft.com/office/drawing/2014/main" id="{EE7EC34C-A256-40AB-BC12-8432014AB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工件 / Evals</a:t>
            </a:r>
          </a:p>
        </p:txBody>
      </p:sp>
      <p:sp>
        <p:nvSpPr>
          <p:cNvPr id="17" name="m-value-2">
            <a:extLst xmlns:a="http://schemas.openxmlformats.org/drawingml/2006/main">
              <a:ext uri="{FF2B5EF4-FFF2-40B4-BE49-F238E27FC236}">
                <a16:creationId xmlns:a16="http://schemas.microsoft.com/office/drawing/2014/main" id="{3AD6CA78-F423-4E73-A596-9E47AE31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运行与评价是否隔离？</a:t>
            </a:r>
          </a:p>
        </p:txBody>
      </p:sp>
      <p:sp>
        <p:nvSpPr>
          <p:cNvPr id="18" name="m-rule-2">
            <a:extLst xmlns:a="http://schemas.openxmlformats.org/drawingml/2006/main">
              <a:ext uri="{FF2B5EF4-FFF2-40B4-BE49-F238E27FC236}">
                <a16:creationId xmlns:a16="http://schemas.microsoft.com/office/drawing/2014/main" id="{D1902DDA-6BE1-4695-A847-C9008425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91025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  <p:sp>
        <p:nvSpPr>
          <p:cNvPr id="19" name="m-label-3">
            <a:extLst xmlns:a="http://schemas.openxmlformats.org/drawingml/2006/main">
              <a:ext uri="{FF2B5EF4-FFF2-40B4-BE49-F238E27FC236}">
                <a16:creationId xmlns:a16="http://schemas.microsoft.com/office/drawing/2014/main" id="{B634F107-5A91-40CC-9101-D37B97D73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29125"/>
            <a:ext cx="285750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1">
                <a:solidFill>
                  <a:srgbClr val="C8161E"/>
                </a:solidFill>
                <a:latin typeface="微软雅黑"/>
                <a:ea typeface="微软雅黑"/>
                <a:cs typeface="微软雅黑"/>
              </a:rPr>
              <a:t>人工审核 / 恢复</a:t>
            </a:r>
          </a:p>
        </p:txBody>
      </p:sp>
      <p:sp>
        <p:nvSpPr>
          <p:cNvPr id="20" name="m-value-3">
            <a:extLst xmlns:a="http://schemas.openxmlformats.org/drawingml/2006/main">
              <a:ext uri="{FF2B5EF4-FFF2-40B4-BE49-F238E27FC236}">
                <a16:creationId xmlns:a16="http://schemas.microsoft.com/office/drawing/2014/main" id="{62E61000-4300-413F-9825-46106877D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29125"/>
            <a:ext cx="7943850" cy="866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失败是否保留并改变下一步？</a:t>
            </a:r>
          </a:p>
        </p:txBody>
      </p:sp>
      <p:sp>
        <p:nvSpPr>
          <p:cNvPr id="21" name="m-rule-3">
            <a:extLst xmlns:a="http://schemas.openxmlformats.org/drawingml/2006/main">
              <a:ext uri="{FF2B5EF4-FFF2-40B4-BE49-F238E27FC236}">
                <a16:creationId xmlns:a16="http://schemas.microsoft.com/office/drawing/2014/main" id="{1CFCDBC1-7F3E-4F66-B998-1D02EE9FA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95900"/>
            <a:ext cx="109728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DD5DB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同伴只问边界、越权与 baseline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F91274-D221-1BB4-3BF9-836E3AD31EBE}" type="slidenum">
              <a:t>19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AE713C75-38E8-415F-BD3C-3D944D8F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d49ff146024baf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F1EFC51D-DDE6-4A94-910F-1E0635C7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同伴只问边界、越权与 baseline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C2A6E8A-C3AB-4009-8D96-32C003E57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doc-20-bg">
            <a:extLst xmlns:a="http://schemas.openxmlformats.org/drawingml/2006/main">
              <a:ext uri="{FF2B5EF4-FFF2-40B4-BE49-F238E27FC236}">
                <a16:creationId xmlns:a16="http://schemas.microsoft.com/office/drawing/2014/main" id="{1D51A5CA-2D83-487E-8DB2-38C3AFB2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533400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F6F8"/>
          </a:solidFill>
          <a:ln xmlns:a="http://schemas.openxmlformats.org/drawingml/2006/main" w="0">
            <a:noFill/>
          </a:ln>
        </p:spPr>
      </p:sp>
      <p:sp>
        <p:nvSpPr>
          <p:cNvPr id="11" name="doc-20-title-bg">
            <a:extLst xmlns:a="http://schemas.openxmlformats.org/drawingml/2006/main">
              <a:ext uri="{FF2B5EF4-FFF2-40B4-BE49-F238E27FC236}">
                <a16:creationId xmlns:a16="http://schemas.microsoft.com/office/drawing/2014/main" id="{0C9B676B-7573-43A2-A700-C2F182868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524000"/>
            <a:ext cx="342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2" name="doc-20-title">
            <a:extLst xmlns:a="http://schemas.openxmlformats.org/drawingml/2006/main">
              <a:ext uri="{FF2B5EF4-FFF2-40B4-BE49-F238E27FC236}">
                <a16:creationId xmlns:a16="http://schemas.microsoft.com/office/drawing/2014/main" id="{583CCD8B-3F43-4385-9A7A-9F2C9B25F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430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作者的最小工作流</a:t>
            </a:r>
          </a:p>
        </p:txBody>
      </p:sp>
      <p:sp>
        <p:nvSpPr>
          <p:cNvPr id="13" name="doc-20-line-0">
            <a:extLst xmlns:a="http://schemas.openxmlformats.org/drawingml/2006/main">
              <a:ext uri="{FF2B5EF4-FFF2-40B4-BE49-F238E27FC236}">
                <a16:creationId xmlns:a16="http://schemas.microsoft.com/office/drawing/2014/main" id="{61B695C0-C4AC-40E7-8FB2-F547BBEC3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019300"/>
            <a:ext cx="4876800" cy="9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边界｜哪些动作不交给 Agent</a:t>
            </a:r>
          </a:p>
        </p:txBody>
      </p:sp>
      <p:sp>
        <p:nvSpPr>
          <p:cNvPr id="14" name="doc-20-line-1">
            <a:extLst xmlns:a="http://schemas.openxmlformats.org/drawingml/2006/main">
              <a:ext uri="{FF2B5EF4-FFF2-40B4-BE49-F238E27FC236}">
                <a16:creationId xmlns:a16="http://schemas.microsoft.com/office/drawing/2014/main" id="{061DE8DF-A2A3-4F32-B9FF-19B2A55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2997200"/>
            <a:ext cx="4876800" cy="9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越权｜哪个节点必须停</a:t>
            </a:r>
          </a:p>
        </p:txBody>
      </p:sp>
      <p:sp>
        <p:nvSpPr>
          <p:cNvPr id="15" name="doc-20-line-2">
            <a:extLst xmlns:a="http://schemas.openxmlformats.org/drawingml/2006/main">
              <a:ext uri="{FF2B5EF4-FFF2-40B4-BE49-F238E27FC236}">
                <a16:creationId xmlns:a16="http://schemas.microsoft.com/office/drawing/2014/main" id="{C0E4BAC2-ED60-4478-86F7-9203FF292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3975100"/>
            <a:ext cx="4876800" cy="958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27333D"/>
                </a:solidFill>
                <a:latin typeface="微软雅黑"/>
                <a:ea typeface="微软雅黑"/>
                <a:cs typeface="微软雅黑"/>
              </a:rPr>
              <a:t>baseline｜评价器与执行器是否隔离</a:t>
            </a:r>
          </a:p>
        </p:txBody>
      </p:sp>
      <p:sp>
        <p:nvSpPr>
          <p:cNvPr id="16" name="peer">
            <a:extLst xmlns:a="http://schemas.openxmlformats.org/drawingml/2006/main">
              <a:ext uri="{FF2B5EF4-FFF2-40B4-BE49-F238E27FC236}">
                <a16:creationId xmlns:a16="http://schemas.microsoft.com/office/drawing/2014/main" id="{59ACEA3D-B83C-441E-B0ED-6AC14285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190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1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同伴只提问题</a:t>
            </a:r>
          </a:p>
        </p:txBody>
      </p:sp>
      <p:sp>
        <p:nvSpPr>
          <p:cNvPr id="17" name="author">
            <a:extLst xmlns:a="http://schemas.openxmlformats.org/drawingml/2006/main">
              <a:ext uri="{FF2B5EF4-FFF2-40B4-BE49-F238E27FC236}">
                <a16:creationId xmlns:a16="http://schemas.microsoft.com/office/drawing/2014/main" id="{5A5C0149-BD2B-4D62-8ABC-F1B4FF369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33625"/>
            <a:ext cx="228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1">
                <a:solidFill>
                  <a:srgbClr val="2E7D5B"/>
                </a:solidFill>
                <a:latin typeface="微软雅黑"/>
                <a:ea typeface="微软雅黑"/>
                <a:cs typeface="微软雅黑"/>
              </a:rPr>
              <a:t>作者记录处理方式与真实理由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844E025A-983C-6D44-79C6-4612AACD43FC}" type="slidenum">
              <a:t>20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9A22A1E9-629E-480D-AFB4-6C5D2C9F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96e9f65a4b48a8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3E429823-7371-4009-8F6D-7021313F1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本讲知识点总结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25CCAFC6-8F68-42CC-962C-B1754691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61149F67-8EDD-42CF-BAA9-D64E88666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3164F39E-49EA-465D-B8BE-BE72D564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八要素契约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E2B540EE-0D8E-45CA-A145-4B835E61E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747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sub-0">
            <a:extLst xmlns:a="http://schemas.openxmlformats.org/drawingml/2006/main">
              <a:ext uri="{FF2B5EF4-FFF2-40B4-BE49-F238E27FC236}">
                <a16:creationId xmlns:a16="http://schemas.microsoft.com/office/drawing/2014/main" id="{2A002F95-AD6C-4087-B313-F095D1EBB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本讲输入</a:t>
            </a:r>
          </a:p>
        </p:txBody>
      </p:sp>
      <p:sp>
        <p:nvSpPr>
          <p:cNvPr id="14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B99B367C-2B25-417F-B39B-9E92FE8B1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5" name="chain-1">
            <a:extLst xmlns:a="http://schemas.openxmlformats.org/drawingml/2006/main">
              <a:ext uri="{FF2B5EF4-FFF2-40B4-BE49-F238E27FC236}">
                <a16:creationId xmlns:a16="http://schemas.microsoft.com/office/drawing/2014/main" id="{F89D5002-D3CE-46EE-BF59-3DC6002F5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权限与循环</a:t>
            </a:r>
          </a:p>
        </p:txBody>
      </p:sp>
      <p:sp>
        <p:nvSpPr>
          <p:cNvPr id="16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19C54A65-2CF6-4486-81F6-B0B5DC6DA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0850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7" name="chain-sub-1">
            <a:extLst xmlns:a="http://schemas.openxmlformats.org/drawingml/2006/main">
              <a:ext uri="{FF2B5EF4-FFF2-40B4-BE49-F238E27FC236}">
                <a16:creationId xmlns:a16="http://schemas.microsoft.com/office/drawing/2014/main" id="{030D6674-E189-480E-A137-F924093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22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本讲执行</a:t>
            </a:r>
          </a:p>
        </p:txBody>
      </p:sp>
      <p:sp>
        <p:nvSpPr>
          <p:cNvPr id="18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CAFBC6C8-34B0-4F07-AF13-BAC65F8B4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9" name="chain-2">
            <a:extLst xmlns:a="http://schemas.openxmlformats.org/drawingml/2006/main">
              <a:ext uri="{FF2B5EF4-FFF2-40B4-BE49-F238E27FC236}">
                <a16:creationId xmlns:a16="http://schemas.microsoft.com/office/drawing/2014/main" id="{B38C2562-5922-45A2-ADDB-155616F8F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独立评价</a:t>
            </a:r>
          </a:p>
        </p:txBody>
      </p:sp>
      <p:sp>
        <p:nvSpPr>
          <p:cNvPr id="20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3309FEA6-4C03-43AE-9EBF-B2BDEC14B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4225" y="2505075"/>
            <a:ext cx="92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21" name="chain-sub-2">
            <a:extLst xmlns:a="http://schemas.openxmlformats.org/drawingml/2006/main">
              <a:ext uri="{FF2B5EF4-FFF2-40B4-BE49-F238E27FC236}">
                <a16:creationId xmlns:a16="http://schemas.microsoft.com/office/drawing/2014/main" id="{0038D08D-2D0B-4EBB-9219-328591AB5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本讲证据</a:t>
            </a:r>
          </a:p>
        </p:txBody>
      </p:sp>
      <p:sp>
        <p:nvSpPr>
          <p:cNvPr id="22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3CEFD9E3-52FC-41F8-B848-8B93074E2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057525"/>
            <a:ext cx="1952625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3" name="chain-3">
            <a:extLst xmlns:a="http://schemas.openxmlformats.org/drawingml/2006/main">
              <a:ext uri="{FF2B5EF4-FFF2-40B4-BE49-F238E27FC236}">
                <a16:creationId xmlns:a16="http://schemas.microsoft.com/office/drawing/2014/main" id="{C2762E86-BF48-443E-9144-F6904FC11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2333625"/>
            <a:ext cx="195262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失败 trace</a:t>
            </a:r>
          </a:p>
        </p:txBody>
      </p:sp>
      <p:sp>
        <p:nvSpPr>
          <p:cNvPr id="24" name="chain-sub-3">
            <a:extLst xmlns:a="http://schemas.openxmlformats.org/drawingml/2006/main">
              <a:ext uri="{FF2B5EF4-FFF2-40B4-BE49-F238E27FC236}">
                <a16:creationId xmlns:a16="http://schemas.microsoft.com/office/drawing/2014/main" id="{3549F9C4-718A-442B-80FE-2495271CF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4975" y="3209925"/>
            <a:ext cx="19526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下一步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D941B40-7A0A-534E-3563-CA11753C8E3F}"/>
              </a:ext>
            </a:extLst>
          </p:cNvPr>
          <p:cNvSpPr>
            <a:spLocks xmlns:a="http://schemas.openxmlformats.org/drawingml/2006/main" noGrp="1"/>
          </p:cNvSpPr>
          <p:nvPr>
            <p:ph type="body" idx="14"/>
          </p:nvPr>
        </p:nvSpPr>
        <p:spPr>
          <a:xfrm xmlns:a="http://schemas.openxmlformats.org/drawingml/2006/main">
            <a:off x="1028700" y="57150"/>
            <a:ext cx="10668000" cy="571500"/>
          </a:xfrm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把真实运行结果带到第 13 课</a:t>
            </a:r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EBA5909F-738E-F60C-BE8C-B3F1D94548E5}"/>
              </a:ext>
            </a:extLst>
          </p:cNvPr>
          <p:cNvSpPr>
            <a:spLocks xmlns:a="http://schemas.openxmlformats.org/drawingml/2006/main" noGrp="1"/>
          </p:cNvSpPr>
          <p:nvPr>
            <p:ph type="sldNum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F6DF2BE2-2DFA-1C03-677D-BDC2260D6D92}" type="slidenum">
              <a:t>21</a:t>
            </a:fld>
            <a:endParaRPr/>
          </a:p>
        </p:txBody>
      </p:sp>
      <p:sp>
        <p:nvSpPr>
          <p:cNvPr id="6" name="brand-header">
            <a:extLst xmlns:a="http://schemas.openxmlformats.org/drawingml/2006/main">
              <a:ext uri="{FF2B5EF4-FFF2-40B4-BE49-F238E27FC236}">
                <a16:creationId xmlns:a16="http://schemas.microsoft.com/office/drawing/2014/main" id="{99A50343-548A-4659-951C-90416B62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18872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61E"/>
          </a:solidFill>
          <a:ln xmlns:a="http://schemas.openxmlformats.org/drawingml/2006/main" w="0">
            <a:noFill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0c2ab6c4394e55"/>
          <a:stretch xmlns:a="http://schemas.openxmlformats.org/drawingml/2006/main"/>
        </p:blipFill>
        <p:spPr>
          <a:xfrm xmlns:a="http://schemas.openxmlformats.org/drawingml/2006/main">
            <a:off x="323850" y="76200"/>
            <a:ext cx="533400" cy="533400"/>
          </a:xfrm>
          <a:prstGeom xmlns:a="http://schemas.openxmlformats.org/drawingml/2006/main" prst="rect">
            <a:avLst/>
          </a:prstGeom>
        </p:spPr>
      </p:pic>
      <p:sp>
        <p:nvSpPr>
          <p:cNvPr id="8" name="brand-title">
            <a:extLst xmlns:a="http://schemas.openxmlformats.org/drawingml/2006/main">
              <a:ext uri="{FF2B5EF4-FFF2-40B4-BE49-F238E27FC236}">
                <a16:creationId xmlns:a16="http://schemas.microsoft.com/office/drawing/2014/main" id="{59E0283A-3F6F-460C-AF8C-82F464781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66675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把真实运行结果带到第 13 课</a:t>
            </a:r>
          </a:p>
        </p:txBody>
      </p:sp>
      <p:sp>
        <p:nvSpPr>
          <p:cNvPr id="9" name="source">
            <a:extLst xmlns:a="http://schemas.openxmlformats.org/drawingml/2006/main">
              <a:ext uri="{FF2B5EF4-FFF2-40B4-BE49-F238E27FC236}">
                <a16:creationId xmlns:a16="http://schemas.microsoft.com/office/drawing/2014/main" id="{9964D0D1-BB8C-4B6D-93FC-1D73C9C52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67425"/>
            <a:ext cx="10763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11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来源：lesson-12/slides.md；课程工件与讲义见 speaker notes</a:t>
            </a:r>
          </a:p>
        </p:txBody>
      </p:sp>
      <p:sp>
        <p:nvSpPr>
          <p:cNvPr id="10" name="chain-line-0">
            <a:extLst xmlns:a="http://schemas.openxmlformats.org/drawingml/2006/main">
              <a:ext uri="{FF2B5EF4-FFF2-40B4-BE49-F238E27FC236}">
                <a16:creationId xmlns:a16="http://schemas.microsoft.com/office/drawing/2014/main" id="{0FD2712F-97B8-4F37-9E13-4D8818975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209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1" name="chain-0">
            <a:extLst xmlns:a="http://schemas.openxmlformats.org/drawingml/2006/main">
              <a:ext uri="{FF2B5EF4-FFF2-40B4-BE49-F238E27FC236}">
                <a16:creationId xmlns:a16="http://schemas.microsoft.com/office/drawing/2014/main" id="{74280057-49C0-4392-AC52-B5CA7DE0F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L10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受限执行</a:t>
            </a:r>
          </a:p>
        </p:txBody>
      </p:sp>
      <p:sp>
        <p:nvSpPr>
          <p:cNvPr id="12" name="chain-arrow-0">
            <a:extLst xmlns:a="http://schemas.openxmlformats.org/drawingml/2006/main">
              <a:ext uri="{FF2B5EF4-FFF2-40B4-BE49-F238E27FC236}">
                <a16:creationId xmlns:a16="http://schemas.microsoft.com/office/drawing/2014/main" id="{1DD96755-277F-4D86-B2CE-346A9D45E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25527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" name="chain-line-1">
            <a:extLst xmlns:a="http://schemas.openxmlformats.org/drawingml/2006/main">
              <a:ext uri="{FF2B5EF4-FFF2-40B4-BE49-F238E27FC236}">
                <a16:creationId xmlns:a16="http://schemas.microsoft.com/office/drawing/2014/main" id="{C9A9A366-C848-4339-8BAD-BBF16CAE5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105150"/>
            <a:ext cx="209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4" name="chain-1">
            <a:extLst xmlns:a="http://schemas.openxmlformats.org/drawingml/2006/main">
              <a:ext uri="{FF2B5EF4-FFF2-40B4-BE49-F238E27FC236}">
                <a16:creationId xmlns:a16="http://schemas.microsoft.com/office/drawing/2014/main" id="{1B3726FF-E838-4B1C-BBD5-D8EB071FA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381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L11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冻结循环</a:t>
            </a:r>
          </a:p>
        </p:txBody>
      </p:sp>
      <p:sp>
        <p:nvSpPr>
          <p:cNvPr id="15" name="chain-arrow-1">
            <a:extLst xmlns:a="http://schemas.openxmlformats.org/drawingml/2006/main">
              <a:ext uri="{FF2B5EF4-FFF2-40B4-BE49-F238E27FC236}">
                <a16:creationId xmlns:a16="http://schemas.microsoft.com/office/drawing/2014/main" id="{2AA0FD19-A84C-4FA0-AC78-B0AD0F54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25527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6" name="chain-line-2">
            <a:extLst xmlns:a="http://schemas.openxmlformats.org/drawingml/2006/main">
              <a:ext uri="{FF2B5EF4-FFF2-40B4-BE49-F238E27FC236}">
                <a16:creationId xmlns:a16="http://schemas.microsoft.com/office/drawing/2014/main" id="{314B92B6-864E-4E59-BE73-8FD405D28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105150"/>
            <a:ext cx="209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17" name="chain-2">
            <a:extLst xmlns:a="http://schemas.openxmlformats.org/drawingml/2006/main">
              <a:ext uri="{FF2B5EF4-FFF2-40B4-BE49-F238E27FC236}">
                <a16:creationId xmlns:a16="http://schemas.microsoft.com/office/drawing/2014/main" id="{EA5F6CB8-E021-4610-AEEF-6F4B5819E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381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L12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最小工作流</a:t>
            </a:r>
          </a:p>
        </p:txBody>
      </p:sp>
      <p:sp>
        <p:nvSpPr>
          <p:cNvPr id="18" name="chain-arrow-2">
            <a:extLst xmlns:a="http://schemas.openxmlformats.org/drawingml/2006/main">
              <a:ext uri="{FF2B5EF4-FFF2-40B4-BE49-F238E27FC236}">
                <a16:creationId xmlns:a16="http://schemas.microsoft.com/office/drawing/2014/main" id="{0AC20634-5755-445B-9BCE-DE3430874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527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9" name="chain-sub-2">
            <a:extLst xmlns:a="http://schemas.openxmlformats.org/drawingml/2006/main">
              <a:ext uri="{FF2B5EF4-FFF2-40B4-BE49-F238E27FC236}">
                <a16:creationId xmlns:a16="http://schemas.microsoft.com/office/drawing/2014/main" id="{5ED94A4F-8705-4B4F-A31B-077724798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57550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defRPr>
            </a:pPr>
            <a:r>
              <a:rPr sz="2000" b="0">
                <a:solidFill>
                  <a:srgbClr val="66727D"/>
                </a:solidFill>
                <a:latin typeface="微软雅黑"/>
                <a:ea typeface="微软雅黑"/>
                <a:cs typeface="微软雅黑"/>
              </a:rPr>
              <a:t>当前位置 / 输出</a:t>
            </a:r>
          </a:p>
        </p:txBody>
      </p:sp>
      <p:sp>
        <p:nvSpPr>
          <p:cNvPr id="20" name="chain-line-3">
            <a:extLst xmlns:a="http://schemas.openxmlformats.org/drawingml/2006/main">
              <a:ext uri="{FF2B5EF4-FFF2-40B4-BE49-F238E27FC236}">
                <a16:creationId xmlns:a16="http://schemas.microsoft.com/office/drawing/2014/main" id="{F6FC4554-066F-4963-A90E-3CA0C525C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105150"/>
            <a:ext cx="20955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F4D78"/>
          </a:solidFill>
          <a:ln xmlns:a="http://schemas.openxmlformats.org/drawingml/2006/main" w="0">
            <a:noFill/>
          </a:ln>
        </p:spPr>
      </p:sp>
      <p:sp>
        <p:nvSpPr>
          <p:cNvPr id="21" name="chain-3">
            <a:extLst xmlns:a="http://schemas.openxmlformats.org/drawingml/2006/main">
              <a:ext uri="{FF2B5EF4-FFF2-40B4-BE49-F238E27FC236}">
                <a16:creationId xmlns:a16="http://schemas.microsoft.com/office/drawing/2014/main" id="{E9A49E85-4ECD-4599-877F-E14D78417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381250"/>
            <a:ext cx="2095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L13</a:t>
            </a:r>
          </a:p>
          <a:p xmlns:a="http://schemas.openxmlformats.org/drawingml/2006/main">
            <a:pPr algn="ctr">
              <a:lnSpc>
                <a:spcPct val="118000"/>
              </a:lnSpc>
              <a:buNone/>
              <a:def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2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评价</a:t>
            </a:r>
          </a:p>
        </p:txBody>
      </p:sp>
      <p:sp>
        <p:nvSpPr>
          <p:cNvPr id="22" name="bring">
            <a:extLst xmlns:a="http://schemas.openxmlformats.org/drawingml/2006/main">
              <a:ext uri="{FF2B5EF4-FFF2-40B4-BE49-F238E27FC236}">
                <a16:creationId xmlns:a16="http://schemas.microsoft.com/office/drawing/2014/main" id="{3CCD444F-BE0D-43FF-9356-2BDBFD5E4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857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18000"/>
              </a:lnSpc>
              <a:buNone/>
              <a:def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defRPr>
            </a:pPr>
            <a:r>
              <a:rPr sz="2400" b="0">
                <a:solidFill>
                  <a:srgbClr val="1F4D78"/>
                </a:solidFill>
                <a:latin typeface="微软雅黑"/>
                <a:ea typeface="微软雅黑"/>
                <a:cs typeface="微软雅黑"/>
              </a:rPr>
              <a:t>课前带来：结果对照｜失败 trace｜人工审核记录</a:t>
            </a:r>
          </a:p>
        </p:txBody>
      </p:sp>
    </p:spTree>
    <p:extLst>
      <p:ext uri="{BB962C8B-B14F-4D97-AF65-F5344CB8AC3E}">
        <p14:creationId xmlns:p14="http://schemas.microsoft.com/office/powerpoint/2010/main" val="1443728403"/>
      </p:ext>
    </p:extLst>
  </p:cSld>
</p:sld>
</file>

<file path=ppt/theme/theme1.xml><?xml version="1.0" encoding="utf-8"?>
<a:theme xmlns:a="http://schemas.openxmlformats.org/drawingml/2006/main" name="Office 主题​​">
  <a:themeElements>
    <a:clrScheme name="SJTU-2019">
      <a:dk1>
        <a:srgbClr val="000000"/>
      </a:dk1>
      <a:lt1>
        <a:srgbClr val="FFFFFF"/>
      </a:lt1>
      <a:dk2>
        <a:srgbClr val="1B1C21"/>
      </a:dk2>
      <a:lt2>
        <a:srgbClr val="DBDBDB"/>
      </a:lt2>
      <a:accent1>
        <a:srgbClr val="C8161E"/>
      </a:accent1>
      <a:accent2>
        <a:srgbClr val="44546A"/>
      </a:accent2>
      <a:accent3>
        <a:srgbClr val="1F4D78"/>
      </a:accent3>
      <a:accent4>
        <a:srgbClr val="ED7D31"/>
      </a:accent4>
      <a:accent5>
        <a:srgbClr val="FFC000"/>
      </a:accent5>
      <a:accent6>
        <a:srgbClr val="A5A5A5"/>
      </a:accent6>
      <a:hlink>
        <a:srgbClr val="196E7D"/>
      </a:hlink>
      <a:folHlink>
        <a:srgbClr val="BEBEBE"/>
      </a:folHlink>
    </a:clrScheme>
    <a:fontScheme name="外宣普适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SJTU-2019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2026-09-12T11:36:58.6760000Z</dcterms:created>
  <dcterms:modified xsi:type="dcterms:W3CDTF">2026-09-12T11:36:58.6760000Z</dcterms:modified>
</coreProperties>
</file>