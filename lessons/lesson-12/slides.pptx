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e9f586f0ef4395" /><Relationship Type="http://schemas.openxmlformats.org/officeDocument/2006/relationships/extended-properties" Target="/docProps/app.xml" Id="Rbc1a4b5eed6245ed" /><Relationship Type="http://schemas.openxmlformats.org/officeDocument/2006/relationships/officeDocument" Target="/ppt/presentation.xml" Id="Rdee299976d6947d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30ae3a826e4ff0"/>
  </p:sldMasterIdLst>
  <p:notesMasterIdLst>
    <p:notesMasterId xmlns:r="http://schemas.openxmlformats.org/officeDocument/2006/relationships" r:id="Rd271b259f00c4a37"/>
  </p:notesMasterIdLst>
  <p:sldIdLst>
    <p:sldId xmlns:r="http://schemas.openxmlformats.org/officeDocument/2006/relationships" id="256" r:id="R0f8abdd66df444d4"/>
    <p:sldId xmlns:r="http://schemas.openxmlformats.org/officeDocument/2006/relationships" id="257" r:id="Rf838e41c861d498d"/>
    <p:sldId xmlns:r="http://schemas.openxmlformats.org/officeDocument/2006/relationships" id="258" r:id="R0843360ac8344548"/>
    <p:sldId xmlns:r="http://schemas.openxmlformats.org/officeDocument/2006/relationships" id="259" r:id="Rb945eaf377ec4692"/>
    <p:sldId xmlns:r="http://schemas.openxmlformats.org/officeDocument/2006/relationships" id="260" r:id="Ra2c395e300c14f46"/>
    <p:sldId xmlns:r="http://schemas.openxmlformats.org/officeDocument/2006/relationships" id="261" r:id="Rdf2bf88924e942d8"/>
    <p:sldId xmlns:r="http://schemas.openxmlformats.org/officeDocument/2006/relationships" id="262" r:id="Rdbadaad387f44257"/>
    <p:sldId xmlns:r="http://schemas.openxmlformats.org/officeDocument/2006/relationships" id="263" r:id="R69b0ba8565774ce8"/>
    <p:sldId xmlns:r="http://schemas.openxmlformats.org/officeDocument/2006/relationships" id="264" r:id="R6de1089beb904cfd"/>
    <p:sldId xmlns:r="http://schemas.openxmlformats.org/officeDocument/2006/relationships" id="265" r:id="R04a182604c4b4a3b"/>
    <p:sldId xmlns:r="http://schemas.openxmlformats.org/officeDocument/2006/relationships" id="266" r:id="Rda0cb110a8934ac9"/>
    <p:sldId xmlns:r="http://schemas.openxmlformats.org/officeDocument/2006/relationships" id="267" r:id="R5c1fa6e34e3845b3"/>
    <p:sldId xmlns:r="http://schemas.openxmlformats.org/officeDocument/2006/relationships" id="268" r:id="R6b5a63607ae94b6f"/>
    <p:sldId xmlns:r="http://schemas.openxmlformats.org/officeDocument/2006/relationships" id="269" r:id="Rc37fb5e2e30f4d81"/>
    <p:sldId xmlns:r="http://schemas.openxmlformats.org/officeDocument/2006/relationships" id="270" r:id="Re4ed686891364878"/>
    <p:sldId xmlns:r="http://schemas.openxmlformats.org/officeDocument/2006/relationships" id="271" r:id="Rec3db35ec2e942e7"/>
    <p:sldId xmlns:r="http://schemas.openxmlformats.org/officeDocument/2006/relationships" id="272" r:id="R2c6176b641164faf"/>
    <p:sldId xmlns:r="http://schemas.openxmlformats.org/officeDocument/2006/relationships" id="273" r:id="R286543dfd91b4e94"/>
    <p:sldId xmlns:r="http://schemas.openxmlformats.org/officeDocument/2006/relationships" id="274" r:id="R698c2e272acf4a87"/>
    <p:sldId xmlns:r="http://schemas.openxmlformats.org/officeDocument/2006/relationships" id="275" r:id="R51e422d093064ecd"/>
    <p:sldId xmlns:r="http://schemas.openxmlformats.org/officeDocument/2006/relationships" id="276" r:id="R00610fd0847243f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97f7aa041944f5" /><Relationship Type="http://schemas.openxmlformats.org/officeDocument/2006/relationships/slideMaster" Target="/ppt/slideMasters/slideMaster1.xml" Id="Re130ae3a826e4ff0" /><Relationship Type="http://schemas.openxmlformats.org/officeDocument/2006/relationships/notesMaster" Target="/ppt/notesMasters/notesMaster1.xml" Id="Rd271b259f00c4a37" /><Relationship Type="http://schemas.openxmlformats.org/officeDocument/2006/relationships/presProps" Target="/ppt/presProps.xml" Id="Rba95347e23cc481d" /><Relationship Type="http://schemas.openxmlformats.org/officeDocument/2006/relationships/viewProps" Target="/ppt/viewProps.xml" Id="Rf515dee9541e4c50" /><Relationship Type="http://schemas.openxmlformats.org/officeDocument/2006/relationships/tableStyles" Target="/ppt/tableStyles.xml" Id="Rdbcaa05c5f82427e" /><Relationship Type="http://schemas.openxmlformats.org/officeDocument/2006/relationships/slide" Target="/ppt/slides/slide1.xml" Id="R0f8abdd66df444d4" /><Relationship Type="http://schemas.openxmlformats.org/officeDocument/2006/relationships/slide" Target="/ppt/slides/slide2.xml" Id="Rf838e41c861d498d" /><Relationship Type="http://schemas.openxmlformats.org/officeDocument/2006/relationships/slide" Target="/ppt/slides/slide3.xml" Id="R0843360ac8344548" /><Relationship Type="http://schemas.openxmlformats.org/officeDocument/2006/relationships/slide" Target="/ppt/slides/slide4.xml" Id="Rb945eaf377ec4692" /><Relationship Type="http://schemas.openxmlformats.org/officeDocument/2006/relationships/slide" Target="/ppt/slides/slide5.xml" Id="Ra2c395e300c14f46" /><Relationship Type="http://schemas.openxmlformats.org/officeDocument/2006/relationships/slide" Target="/ppt/slides/slide6.xml" Id="Rdf2bf88924e942d8" /><Relationship Type="http://schemas.openxmlformats.org/officeDocument/2006/relationships/slide" Target="/ppt/slides/slide7.xml" Id="Rdbadaad387f44257" /><Relationship Type="http://schemas.openxmlformats.org/officeDocument/2006/relationships/slide" Target="/ppt/slides/slide8.xml" Id="R69b0ba8565774ce8" /><Relationship Type="http://schemas.openxmlformats.org/officeDocument/2006/relationships/slide" Target="/ppt/slides/slide9.xml" Id="R6de1089beb904cfd" /><Relationship Type="http://schemas.openxmlformats.org/officeDocument/2006/relationships/slide" Target="/ppt/slides/slide10.xml" Id="R04a182604c4b4a3b" /><Relationship Type="http://schemas.openxmlformats.org/officeDocument/2006/relationships/slide" Target="/ppt/slides/slide11.xml" Id="Rda0cb110a8934ac9" /><Relationship Type="http://schemas.openxmlformats.org/officeDocument/2006/relationships/slide" Target="/ppt/slides/slide12.xml" Id="R5c1fa6e34e3845b3" /><Relationship Type="http://schemas.openxmlformats.org/officeDocument/2006/relationships/slide" Target="/ppt/slides/slide13.xml" Id="R6b5a63607ae94b6f" /><Relationship Type="http://schemas.openxmlformats.org/officeDocument/2006/relationships/slide" Target="/ppt/slides/slide14.xml" Id="Rc37fb5e2e30f4d81" /><Relationship Type="http://schemas.openxmlformats.org/officeDocument/2006/relationships/slide" Target="/ppt/slides/slide15.xml" Id="Re4ed686891364878" /><Relationship Type="http://schemas.openxmlformats.org/officeDocument/2006/relationships/slide" Target="/ppt/slides/slide16.xml" Id="Rec3db35ec2e942e7" /><Relationship Type="http://schemas.openxmlformats.org/officeDocument/2006/relationships/slide" Target="/ppt/slides/slide17.xml" Id="R2c6176b641164faf" /><Relationship Type="http://schemas.openxmlformats.org/officeDocument/2006/relationships/slide" Target="/ppt/slides/slide18.xml" Id="R286543dfd91b4e94" /><Relationship Type="http://schemas.openxmlformats.org/officeDocument/2006/relationships/slide" Target="/ppt/slides/slide19.xml" Id="R698c2e272acf4a87" /><Relationship Type="http://schemas.openxmlformats.org/officeDocument/2006/relationships/slide" Target="/ppt/slides/slide20.xml" Id="R51e422d093064ecd" /><Relationship Type="http://schemas.openxmlformats.org/officeDocument/2006/relationships/slide" Target="/ppt/slides/slide21.xml" Id="R00610fd0847243f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ce17a28ab84b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34da2a82eb42c3" /><Relationship Type="http://schemas.openxmlformats.org/officeDocument/2006/relationships/notesMaster" Target="/ppt/notesMasters/notesMaster1.xml" Id="R192cd0cdffe74a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51cbdef8374e8a" /><Relationship Type="http://schemas.openxmlformats.org/officeDocument/2006/relationships/notesMaster" Target="/ppt/notesMasters/notesMaster1.xml" Id="Rcf803483028244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115dff20f84cf6" /><Relationship Type="http://schemas.openxmlformats.org/officeDocument/2006/relationships/notesMaster" Target="/ppt/notesMasters/notesMaster1.xml" Id="R2143040152c948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b877c18a874a12" /><Relationship Type="http://schemas.openxmlformats.org/officeDocument/2006/relationships/notesMaster" Target="/ppt/notesMasters/notesMaster1.xml" Id="Rcf3898b40ebe42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bce77951314d77" /><Relationship Type="http://schemas.openxmlformats.org/officeDocument/2006/relationships/notesMaster" Target="/ppt/notesMasters/notesMaster1.xml" Id="Rd7387d0b9afd44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0119086c4954701" /><Relationship Type="http://schemas.openxmlformats.org/officeDocument/2006/relationships/notesMaster" Target="/ppt/notesMasters/notesMaster1.xml" Id="Rfa6e2816ce0b488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cc9e9c8d064542" /><Relationship Type="http://schemas.openxmlformats.org/officeDocument/2006/relationships/notesMaster" Target="/ppt/notesMasters/notesMaster1.xml" Id="Refb6538f275741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fdcfe1f3d2b4304" /><Relationship Type="http://schemas.openxmlformats.org/officeDocument/2006/relationships/notesMaster" Target="/ppt/notesMasters/notesMaster1.xml" Id="R0fcabd82cbdc4ac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58a9e70cbb74305" /><Relationship Type="http://schemas.openxmlformats.org/officeDocument/2006/relationships/notesMaster" Target="/ppt/notesMasters/notesMaster1.xml" Id="R996a40bec89c403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45ee5d980904907" /><Relationship Type="http://schemas.openxmlformats.org/officeDocument/2006/relationships/notesMaster" Target="/ppt/notesMasters/notesMaster1.xml" Id="Rcd586ea3862149c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e3db4f746794539" /><Relationship Type="http://schemas.openxmlformats.org/officeDocument/2006/relationships/notesMaster" Target="/ppt/notesMasters/notesMaster1.xml" Id="Rfb6dfbf5074540e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b7ed0fa6b294c50" /><Relationship Type="http://schemas.openxmlformats.org/officeDocument/2006/relationships/notesMaster" Target="/ppt/notesMasters/notesMaster1.xml" Id="R50cb7b92e230474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82620736c3440e7" /><Relationship Type="http://schemas.openxmlformats.org/officeDocument/2006/relationships/notesMaster" Target="/ppt/notesMasters/notesMaster1.xml" Id="Re68d4057d51d47d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5774795fa454423" /><Relationship Type="http://schemas.openxmlformats.org/officeDocument/2006/relationships/notesMaster" Target="/ppt/notesMasters/notesMaster1.xml" Id="R3b7fd5c24c7f465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ce0cc1d6b3346fc" /><Relationship Type="http://schemas.openxmlformats.org/officeDocument/2006/relationships/notesMaster" Target="/ppt/notesMasters/notesMaster1.xml" Id="Rca7f5b4695014d0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3d5314ace2b41d3" /><Relationship Type="http://schemas.openxmlformats.org/officeDocument/2006/relationships/notesMaster" Target="/ppt/notesMasters/notesMaster1.xml" Id="Rd2923cd106554fd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c5dc3013ea44ad6" /><Relationship Type="http://schemas.openxmlformats.org/officeDocument/2006/relationships/notesMaster" Target="/ppt/notesMasters/notesMaster1.xml" Id="R08a9921a80fa4a2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846c0a500404df0" /><Relationship Type="http://schemas.openxmlformats.org/officeDocument/2006/relationships/notesMaster" Target="/ppt/notesMasters/notesMaster1.xml" Id="R977a692f6c7d4ce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fed6170bb5e415a" /><Relationship Type="http://schemas.openxmlformats.org/officeDocument/2006/relationships/notesMaster" Target="/ppt/notesMasters/notesMaster1.xml" Id="R8a871f7490634f9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238c47dc601427c" /><Relationship Type="http://schemas.openxmlformats.org/officeDocument/2006/relationships/notesMaster" Target="/ppt/notesMasters/notesMaster1.xml" Id="R05d343e074954ea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e28ff7c13b024ed9" /><Relationship Type="http://schemas.openxmlformats.org/officeDocument/2006/relationships/notesMaster" Target="/ppt/notesMasters/notesMaster1.xml" Id="R55371e1a809e46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本讲聚焦“Agent/Skill 逻辑与自主 Research Workflow 设计”。封面只保留正式课名，课堂问题从下一页展开。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/Users/bright/Projects/courses/graduate/lessons/lesson-12/slides.md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这八项沿用第 1 课口径。今天先拆解现成对象，再用同一框架设计个人工作流。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/Users/bright/Projects/courses/graduate/lessons/lesson-01/handout.md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官方 program.md 明确唯一可改文件、固定预算、评价指标和禁止项。课堂使用前固定 commit。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https://github.com/karpathy/autoresearch/blob/master/program.md</a:t>
            </a:r>
          </a:p>
          <a:p xmlns:a="http://schemas.openxmlformats.org/drawingml/2006/main">
            <a:r>
              <a:t>- /Users/bright/Projects/courses/graduate/lessons/lesson-12/slides.md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要求学生指出自己的状态写到哪个文件，而不是回答‘模型记得’。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https://modelcontextprotocol.io/docs/learn/architecture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正式写回与外部动作必须人工确认；权限升级不可由模型自行决定。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/Users/bright/Projects/courses/graduate/AGENTS.md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六种模式是工程经验分类。AutoResearch 更接近 evaluator-optimizer，不等于完全自主 Agent。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https://www.anthropic.com/engineering/building-effective-agents</a:t>
            </a:r>
          </a:p>
          <a:p xmlns:a="http://schemas.openxmlformats.org/drawingml/2006/main">
            <a:r>
              <a:t>- /Users/bright/Projects/courses/graduate/lessons/lesson-11/handout.md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工件要能把最终判断反向追到输入、动作、输出与评价。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强调评价代码隔离、人工审核点和失败恢复三件事不能合并成一句‘人工检查’。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https://www.anthropic.com/engineering/building-effective-agents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请学生用四问判断自己的动作；不满足不代表动作无价值，只代表不适合 Agent 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https://www.anthropic.com/engineering/building-effective-agents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坐标是课程判断框架，不是经验数据或产品排名。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Teaching synthesis; not an empirical benchmark.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学生先选动作，不先选工具。动作必须来自自己的个人项目，并且重复、可检查、有边界。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本页是个人工作流说明的单页骨架。要求每项至少能指出写入位置或决策者。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/Users/bright/Projects/courses/graduate/lessons/lesson-12/teaching-plan.md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这里的‘五条’是可审计要求；P18 再用准确八要素做设计前置自检。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这是课程虚构案例，只演示契约填充，不代表真实效率或准确率。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case, no empirical effect claimed.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演示目录树和一条最小运行路径。无环境时使用同字段的 Markdown 或纸面原型。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workflow scaffold.</a:t>
            </a:r>
          </a:p>
          <a:p xmlns:a="http://schemas.openxmlformats.org/drawingml/2006/main">
            <a:r>
              <a:t>- /Users/bright/Projects/courses/graduate/lessons/lesson-12/teaching-plan.md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虚构 trace 用于演示：越权不删除，恢复要记录收窄、决策者和后续核验。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Teaching artifact; fictional trace, no real execution claim.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 分钟覆盖 P17-P18。巡视优先看权限、评价和失败恢复；环境故障直接切换备用路径。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/Users/bright/Projects/courses/graduate/lessons/lesson-12/teaching-plan.md</a:t>
            </a:r>
          </a:p>
          <a:p xmlns:a="http://schemas.openxmlformats.org/drawingml/2006/main">
            <a:r>
              <a:t>- /Users/bright/Projects/courses/graduate/lessons/lesson-12/slides.md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学生自检八要素。明确本页不替代 Checkpoint 3 的实际运行、评价和影响报告。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/Users/bright/Projects/courses/graduate/lessons/lesson-12/slides.md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两人互查 8 分钟。同伴只提问题；作者记录采纳、拒绝或暂缓及理由。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/Users/bright/Projects/courses/graduate/lessons/lesson-12/teaching-plan.md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回收本讲核心概念及其关系。本页不新增任务；请学生用边界句检查自己的项目工件。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/Users/bright/Projects/courses/graduate/lessons/lesson-12/handout.md</a:t>
            </a:r>
          </a:p>
          <a:p xmlns:a="http://schemas.openxmlformats.org/drawingml/2006/main">
            <a:r>
              <a:t>- /Users/bright/Projects/courses/graduate/lessons/lesson-12/slides.md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收束到第 13 课：今天完成设计前置，下一课用真实运行记录判断是否过门。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/Users/bright/Projects/courses/graduate/course/assignments.md</a:t>
            </a:r>
          </a:p>
          <a:p xmlns:a="http://schemas.openxmlformats.org/drawingml/2006/main">
            <a:r>
              <a:t>- /Users/bright/Projects/courses/graduate/lessons/lesson-12/teaching-plan.md</a:t>
            </a:r>
          </a:p>
          <a:p xmlns:a="http://schemas.openxmlformats.org/drawingml/2006/main">
            <a:r>
              <a:t>- /Users/bright/Projects/courses/graduate/lessons/备课规划.md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92b00d96214499" /><Relationship Type="http://schemas.openxmlformats.org/officeDocument/2006/relationships/image" Target="/ppt/media/image.png" Id="R4ff37e4183cb4ac9" /><Relationship Type="http://schemas.openxmlformats.org/officeDocument/2006/relationships/image" Target="/ppt/media/image2.png" Id="Rfc916de2132947f9" /><Relationship Type="http://schemas.openxmlformats.org/officeDocument/2006/relationships/image" Target="/ppt/media/image3.png" Id="Re7b7705594904aa4" /><Relationship Type="http://schemas.openxmlformats.org/officeDocument/2006/relationships/image" Target="/ppt/media/image4.png" Id="R219c46c75df54c8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422f9dd58449d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2503f32d874791" /><Relationship Type="http://schemas.openxmlformats.org/officeDocument/2006/relationships/image" Target="/ppt/media/image2.png" Id="R05116a2e43c5456f" /><Relationship Type="http://schemas.openxmlformats.org/officeDocument/2006/relationships/image" Target="/ppt/media/image5.png" Id="Rb2b5c35515194de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d0a0c780984d5d" /><Relationship Type="http://schemas.openxmlformats.org/officeDocument/2006/relationships/image" Target="/ppt/media/image.png" Id="Rf603ff206965453d" /><Relationship Type="http://schemas.openxmlformats.org/officeDocument/2006/relationships/image" Target="/ppt/media/image3.png" Id="R4e984d76341c4f99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37e4183cb4ac9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916de2132947f9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7b7705594904aa4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c46c75df54c8e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116a2e43c5456f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b5c35515194d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03ff206965453d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e984d76341c4f99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25be4c97094f66" /><Relationship Type="http://schemas.openxmlformats.org/officeDocument/2006/relationships/slideLayout" Target="/ppt/slideLayouts/slideLayout1.xml" Id="R3640ef7ae1b84d28" /><Relationship Type="http://schemas.openxmlformats.org/officeDocument/2006/relationships/slideLayout" Target="/ppt/slideLayouts/slideLayout2.xml" Id="Redfa0f8b2d0b4d46" /><Relationship Type="http://schemas.openxmlformats.org/officeDocument/2006/relationships/slideLayout" Target="/ppt/slideLayouts/slideLayout3.xml" Id="R45ea3eba627b42f3" /><Relationship Type="http://schemas.openxmlformats.org/officeDocument/2006/relationships/slideLayout" Target="/ppt/slideLayouts/slideLayout4.xml" Id="R01d0bc4223b84cdd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40ef7ae1b84d28"/>
    <p:sldLayoutId xmlns:r="http://schemas.openxmlformats.org/officeDocument/2006/relationships" id="2147483650" r:id="Redfa0f8b2d0b4d46"/>
    <p:sldLayoutId xmlns:r="http://schemas.openxmlformats.org/officeDocument/2006/relationships" id="2147483651" r:id="R45ea3eba627b42f3"/>
    <p:sldLayoutId xmlns:r="http://schemas.openxmlformats.org/officeDocument/2006/relationships" id="2147483652" r:id="R01d0bc4223b84cdd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62ebb678e4ff5" /><Relationship Type="http://schemas.openxmlformats.org/officeDocument/2006/relationships/notesSlide" Target="/ppt/notesSlides/notesSlide1.xml" Id="Rac0b7fcbd0404b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1573f3450d44aae" /><Relationship Type="http://schemas.openxmlformats.org/officeDocument/2006/relationships/notesSlide" Target="/ppt/notesSlides/notesSlide2.xml" Id="R25938e7cf93844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d515101dbfc4ea9" /><Relationship Type="http://schemas.openxmlformats.org/officeDocument/2006/relationships/notesSlide" Target="/ppt/notesSlides/notesSlide3.xml" Id="R8cd8f70b712e4d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d58da2fc0d748fa" /><Relationship Type="http://schemas.openxmlformats.org/officeDocument/2006/relationships/notesSlide" Target="/ppt/notesSlides/notesSlide4.xml" Id="Rcc1f36c822554f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540425e29584653" /><Relationship Type="http://schemas.openxmlformats.org/officeDocument/2006/relationships/notesSlide" Target="/ppt/notesSlides/notesSlide5.xml" Id="R638500be0e3f467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42700f448494d1a" /><Relationship Type="http://schemas.openxmlformats.org/officeDocument/2006/relationships/notesSlide" Target="/ppt/notesSlides/notesSlide6.xml" Id="R7c839e35276d43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6ec3f28e90c4a71" /><Relationship Type="http://schemas.openxmlformats.org/officeDocument/2006/relationships/notesSlide" Target="/ppt/notesSlides/notesSlide7.xml" Id="R5bde5e5a2fa84f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cddd1e7b386469c" /><Relationship Type="http://schemas.openxmlformats.org/officeDocument/2006/relationships/notesSlide" Target="/ppt/notesSlides/notesSlide8.xml" Id="R042383c6518243a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2b8941657324f83" /><Relationship Type="http://schemas.openxmlformats.org/officeDocument/2006/relationships/notesSlide" Target="/ppt/notesSlides/notesSlide9.xml" Id="R209ab2110b964e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256131d338c4b2d" /><Relationship Type="http://schemas.openxmlformats.org/officeDocument/2006/relationships/notesSlide" Target="/ppt/notesSlides/notesSlide10.xml" Id="R7acb4b89f45d42a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52bcd995bae47bc" /><Relationship Type="http://schemas.openxmlformats.org/officeDocument/2006/relationships/notesSlide" Target="/ppt/notesSlides/notesSlide11.xml" Id="R189dd91ad8c44dc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60e9473d89b4e34" /><Relationship Type="http://schemas.openxmlformats.org/officeDocument/2006/relationships/notesSlide" Target="/ppt/notesSlides/notesSlide12.xml" Id="R48a6c9275ff04c4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882ab368e4c44bc" /><Relationship Type="http://schemas.openxmlformats.org/officeDocument/2006/relationships/notesSlide" Target="/ppt/notesSlides/notesSlide13.xml" Id="R8ac19d454988478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2029466efce4ddc" /><Relationship Type="http://schemas.openxmlformats.org/officeDocument/2006/relationships/notesSlide" Target="/ppt/notesSlides/notesSlide14.xml" Id="R452a9603e5744d1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151ac7ca4df445d" /><Relationship Type="http://schemas.openxmlformats.org/officeDocument/2006/relationships/notesSlide" Target="/ppt/notesSlides/notesSlide15.xml" Id="R776740c4daaa46c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5ea4e17e0dd4029" /><Relationship Type="http://schemas.openxmlformats.org/officeDocument/2006/relationships/notesSlide" Target="/ppt/notesSlides/notesSlide16.xml" Id="R837580931327445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b7eb5c045c347b2" /><Relationship Type="http://schemas.openxmlformats.org/officeDocument/2006/relationships/notesSlide" Target="/ppt/notesSlides/notesSlide17.xml" Id="R57cb7712e9c0494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95e8c6019764a31" /><Relationship Type="http://schemas.openxmlformats.org/officeDocument/2006/relationships/notesSlide" Target="/ppt/notesSlides/notesSlide18.xml" Id="R2b691db7954e40f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313abe684b44355" /><Relationship Type="http://schemas.openxmlformats.org/officeDocument/2006/relationships/notesSlide" Target="/ppt/notesSlides/notesSlide19.xml" Id="R80cff5cc24bf4fa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2e1a5d376574588" /><Relationship Type="http://schemas.openxmlformats.org/officeDocument/2006/relationships/notesSlide" Target="/ppt/notesSlides/notesSlide20.xml" Id="R9a39a60c03c24ba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455a2e8ed0041e8" /><Relationship Type="http://schemas.openxmlformats.org/officeDocument/2006/relationships/notesSlide" Target="/ppt/notesSlides/notesSlide21.xml" Id="R4081b961bc22499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</a:pPr>
            <a:r>
              <a:rPr sz="28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第12讲 Agent/Skill 逻辑与自主 Research Workflow 设计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八要素把黑箱改写成可审计的设计决定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n0">
            <a:extLst xmlns:a="http://schemas.openxmlformats.org/drawingml/2006/main">
              <a:ext uri="{FF2B5EF4-FFF2-40B4-BE49-F238E27FC236}">
                <a16:creationId xmlns:a16="http://schemas.microsoft.com/office/drawing/2014/main" id="{9F7D8D99-E5E5-4C92-A069-B01D1B97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19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2-t0">
            <a:extLst xmlns:a="http://schemas.openxmlformats.org/drawingml/2006/main">
              <a:ext uri="{FF2B5EF4-FFF2-40B4-BE49-F238E27FC236}">
                <a16:creationId xmlns:a16="http://schemas.microsoft.com/office/drawing/2014/main" id="{09B210EA-8EE3-4487-A81A-69D968A9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21920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任务契约</a:t>
            </a:r>
          </a:p>
        </p:txBody>
      </p:sp>
      <p:sp>
        <p:nvSpPr>
          <p:cNvPr id="8" name="p02-a0">
            <a:extLst xmlns:a="http://schemas.openxmlformats.org/drawingml/2006/main">
              <a:ext uri="{FF2B5EF4-FFF2-40B4-BE49-F238E27FC236}">
                <a16:creationId xmlns:a16="http://schemas.microsoft.com/office/drawing/2014/main" id="{BBC9CD5A-A40C-45B6-BFF6-3DFE8C5A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5650" y="142875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02-n1">
            <a:extLst xmlns:a="http://schemas.openxmlformats.org/drawingml/2006/main">
              <a:ext uri="{FF2B5EF4-FFF2-40B4-BE49-F238E27FC236}">
                <a16:creationId xmlns:a16="http://schemas.microsoft.com/office/drawing/2014/main" id="{88B75CAE-258A-487D-8E56-17A1EDF83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219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2-t1">
            <a:extLst xmlns:a="http://schemas.openxmlformats.org/drawingml/2006/main">
              <a:ext uri="{FF2B5EF4-FFF2-40B4-BE49-F238E27FC236}">
                <a16:creationId xmlns:a16="http://schemas.microsoft.com/office/drawing/2014/main" id="{E17E0CD9-687C-4AF3-8C60-C547E5B9B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21920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Context</a:t>
            </a:r>
          </a:p>
        </p:txBody>
      </p:sp>
      <p:sp>
        <p:nvSpPr>
          <p:cNvPr id="11" name="p02-a1">
            <a:extLst xmlns:a="http://schemas.openxmlformats.org/drawingml/2006/main">
              <a:ext uri="{FF2B5EF4-FFF2-40B4-BE49-F238E27FC236}">
                <a16:creationId xmlns:a16="http://schemas.microsoft.com/office/drawing/2014/main" id="{FC5EDB5C-205C-4673-9AE2-36F687B7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72200" y="142875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02-n2">
            <a:extLst xmlns:a="http://schemas.openxmlformats.org/drawingml/2006/main">
              <a:ext uri="{FF2B5EF4-FFF2-40B4-BE49-F238E27FC236}">
                <a16:creationId xmlns:a16="http://schemas.microsoft.com/office/drawing/2014/main" id="{23A7625C-4BCD-46F3-9967-C660BAF9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19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02-t2">
            <a:extLst xmlns:a="http://schemas.openxmlformats.org/drawingml/2006/main">
              <a:ext uri="{FF2B5EF4-FFF2-40B4-BE49-F238E27FC236}">
                <a16:creationId xmlns:a16="http://schemas.microsoft.com/office/drawing/2014/main" id="{20BA0AE0-BEA7-45F2-A6E5-3F1A9E50A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1920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Memory / 状态</a:t>
            </a:r>
          </a:p>
        </p:txBody>
      </p:sp>
      <p:sp>
        <p:nvSpPr>
          <p:cNvPr id="14" name="p02-a2">
            <a:extLst xmlns:a="http://schemas.openxmlformats.org/drawingml/2006/main">
              <a:ext uri="{FF2B5EF4-FFF2-40B4-BE49-F238E27FC236}">
                <a16:creationId xmlns:a16="http://schemas.microsoft.com/office/drawing/2014/main" id="{051850A6-B503-4148-8C20-F4B7F50E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48750" y="142875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02-n3">
            <a:extLst xmlns:a="http://schemas.openxmlformats.org/drawingml/2006/main">
              <a:ext uri="{FF2B5EF4-FFF2-40B4-BE49-F238E27FC236}">
                <a16:creationId xmlns:a16="http://schemas.microsoft.com/office/drawing/2014/main" id="{693C4FFC-1FBD-45A3-B8D2-ADD3669D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21920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p02-t3">
            <a:extLst xmlns:a="http://schemas.openxmlformats.org/drawingml/2006/main">
              <a:ext uri="{FF2B5EF4-FFF2-40B4-BE49-F238E27FC236}">
                <a16:creationId xmlns:a16="http://schemas.microsoft.com/office/drawing/2014/main" id="{D6AFA41E-859D-405B-B5AC-E2B0A79D9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21920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工具与权限</a:t>
            </a:r>
          </a:p>
        </p:txBody>
      </p:sp>
      <p:sp>
        <p:nvSpPr>
          <p:cNvPr id="17" name="p02-n4">
            <a:extLst xmlns:a="http://schemas.openxmlformats.org/drawingml/2006/main">
              <a:ext uri="{FF2B5EF4-FFF2-40B4-BE49-F238E27FC236}">
                <a16:creationId xmlns:a16="http://schemas.microsoft.com/office/drawing/2014/main" id="{D4CF64E1-F8B5-402E-A5F8-4FF30BC95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765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p02-t4">
            <a:extLst xmlns:a="http://schemas.openxmlformats.org/drawingml/2006/main">
              <a:ext uri="{FF2B5EF4-FFF2-40B4-BE49-F238E27FC236}">
                <a16:creationId xmlns:a16="http://schemas.microsoft.com/office/drawing/2014/main" id="{70D57CA7-14B4-4DE6-BA08-0C639C06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765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执行循环</a:t>
            </a:r>
          </a:p>
        </p:txBody>
      </p:sp>
      <p:sp>
        <p:nvSpPr>
          <p:cNvPr id="19" name="p02-a4">
            <a:extLst xmlns:a="http://schemas.openxmlformats.org/drawingml/2006/main">
              <a:ext uri="{FF2B5EF4-FFF2-40B4-BE49-F238E27FC236}">
                <a16:creationId xmlns:a16="http://schemas.microsoft.com/office/drawing/2014/main" id="{961717AB-6A47-4C33-B9FF-F9C1353F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295650" y="308610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02-n5">
            <a:extLst xmlns:a="http://schemas.openxmlformats.org/drawingml/2006/main">
              <a:ext uri="{FF2B5EF4-FFF2-40B4-BE49-F238E27FC236}">
                <a16:creationId xmlns:a16="http://schemas.microsoft.com/office/drawing/2014/main" id="{6C8A0F9E-4B99-4EC2-BE93-43F37C72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8765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p02-t5">
            <a:extLst xmlns:a="http://schemas.openxmlformats.org/drawingml/2006/main">
              <a:ext uri="{FF2B5EF4-FFF2-40B4-BE49-F238E27FC236}">
                <a16:creationId xmlns:a16="http://schemas.microsoft.com/office/drawing/2014/main" id="{B73C1E1B-5BCD-468A-8EE9-450FC835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765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工件与追踪</a:t>
            </a:r>
          </a:p>
        </p:txBody>
      </p:sp>
      <p:sp>
        <p:nvSpPr>
          <p:cNvPr id="22" name="p02-a5">
            <a:extLst xmlns:a="http://schemas.openxmlformats.org/drawingml/2006/main">
              <a:ext uri="{FF2B5EF4-FFF2-40B4-BE49-F238E27FC236}">
                <a16:creationId xmlns:a16="http://schemas.microsoft.com/office/drawing/2014/main" id="{FDD463D0-B911-4252-AD23-98F93F6B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72200" y="308610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02-n6">
            <a:extLst xmlns:a="http://schemas.openxmlformats.org/drawingml/2006/main">
              <a:ext uri="{FF2B5EF4-FFF2-40B4-BE49-F238E27FC236}">
                <a16:creationId xmlns:a16="http://schemas.microsoft.com/office/drawing/2014/main" id="{9FE9F552-D7BD-4A5F-A0B9-C4C990F7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765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4" name="p02-t6">
            <a:extLst xmlns:a="http://schemas.openxmlformats.org/drawingml/2006/main">
              <a:ext uri="{FF2B5EF4-FFF2-40B4-BE49-F238E27FC236}">
                <a16:creationId xmlns:a16="http://schemas.microsoft.com/office/drawing/2014/main" id="{2B63F76F-732F-46A1-AEE3-D14E2352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765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Evals + 人工审核</a:t>
            </a:r>
          </a:p>
        </p:txBody>
      </p:sp>
      <p:sp>
        <p:nvSpPr>
          <p:cNvPr id="25" name="p02-a6">
            <a:extLst xmlns:a="http://schemas.openxmlformats.org/drawingml/2006/main">
              <a:ext uri="{FF2B5EF4-FFF2-40B4-BE49-F238E27FC236}">
                <a16:creationId xmlns:a16="http://schemas.microsoft.com/office/drawing/2014/main" id="{2EF33F47-3C6A-4EA0-AE5E-4AED12A7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048750" y="3086100"/>
            <a:ext cx="171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02-n7">
            <a:extLst xmlns:a="http://schemas.openxmlformats.org/drawingml/2006/main">
              <a:ext uri="{FF2B5EF4-FFF2-40B4-BE49-F238E27FC236}">
                <a16:creationId xmlns:a16="http://schemas.microsoft.com/office/drawing/2014/main" id="{47C7DD0E-89F4-4401-982F-4A997357C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876550"/>
            <a:ext cx="4572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7" name="p02-t7">
            <a:extLst xmlns:a="http://schemas.openxmlformats.org/drawingml/2006/main">
              <a:ext uri="{FF2B5EF4-FFF2-40B4-BE49-F238E27FC236}">
                <a16:creationId xmlns:a16="http://schemas.microsoft.com/office/drawing/2014/main" id="{A9A10BCB-3EE2-4195-A361-60696E0A1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765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失败恢复</a:t>
            </a:r>
          </a:p>
        </p:txBody>
      </p:sp>
      <p:sp>
        <p:nvSpPr>
          <p:cNvPr id="28" name="p02-down">
            <a:extLst xmlns:a="http://schemas.openxmlformats.org/drawingml/2006/main">
              <a:ext uri="{FF2B5EF4-FFF2-40B4-BE49-F238E27FC236}">
                <a16:creationId xmlns:a16="http://schemas.microsoft.com/office/drawing/2014/main" id="{D398FCCB-29DF-46A7-B863-D4EA0C1AD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639425" y="2262188"/>
            <a:ext cx="1200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02-back">
            <a:extLst xmlns:a="http://schemas.openxmlformats.org/drawingml/2006/main">
              <a:ext uri="{FF2B5EF4-FFF2-40B4-BE49-F238E27FC236}">
                <a16:creationId xmlns:a16="http://schemas.microsoft.com/office/drawing/2014/main" id="{0806971B-E476-43C6-85B6-5F8EB2694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52500" y="3890963"/>
            <a:ext cx="10287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02-actions">
            <a:extLst xmlns:a="http://schemas.openxmlformats.org/drawingml/2006/main">
              <a:ext uri="{FF2B5EF4-FFF2-40B4-BE49-F238E27FC236}">
                <a16:creationId xmlns:a16="http://schemas.microsoft.com/office/drawing/2014/main" id="{AB23E048-16B3-4DAA-B507-CF7488EB1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76750"/>
            <a:ext cx="9944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拆解别人：每项问“谁决定、写在哪里、怎样验证？”      设计自己：每项写“边界、工件、失败路径”</a:t>
            </a:r>
          </a:p>
        </p:txBody>
      </p:sp>
      <p:sp>
        <p:nvSpPr>
          <p:cNvPr id="31" name="p02-bottom">
            <a:extLst xmlns:a="http://schemas.openxmlformats.org/drawingml/2006/main">
              <a:ext uri="{FF2B5EF4-FFF2-40B4-BE49-F238E27FC236}">
                <a16:creationId xmlns:a16="http://schemas.microsoft.com/office/drawing/2014/main" id="{1FEC095A-7440-460F-8BB7-FAF2EB364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八要素不是功能清单，而是一组必须留下理由的设计决定。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任务契约必须把成功与禁止项一起写明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left-head">
            <a:extLst xmlns:a="http://schemas.openxmlformats.org/drawingml/2006/main">
              <a:ext uri="{FF2B5EF4-FFF2-40B4-BE49-F238E27FC236}">
                <a16:creationId xmlns:a16="http://schemas.microsoft.com/office/drawing/2014/main" id="{C32EE272-8890-4584-BB40-E5F70B40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516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AutoResearch 当前 program.md</a:t>
            </a:r>
          </a:p>
        </p:txBody>
      </p:sp>
      <p:sp>
        <p:nvSpPr>
          <p:cNvPr id="7" name="p03-l0-l">
            <a:extLst xmlns:a="http://schemas.openxmlformats.org/drawingml/2006/main">
              <a:ext uri="{FF2B5EF4-FFF2-40B4-BE49-F238E27FC236}">
                <a16:creationId xmlns:a16="http://schemas.microsoft.com/office/drawing/2014/main" id="{052EB809-7E11-45A3-AB6E-C511FA0F7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1295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 / 范围</a:t>
            </a:r>
          </a:p>
        </p:txBody>
      </p:sp>
      <p:sp>
        <p:nvSpPr>
          <p:cNvPr id="8" name="p03-l0-t">
            <a:extLst xmlns:a="http://schemas.openxmlformats.org/drawingml/2006/main">
              <a:ext uri="{FF2B5EF4-FFF2-40B4-BE49-F238E27FC236}">
                <a16:creationId xmlns:a16="http://schemas.microsoft.com/office/drawing/2014/main" id="{51A0FAE5-25F7-4D17-A7C3-B65D412C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1562100"/>
            <a:ext cx="3390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README + 只读 prepare.py + 唯一可改 train.py</a:t>
            </a:r>
          </a:p>
        </p:txBody>
      </p:sp>
      <p:sp>
        <p:nvSpPr>
          <p:cNvPr id="9" name="p03-l1-l">
            <a:extLst xmlns:a="http://schemas.openxmlformats.org/drawingml/2006/main">
              <a:ext uri="{FF2B5EF4-FFF2-40B4-BE49-F238E27FC236}">
                <a16:creationId xmlns:a16="http://schemas.microsoft.com/office/drawing/2014/main" id="{943C95E7-BE12-48AB-B15C-BBB59F97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43150"/>
            <a:ext cx="1295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0" name="p03-l1-t">
            <a:extLst xmlns:a="http://schemas.openxmlformats.org/drawingml/2006/main">
              <a:ext uri="{FF2B5EF4-FFF2-40B4-BE49-F238E27FC236}">
                <a16:creationId xmlns:a16="http://schemas.microsoft.com/office/drawing/2014/main" id="{E5C64BA3-2E57-4797-ACF1-60911083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343150"/>
            <a:ext cx="3390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run.log + results.tsv + 保留实验 commit</a:t>
            </a:r>
          </a:p>
        </p:txBody>
      </p:sp>
      <p:sp>
        <p:nvSpPr>
          <p:cNvPr id="11" name="p03-l2-l">
            <a:extLst xmlns:a="http://schemas.openxmlformats.org/drawingml/2006/main">
              <a:ext uri="{FF2B5EF4-FFF2-40B4-BE49-F238E27FC236}">
                <a16:creationId xmlns:a16="http://schemas.microsoft.com/office/drawing/2014/main" id="{E3CE58A6-49B7-41A6-A367-6B781020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24200"/>
            <a:ext cx="1295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成功标准</a:t>
            </a:r>
          </a:p>
        </p:txBody>
      </p:sp>
      <p:sp>
        <p:nvSpPr>
          <p:cNvPr id="12" name="p03-l2-t">
            <a:extLst xmlns:a="http://schemas.openxmlformats.org/drawingml/2006/main">
              <a:ext uri="{FF2B5EF4-FFF2-40B4-BE49-F238E27FC236}">
                <a16:creationId xmlns:a16="http://schemas.microsoft.com/office/drawing/2014/main" id="{CA1F7DF8-8A44-4B1A-8405-A2DFF162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124200"/>
            <a:ext cx="3390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固定 5 分钟内降低 val_bpb</a:t>
            </a:r>
          </a:p>
        </p:txBody>
      </p:sp>
      <p:sp>
        <p:nvSpPr>
          <p:cNvPr id="13" name="p03-l3-l">
            <a:extLst xmlns:a="http://schemas.openxmlformats.org/drawingml/2006/main">
              <a:ext uri="{FF2B5EF4-FFF2-40B4-BE49-F238E27FC236}">
                <a16:creationId xmlns:a16="http://schemas.microsoft.com/office/drawing/2014/main" id="{E2B50F4A-E187-4A16-83D7-2E02C322E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05250"/>
            <a:ext cx="1295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禁止项</a:t>
            </a:r>
          </a:p>
        </p:txBody>
      </p:sp>
      <p:sp>
        <p:nvSpPr>
          <p:cNvPr id="14" name="p03-l3-t">
            <a:extLst xmlns:a="http://schemas.openxmlformats.org/drawingml/2006/main">
              <a:ext uri="{FF2B5EF4-FFF2-40B4-BE49-F238E27FC236}">
                <a16:creationId xmlns:a16="http://schemas.microsoft.com/office/drawing/2014/main" id="{52D00830-843C-4659-B6B7-48E6F0D1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905250"/>
            <a:ext cx="3390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63746"/>
                </a:solidFill>
              </a:defRPr>
            </a:pPr>
            <a:r>
              <a:rPr sz="12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不改评价器 / 数据准备；不新增依赖</a:t>
            </a:r>
          </a:p>
        </p:txBody>
      </p:sp>
      <p:sp>
        <p:nvSpPr>
          <p:cNvPr id="15" name="p03-mid">
            <a:extLst xmlns:a="http://schemas.openxmlformats.org/drawingml/2006/main">
              <a:ext uri="{FF2B5EF4-FFF2-40B4-BE49-F238E27FC236}">
                <a16:creationId xmlns:a16="http://schemas.microsoft.com/office/drawing/2014/main" id="{FE724C77-A99B-4CA9-A748-1FC522235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14825" y="2781300"/>
            <a:ext cx="3562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03-right-head">
            <a:extLst xmlns:a="http://schemas.openxmlformats.org/drawingml/2006/main">
              <a:ext uri="{FF2B5EF4-FFF2-40B4-BE49-F238E27FC236}">
                <a16:creationId xmlns:a16="http://schemas.microsoft.com/office/drawing/2014/main" id="{22A6E22E-F0F3-47CC-AAD1-C7730F2C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952500"/>
            <a:ext cx="5067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把“整理相关论文”改写成契约</a:t>
            </a:r>
          </a:p>
        </p:txBody>
      </p:sp>
      <p:sp>
        <p:nvSpPr>
          <p:cNvPr id="17" name="p03-r0-l">
            <a:extLst xmlns:a="http://schemas.openxmlformats.org/drawingml/2006/main">
              <a:ext uri="{FF2B5EF4-FFF2-40B4-BE49-F238E27FC236}">
                <a16:creationId xmlns:a16="http://schemas.microsoft.com/office/drawing/2014/main" id="{2D66042A-B547-4DE9-BE50-FA8D1BFD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6210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8" name="p03-r0-t">
            <a:extLst xmlns:a="http://schemas.openxmlformats.org/drawingml/2006/main">
              <a:ext uri="{FF2B5EF4-FFF2-40B4-BE49-F238E27FC236}">
                <a16:creationId xmlns:a16="http://schemas.microsoft.com/office/drawing/2014/main" id="{B3BEC3D5-947F-4620-8D5E-3D4AAB6E8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562100"/>
            <a:ext cx="3676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≤30 篇；每篇 DOI + PDF</a:t>
            </a:r>
          </a:p>
        </p:txBody>
      </p:sp>
      <p:sp>
        <p:nvSpPr>
          <p:cNvPr id="19" name="p03-r1-l">
            <a:extLst xmlns:a="http://schemas.openxmlformats.org/drawingml/2006/main">
              <a:ext uri="{FF2B5EF4-FFF2-40B4-BE49-F238E27FC236}">
                <a16:creationId xmlns:a16="http://schemas.microsoft.com/office/drawing/2014/main" id="{68CAFAD2-44C2-4235-86AB-D21E2B80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4315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0" name="p03-r1-t">
            <a:extLst xmlns:a="http://schemas.openxmlformats.org/drawingml/2006/main">
              <a:ext uri="{FF2B5EF4-FFF2-40B4-BE49-F238E27FC236}">
                <a16:creationId xmlns:a16="http://schemas.microsoft.com/office/drawing/2014/main" id="{328C43BF-51C0-469F-9800-C354FF5D6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43150"/>
            <a:ext cx="3676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证据地图；每条含原文位置</a:t>
            </a:r>
          </a:p>
        </p:txBody>
      </p:sp>
      <p:sp>
        <p:nvSpPr>
          <p:cNvPr id="21" name="p03-r2-l">
            <a:extLst xmlns:a="http://schemas.openxmlformats.org/drawingml/2006/main">
              <a:ext uri="{FF2B5EF4-FFF2-40B4-BE49-F238E27FC236}">
                <a16:creationId xmlns:a16="http://schemas.microsoft.com/office/drawing/2014/main" id="{7BC0BBD9-5413-4406-94A6-14161EB3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2420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成功</a:t>
            </a:r>
          </a:p>
        </p:txBody>
      </p:sp>
      <p:sp>
        <p:nvSpPr>
          <p:cNvPr id="22" name="p03-r2-t">
            <a:extLst xmlns:a="http://schemas.openxmlformats.org/drawingml/2006/main">
              <a:ext uri="{FF2B5EF4-FFF2-40B4-BE49-F238E27FC236}">
                <a16:creationId xmlns:a16="http://schemas.microsoft.com/office/drawing/2014/main" id="{0322024B-CD1F-4843-A462-0096125A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24200"/>
            <a:ext cx="3676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主张可回到原文页码</a:t>
            </a:r>
          </a:p>
        </p:txBody>
      </p:sp>
      <p:sp>
        <p:nvSpPr>
          <p:cNvPr id="23" name="p03-r3-l">
            <a:extLst xmlns:a="http://schemas.openxmlformats.org/drawingml/2006/main">
              <a:ext uri="{FF2B5EF4-FFF2-40B4-BE49-F238E27FC236}">
                <a16:creationId xmlns:a16="http://schemas.microsoft.com/office/drawing/2014/main" id="{570FF7FC-4884-4D26-A3FA-3E522348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05250"/>
            <a:ext cx="114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不适用</a:t>
            </a:r>
          </a:p>
        </p:txBody>
      </p:sp>
      <p:sp>
        <p:nvSpPr>
          <p:cNvPr id="24" name="p03-r3-t">
            <a:extLst xmlns:a="http://schemas.openxmlformats.org/drawingml/2006/main">
              <a:ext uri="{FF2B5EF4-FFF2-40B4-BE49-F238E27FC236}">
                <a16:creationId xmlns:a16="http://schemas.microsoft.com/office/drawing/2014/main" id="{00943370-A63B-4CE4-B859-AF268858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05250"/>
            <a:ext cx="3676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清单外文献 / 实验复现论断</a:t>
            </a:r>
          </a:p>
        </p:txBody>
      </p:sp>
      <p:sp>
        <p:nvSpPr>
          <p:cNvPr id="25" name="p03-bottom">
            <a:extLst xmlns:a="http://schemas.openxmlformats.org/drawingml/2006/main">
              <a:ext uri="{FF2B5EF4-FFF2-40B4-BE49-F238E27FC236}">
                <a16:creationId xmlns:a16="http://schemas.microsoft.com/office/drawing/2014/main" id="{9A905152-98B2-4437-8651-84D5ACB2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4825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目标与禁止项必须同时进入执行契约。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Context 是输入，Memory 必须落到可审计工件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context">
            <a:extLst xmlns:a="http://schemas.openxmlformats.org/drawingml/2006/main">
              <a:ext uri="{FF2B5EF4-FFF2-40B4-BE49-F238E27FC236}">
                <a16:creationId xmlns:a16="http://schemas.microsoft.com/office/drawing/2014/main" id="{7A94964A-17A3-403E-9E44-66B25928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31432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F638A"/>
                </a:solidFill>
              </a:defRPr>
            </a:pPr>
            <a:r>
              <a:rPr sz="20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Context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2F638A"/>
                </a:solidFill>
              </a:defRPr>
            </a:pPr>
            <a:r>
              <a:rPr sz="20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当前步骤可见的材料</a:t>
            </a:r>
          </a:p>
        </p:txBody>
      </p:sp>
      <p:sp>
        <p:nvSpPr>
          <p:cNvPr id="7" name="p04-c0">
            <a:extLst xmlns:a="http://schemas.openxmlformats.org/drawingml/2006/main">
              <a:ext uri="{FF2B5EF4-FFF2-40B4-BE49-F238E27FC236}">
                <a16:creationId xmlns:a16="http://schemas.microsoft.com/office/drawing/2014/main" id="{5617A996-DBBF-48C1-AFE6-9702E315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任务契约</a:t>
            </a:r>
          </a:p>
        </p:txBody>
      </p:sp>
      <p:sp>
        <p:nvSpPr>
          <p:cNvPr id="8" name="p04-c1">
            <a:extLst xmlns:a="http://schemas.openxmlformats.org/drawingml/2006/main">
              <a:ext uri="{FF2B5EF4-FFF2-40B4-BE49-F238E27FC236}">
                <a16:creationId xmlns:a16="http://schemas.microsoft.com/office/drawing/2014/main" id="{52B2A324-A879-4F86-8C7D-E64CAC74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允许的论文清单</a:t>
            </a:r>
          </a:p>
        </p:txBody>
      </p:sp>
      <p:sp>
        <p:nvSpPr>
          <p:cNvPr id="9" name="p04-c2">
            <a:extLst xmlns:a="http://schemas.openxmlformats.org/drawingml/2006/main">
              <a:ext uri="{FF2B5EF4-FFF2-40B4-BE49-F238E27FC236}">
                <a16:creationId xmlns:a16="http://schemas.microsoft.com/office/drawing/2014/main" id="{4A85BBDC-FDF5-4FB7-9372-0EF23BC2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48100"/>
            <a:ext cx="2990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当前工件快照</a:t>
            </a:r>
          </a:p>
        </p:txBody>
      </p:sp>
      <p:sp>
        <p:nvSpPr>
          <p:cNvPr id="10" name="p04-arrow">
            <a:extLst xmlns:a="http://schemas.openxmlformats.org/drawingml/2006/main">
              <a:ext uri="{FF2B5EF4-FFF2-40B4-BE49-F238E27FC236}">
                <a16:creationId xmlns:a16="http://schemas.microsoft.com/office/drawing/2014/main" id="{D71CF05D-4AA4-4675-9350-4864C8FF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62200"/>
            <a:ext cx="857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p04-memory">
            <a:extLst xmlns:a="http://schemas.openxmlformats.org/drawingml/2006/main">
              <a:ext uri="{FF2B5EF4-FFF2-40B4-BE49-F238E27FC236}">
                <a16:creationId xmlns:a16="http://schemas.microsoft.com/office/drawing/2014/main" id="{C2D7A054-ED11-4DDF-87FA-DAB0CC45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200150"/>
            <a:ext cx="4095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Memory / 状态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28745A"/>
                </a:solidFill>
              </a:defRPr>
            </a:pPr>
            <a:r>
              <a:rPr sz="20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跨步骤写回的可审计工件</a:t>
            </a:r>
          </a:p>
        </p:txBody>
      </p:sp>
      <p:sp>
        <p:nvSpPr>
          <p:cNvPr id="12" name="p04-m0">
            <a:extLst xmlns:a="http://schemas.openxmlformats.org/drawingml/2006/main">
              <a:ext uri="{FF2B5EF4-FFF2-40B4-BE49-F238E27FC236}">
                <a16:creationId xmlns:a16="http://schemas.microsoft.com/office/drawing/2014/main" id="{A47CA227-A8C1-481E-B0D0-1A21F762B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628900"/>
            <a:ext cx="386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state.json / checkpoint</a:t>
            </a:r>
          </a:p>
        </p:txBody>
      </p:sp>
      <p:sp>
        <p:nvSpPr>
          <p:cNvPr id="13" name="p04-m1">
            <a:extLst xmlns:a="http://schemas.openxmlformats.org/drawingml/2006/main">
              <a:ext uri="{FF2B5EF4-FFF2-40B4-BE49-F238E27FC236}">
                <a16:creationId xmlns:a16="http://schemas.microsoft.com/office/drawing/2014/main" id="{30BAECCA-32A3-4D94-977D-7C532BA2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238500"/>
            <a:ext cx="386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evidence-map.md</a:t>
            </a:r>
          </a:p>
        </p:txBody>
      </p:sp>
      <p:sp>
        <p:nvSpPr>
          <p:cNvPr id="14" name="p04-m2">
            <a:extLst xmlns:a="http://schemas.openxmlformats.org/drawingml/2006/main">
              <a:ext uri="{FF2B5EF4-FFF2-40B4-BE49-F238E27FC236}">
                <a16:creationId xmlns:a16="http://schemas.microsoft.com/office/drawing/2014/main" id="{E349F202-5543-4734-BF4F-D21F7930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848100"/>
            <a:ext cx="386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run.log / decision log</a:t>
            </a:r>
          </a:p>
        </p:txBody>
      </p:sp>
      <p:sp>
        <p:nvSpPr>
          <p:cNvPr id="15" name="p04-chat">
            <a:extLst xmlns:a="http://schemas.openxmlformats.org/drawingml/2006/main">
              <a:ext uri="{FF2B5EF4-FFF2-40B4-BE49-F238E27FC236}">
                <a16:creationId xmlns:a16="http://schemas.microsoft.com/office/drawing/2014/main" id="{B34DA28F-A835-4129-A421-92022E989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057400"/>
            <a:ext cx="1581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会话记忆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只能作缓存</a:t>
            </a:r>
          </a:p>
        </p:txBody>
      </p:sp>
      <p:sp>
        <p:nvSpPr>
          <p:cNvPr id="16" name="p04-bottom">
            <a:extLst xmlns:a="http://schemas.openxmlformats.org/drawingml/2006/main">
              <a:ext uri="{FF2B5EF4-FFF2-40B4-BE49-F238E27FC236}">
                <a16:creationId xmlns:a16="http://schemas.microsoft.com/office/drawing/2014/main" id="{014E22C7-EE06-4260-A513-85940BDB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4825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Context 选择是研究判断；Memory 不能只存在于聊天记录。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工具权限分五档，外部动作必须人工确认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n0">
            <a:extLst xmlns:a="http://schemas.openxmlformats.org/drawingml/2006/main">
              <a:ext uri="{FF2B5EF4-FFF2-40B4-BE49-F238E27FC236}">
                <a16:creationId xmlns:a16="http://schemas.microsoft.com/office/drawing/2014/main" id="{EDF7CCC8-925A-423A-9855-779FEF72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5-l0">
            <a:extLst xmlns:a="http://schemas.openxmlformats.org/drawingml/2006/main">
              <a:ext uri="{FF2B5EF4-FFF2-40B4-BE49-F238E27FC236}">
                <a16:creationId xmlns:a16="http://schemas.microsoft.com/office/drawing/2014/main" id="{B24E8EAA-050F-4CFB-A9A0-C2194990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00500"/>
            <a:ext cx="1447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8745A"/>
                </a:solidFill>
              </a:defRPr>
            </a:pPr>
            <a:r>
              <a:rPr sz="15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只读</a:t>
            </a:r>
          </a:p>
        </p:txBody>
      </p:sp>
      <p:sp>
        <p:nvSpPr>
          <p:cNvPr id="8" name="p05-d0">
            <a:extLst xmlns:a="http://schemas.openxmlformats.org/drawingml/2006/main">
              <a:ext uri="{FF2B5EF4-FFF2-40B4-BE49-F238E27FC236}">
                <a16:creationId xmlns:a16="http://schemas.microsoft.com/office/drawing/2014/main" id="{A5CCCFEE-850F-40AC-95E9-305C38E2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2019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读文献 / 数据快照</a:t>
            </a:r>
          </a:p>
        </p:txBody>
      </p:sp>
      <p:sp>
        <p:nvSpPr>
          <p:cNvPr id="9" name="p05-up0">
            <a:extLst xmlns:a="http://schemas.openxmlformats.org/drawingml/2006/main">
              <a:ext uri="{FF2B5EF4-FFF2-40B4-BE49-F238E27FC236}">
                <a16:creationId xmlns:a16="http://schemas.microsoft.com/office/drawing/2014/main" id="{6E031410-BC6F-4012-9F09-14A6CC39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073433">
            <a:off x="2442783" y="3924300"/>
            <a:ext cx="65798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5-n1">
            <a:extLst xmlns:a="http://schemas.openxmlformats.org/drawingml/2006/main">
              <a:ext uri="{FF2B5EF4-FFF2-40B4-BE49-F238E27FC236}">
                <a16:creationId xmlns:a16="http://schemas.microsoft.com/office/drawing/2014/main" id="{D8882A8B-C4CF-4470-BA17-0B65B6CF6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3909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p05-l1">
            <a:extLst xmlns:a="http://schemas.openxmlformats.org/drawingml/2006/main">
              <a:ext uri="{FF2B5EF4-FFF2-40B4-BE49-F238E27FC236}">
                <a16:creationId xmlns:a16="http://schemas.microsoft.com/office/drawing/2014/main" id="{18BAF730-2583-4B56-94E3-099F1F17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390900"/>
            <a:ext cx="1447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F638A"/>
                </a:solidFill>
              </a:defRPr>
            </a:pPr>
            <a:r>
              <a:rPr sz="15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草稿写入</a:t>
            </a:r>
          </a:p>
        </p:txBody>
      </p:sp>
      <p:sp>
        <p:nvSpPr>
          <p:cNvPr id="12" name="p05-d1">
            <a:extLst xmlns:a="http://schemas.openxmlformats.org/drawingml/2006/main">
              <a:ext uri="{FF2B5EF4-FFF2-40B4-BE49-F238E27FC236}">
                <a16:creationId xmlns:a16="http://schemas.microsoft.com/office/drawing/2014/main" id="{AF676105-F14E-409B-8293-7B1CF5B1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724150"/>
            <a:ext cx="2019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只写 .work / 草稿</a:t>
            </a:r>
          </a:p>
        </p:txBody>
      </p:sp>
      <p:sp>
        <p:nvSpPr>
          <p:cNvPr id="13" name="p05-up1">
            <a:extLst xmlns:a="http://schemas.openxmlformats.org/drawingml/2006/main">
              <a:ext uri="{FF2B5EF4-FFF2-40B4-BE49-F238E27FC236}">
                <a16:creationId xmlns:a16="http://schemas.microsoft.com/office/drawing/2014/main" id="{341234A2-9082-4BE7-8E25-83C58E30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073433">
            <a:off x="4709733" y="3314700"/>
            <a:ext cx="65798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05-n2">
            <a:extLst xmlns:a="http://schemas.openxmlformats.org/drawingml/2006/main">
              <a:ext uri="{FF2B5EF4-FFF2-40B4-BE49-F238E27FC236}">
                <a16:creationId xmlns:a16="http://schemas.microsoft.com/office/drawing/2014/main" id="{97498305-BC52-4FC2-BFF2-7B3FD236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7813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05-l2">
            <a:extLst xmlns:a="http://schemas.openxmlformats.org/drawingml/2006/main">
              <a:ext uri="{FF2B5EF4-FFF2-40B4-BE49-F238E27FC236}">
                <a16:creationId xmlns:a16="http://schemas.microsoft.com/office/drawing/2014/main" id="{F35B604E-4EAB-4E56-88F5-056BB73E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781300"/>
            <a:ext cx="1447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p05-d2">
            <a:extLst xmlns:a="http://schemas.openxmlformats.org/drawingml/2006/main">
              <a:ext uri="{FF2B5EF4-FFF2-40B4-BE49-F238E27FC236}">
                <a16:creationId xmlns:a16="http://schemas.microsoft.com/office/drawing/2014/main" id="{E0AB3A03-41FB-4C17-BF72-066ADB2A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114550"/>
            <a:ext cx="2019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运行脚本 / 测试</a:t>
            </a:r>
          </a:p>
        </p:txBody>
      </p:sp>
      <p:sp>
        <p:nvSpPr>
          <p:cNvPr id="17" name="p05-up2">
            <a:extLst xmlns:a="http://schemas.openxmlformats.org/drawingml/2006/main">
              <a:ext uri="{FF2B5EF4-FFF2-40B4-BE49-F238E27FC236}">
                <a16:creationId xmlns:a16="http://schemas.microsoft.com/office/drawing/2014/main" id="{D6A33EC1-FE09-4B6D-BBEF-8C66F627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073433">
            <a:off x="6976683" y="2705100"/>
            <a:ext cx="65798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05-n3">
            <a:extLst xmlns:a="http://schemas.openxmlformats.org/drawingml/2006/main">
              <a:ext uri="{FF2B5EF4-FFF2-40B4-BE49-F238E27FC236}">
                <a16:creationId xmlns:a16="http://schemas.microsoft.com/office/drawing/2014/main" id="{5FB13D78-C98B-46D6-9EFA-2CC69761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1717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p05-l3">
            <a:extLst xmlns:a="http://schemas.openxmlformats.org/drawingml/2006/main">
              <a:ext uri="{FF2B5EF4-FFF2-40B4-BE49-F238E27FC236}">
                <a16:creationId xmlns:a16="http://schemas.microsoft.com/office/drawing/2014/main" id="{350451EB-F762-4E29-A44A-EC150469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71700"/>
            <a:ext cx="1447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正式写回</a:t>
            </a:r>
          </a:p>
        </p:txBody>
      </p:sp>
      <p:sp>
        <p:nvSpPr>
          <p:cNvPr id="20" name="p05-d3">
            <a:extLst xmlns:a="http://schemas.openxmlformats.org/drawingml/2006/main">
              <a:ext uri="{FF2B5EF4-FFF2-40B4-BE49-F238E27FC236}">
                <a16:creationId xmlns:a16="http://schemas.microsoft.com/office/drawing/2014/main" id="{3509C28D-AAF0-47B8-B9D5-616DEC40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504950"/>
            <a:ext cx="2019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改 evidence-map / 项目工件</a:t>
            </a:r>
          </a:p>
        </p:txBody>
      </p:sp>
      <p:sp>
        <p:nvSpPr>
          <p:cNvPr id="21" name="p05-up3">
            <a:extLst xmlns:a="http://schemas.openxmlformats.org/drawingml/2006/main">
              <a:ext uri="{FF2B5EF4-FFF2-40B4-BE49-F238E27FC236}">
                <a16:creationId xmlns:a16="http://schemas.microsoft.com/office/drawing/2014/main" id="{ADEC8DE4-9777-478F-B33C-D6009006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4073433">
            <a:off x="9243633" y="2095500"/>
            <a:ext cx="65798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05-n4">
            <a:extLst xmlns:a="http://schemas.openxmlformats.org/drawingml/2006/main">
              <a:ext uri="{FF2B5EF4-FFF2-40B4-BE49-F238E27FC236}">
                <a16:creationId xmlns:a16="http://schemas.microsoft.com/office/drawing/2014/main" id="{1696573E-4B5C-4859-99E6-C1E255C5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5621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3" name="p05-l4">
            <a:extLst xmlns:a="http://schemas.openxmlformats.org/drawingml/2006/main">
              <a:ext uri="{FF2B5EF4-FFF2-40B4-BE49-F238E27FC236}">
                <a16:creationId xmlns:a16="http://schemas.microsoft.com/office/drawing/2014/main" id="{42C93C3B-F2B6-4A40-AC69-59CF0D1AE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562100"/>
            <a:ext cx="1447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外部动作</a:t>
            </a:r>
          </a:p>
        </p:txBody>
      </p:sp>
      <p:sp>
        <p:nvSpPr>
          <p:cNvPr id="24" name="p05-d4">
            <a:extLst xmlns:a="http://schemas.openxmlformats.org/drawingml/2006/main">
              <a:ext uri="{FF2B5EF4-FFF2-40B4-BE49-F238E27FC236}">
                <a16:creationId xmlns:a16="http://schemas.microsoft.com/office/drawing/2014/main" id="{9FACF536-776C-460F-9F44-D7CA3E20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895350"/>
            <a:ext cx="2019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联网、发送、发布、付费</a:t>
            </a:r>
          </a:p>
        </p:txBody>
      </p:sp>
      <p:sp>
        <p:nvSpPr>
          <p:cNvPr id="25" name="p05-confirm">
            <a:extLst xmlns:a="http://schemas.openxmlformats.org/drawingml/2006/main">
              <a:ext uri="{FF2B5EF4-FFF2-40B4-BE49-F238E27FC236}">
                <a16:creationId xmlns:a16="http://schemas.microsoft.com/office/drawing/2014/main" id="{2E0F4413-3476-47B1-B506-6C1A5778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952500"/>
            <a:ext cx="4038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人工确认线</a:t>
            </a:r>
          </a:p>
        </p:txBody>
      </p:sp>
      <p:sp>
        <p:nvSpPr>
          <p:cNvPr id="26" name="p05-redline">
            <a:extLst xmlns:a="http://schemas.openxmlformats.org/drawingml/2006/main">
              <a:ext uri="{FF2B5EF4-FFF2-40B4-BE49-F238E27FC236}">
                <a16:creationId xmlns:a16="http://schemas.microsoft.com/office/drawing/2014/main" id="{D36B3860-2C8D-4323-8394-BBF26991D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24750" y="1447800"/>
            <a:ext cx="403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05-bottom">
            <a:extLst xmlns:a="http://schemas.openxmlformats.org/drawingml/2006/main">
              <a:ext uri="{FF2B5EF4-FFF2-40B4-BE49-F238E27FC236}">
                <a16:creationId xmlns:a16="http://schemas.microsoft.com/office/drawing/2014/main" id="{D77C2C3B-56BC-405E-811F-A35C569E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1970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越接近正式工件和外部世界，越不能由 Agent 自行升级权限。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执行模式越自主，评价与停止越要独立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axis">
            <a:extLst xmlns:a="http://schemas.openxmlformats.org/drawingml/2006/main">
              <a:ext uri="{FF2B5EF4-FFF2-40B4-BE49-F238E27FC236}">
                <a16:creationId xmlns:a16="http://schemas.microsoft.com/office/drawing/2014/main" id="{8EA696C6-ACBF-45A5-8A71-4F090310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19150" y="312420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06-i0">
            <a:extLst xmlns:a="http://schemas.openxmlformats.org/drawingml/2006/main">
              <a:ext uri="{FF2B5EF4-FFF2-40B4-BE49-F238E27FC236}">
                <a16:creationId xmlns:a16="http://schemas.microsoft.com/office/drawing/2014/main" id="{A2E8D4B4-139A-4258-B5C1-748FCFE2C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06-a0">
            <a:extLst xmlns:a="http://schemas.openxmlformats.org/drawingml/2006/main">
              <a:ext uri="{FF2B5EF4-FFF2-40B4-BE49-F238E27FC236}">
                <a16:creationId xmlns:a16="http://schemas.microsoft.com/office/drawing/2014/main" id="{0B10D7FB-EC2C-4F6F-BD13-07A30479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695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Prompt chaining</a:t>
            </a:r>
          </a:p>
        </p:txBody>
      </p:sp>
      <p:sp>
        <p:nvSpPr>
          <p:cNvPr id="9" name="p06-b0">
            <a:extLst xmlns:a="http://schemas.openxmlformats.org/drawingml/2006/main">
              <a:ext uri="{FF2B5EF4-FFF2-40B4-BE49-F238E27FC236}">
                <a16:creationId xmlns:a16="http://schemas.microsoft.com/office/drawing/2014/main" id="{41A50F75-6B95-46C3-9042-BC6932AF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004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串行</a:t>
            </a:r>
          </a:p>
        </p:txBody>
      </p:sp>
      <p:sp>
        <p:nvSpPr>
          <p:cNvPr id="10" name="p06-i1">
            <a:extLst xmlns:a="http://schemas.openxmlformats.org/drawingml/2006/main">
              <a:ext uri="{FF2B5EF4-FFF2-40B4-BE49-F238E27FC236}">
                <a16:creationId xmlns:a16="http://schemas.microsoft.com/office/drawing/2014/main" id="{26ABAC78-3159-440E-9D86-FC708D6E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876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p06-a1">
            <a:extLst xmlns:a="http://schemas.openxmlformats.org/drawingml/2006/main">
              <a:ext uri="{FF2B5EF4-FFF2-40B4-BE49-F238E27FC236}">
                <a16:creationId xmlns:a16="http://schemas.microsoft.com/office/drawing/2014/main" id="{0ECE18B0-ED97-4D02-B62E-846671EE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095500"/>
            <a:ext cx="1695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Routing</a:t>
            </a:r>
          </a:p>
        </p:txBody>
      </p:sp>
      <p:sp>
        <p:nvSpPr>
          <p:cNvPr id="12" name="p06-b1">
            <a:extLst xmlns:a="http://schemas.openxmlformats.org/drawingml/2006/main">
              <a:ext uri="{FF2B5EF4-FFF2-40B4-BE49-F238E27FC236}">
                <a16:creationId xmlns:a16="http://schemas.microsoft.com/office/drawing/2014/main" id="{248BF410-AFF4-4BDB-95CB-08AED69A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004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分流</a:t>
            </a:r>
          </a:p>
        </p:txBody>
      </p:sp>
      <p:sp>
        <p:nvSpPr>
          <p:cNvPr id="13" name="p06-i2">
            <a:extLst xmlns:a="http://schemas.openxmlformats.org/drawingml/2006/main">
              <a:ext uri="{FF2B5EF4-FFF2-40B4-BE49-F238E27FC236}">
                <a16:creationId xmlns:a16="http://schemas.microsoft.com/office/drawing/2014/main" id="{049F1BB8-688D-4517-BBFD-3A1F82D9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76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p06-a2">
            <a:extLst xmlns:a="http://schemas.openxmlformats.org/drawingml/2006/main">
              <a:ext uri="{FF2B5EF4-FFF2-40B4-BE49-F238E27FC236}">
                <a16:creationId xmlns:a16="http://schemas.microsoft.com/office/drawing/2014/main" id="{06232921-BDC2-44E3-8DA8-46261C51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19250"/>
            <a:ext cx="1695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Parallelization</a:t>
            </a:r>
          </a:p>
        </p:txBody>
      </p:sp>
      <p:sp>
        <p:nvSpPr>
          <p:cNvPr id="15" name="p06-b2">
            <a:extLst xmlns:a="http://schemas.openxmlformats.org/drawingml/2006/main">
              <a:ext uri="{FF2B5EF4-FFF2-40B4-BE49-F238E27FC236}">
                <a16:creationId xmlns:a16="http://schemas.microsoft.com/office/drawing/2014/main" id="{83A54013-6331-4E12-98B6-E61DE5554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004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并行</a:t>
            </a:r>
          </a:p>
        </p:txBody>
      </p:sp>
      <p:sp>
        <p:nvSpPr>
          <p:cNvPr id="16" name="p06-i3">
            <a:extLst xmlns:a="http://schemas.openxmlformats.org/drawingml/2006/main">
              <a:ext uri="{FF2B5EF4-FFF2-40B4-BE49-F238E27FC236}">
                <a16:creationId xmlns:a16="http://schemas.microsoft.com/office/drawing/2014/main" id="{2D85E45D-6802-45E9-8A86-DB81349F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76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p06-a3">
            <a:extLst xmlns:a="http://schemas.openxmlformats.org/drawingml/2006/main">
              <a:ext uri="{FF2B5EF4-FFF2-40B4-BE49-F238E27FC236}">
                <a16:creationId xmlns:a16="http://schemas.microsoft.com/office/drawing/2014/main" id="{1DED59FF-198C-4CAF-B846-C9E2F8B8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95500"/>
            <a:ext cx="1695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Orchestrator-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workers</a:t>
            </a:r>
          </a:p>
        </p:txBody>
      </p:sp>
      <p:sp>
        <p:nvSpPr>
          <p:cNvPr id="18" name="p06-b3">
            <a:extLst xmlns:a="http://schemas.openxmlformats.org/drawingml/2006/main">
              <a:ext uri="{FF2B5EF4-FFF2-40B4-BE49-F238E27FC236}">
                <a16:creationId xmlns:a16="http://schemas.microsoft.com/office/drawing/2014/main" id="{A62EEB63-6CA2-4306-ACBD-2B16811A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分解</a:t>
            </a:r>
          </a:p>
        </p:txBody>
      </p:sp>
      <p:sp>
        <p:nvSpPr>
          <p:cNvPr id="19" name="p06-i4">
            <a:extLst xmlns:a="http://schemas.openxmlformats.org/drawingml/2006/main">
              <a:ext uri="{FF2B5EF4-FFF2-40B4-BE49-F238E27FC236}">
                <a16:creationId xmlns:a16="http://schemas.microsoft.com/office/drawing/2014/main" id="{FA4695CD-79FB-401A-B7B5-C2A88E44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76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p06-a4">
            <a:extLst xmlns:a="http://schemas.openxmlformats.org/drawingml/2006/main">
              <a:ext uri="{FF2B5EF4-FFF2-40B4-BE49-F238E27FC236}">
                <a16:creationId xmlns:a16="http://schemas.microsoft.com/office/drawing/2014/main" id="{C0DCCF96-343F-4047-9415-46419285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19250"/>
            <a:ext cx="1695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Evaluator-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263746"/>
                </a:solidFill>
              </a:defRPr>
            </a:pPr>
            <a:r>
              <a:rPr sz="1200" b="1">
                <a:solidFill>
                  <a:srgbClr val="263746"/>
                </a:solidFill>
                <a:latin typeface="Arial"/>
                <a:ea typeface="Arial"/>
                <a:cs typeface="Arial"/>
              </a:rPr>
              <a:t>optimizer</a:t>
            </a:r>
          </a:p>
        </p:txBody>
      </p:sp>
      <p:sp>
        <p:nvSpPr>
          <p:cNvPr id="21" name="p06-b4">
            <a:extLst xmlns:a="http://schemas.openxmlformats.org/drawingml/2006/main">
              <a:ext uri="{FF2B5EF4-FFF2-40B4-BE49-F238E27FC236}">
                <a16:creationId xmlns:a16="http://schemas.microsoft.com/office/drawing/2014/main" id="{24B24A29-BBB4-4606-876E-3E386B8A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004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迭代</a:t>
            </a:r>
          </a:p>
        </p:txBody>
      </p:sp>
      <p:sp>
        <p:nvSpPr>
          <p:cNvPr id="22" name="p06-i5">
            <a:extLst xmlns:a="http://schemas.openxmlformats.org/drawingml/2006/main">
              <a:ext uri="{FF2B5EF4-FFF2-40B4-BE49-F238E27FC236}">
                <a16:creationId xmlns:a16="http://schemas.microsoft.com/office/drawing/2014/main" id="{CE7D394A-C27A-4A73-B9BF-C632AD80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76550"/>
            <a:ext cx="4381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" name="p06-a5">
            <a:extLst xmlns:a="http://schemas.openxmlformats.org/drawingml/2006/main">
              <a:ext uri="{FF2B5EF4-FFF2-40B4-BE49-F238E27FC236}">
                <a16:creationId xmlns:a16="http://schemas.microsoft.com/office/drawing/2014/main" id="{7B7D0289-DF57-4E51-9349-C600697F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95500"/>
            <a:ext cx="16954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Autonomous agent</a:t>
            </a:r>
          </a:p>
        </p:txBody>
      </p:sp>
      <p:sp>
        <p:nvSpPr>
          <p:cNvPr id="24" name="p06-b5">
            <a:extLst xmlns:a="http://schemas.openxmlformats.org/drawingml/2006/main">
              <a:ext uri="{FF2B5EF4-FFF2-40B4-BE49-F238E27FC236}">
                <a16:creationId xmlns:a16="http://schemas.microsoft.com/office/drawing/2014/main" id="{3F92C800-BB92-4ECC-B760-8B053DBB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600450"/>
            <a:ext cx="1504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667684"/>
                </a:solidFill>
              </a:defRPr>
            </a:pPr>
            <a:r>
              <a:rPr sz="1425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自主</a:t>
            </a:r>
          </a:p>
        </p:txBody>
      </p:sp>
      <p:sp>
        <p:nvSpPr>
          <p:cNvPr id="25" name="p06-left">
            <a:extLst xmlns:a="http://schemas.openxmlformats.org/drawingml/2006/main">
              <a:ext uri="{FF2B5EF4-FFF2-40B4-BE49-F238E27FC236}">
                <a16:creationId xmlns:a16="http://schemas.microsoft.com/office/drawing/2014/main" id="{D8C70284-E498-470C-A7ED-DF9BF8F6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624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确定性更强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边界更窄</a:t>
            </a:r>
          </a:p>
        </p:txBody>
      </p:sp>
      <p:sp>
        <p:nvSpPr>
          <p:cNvPr id="26" name="p06-right">
            <a:extLst xmlns:a="http://schemas.openxmlformats.org/drawingml/2006/main">
              <a:ext uri="{FF2B5EF4-FFF2-40B4-BE49-F238E27FC236}">
                <a16:creationId xmlns:a16="http://schemas.microsoft.com/office/drawing/2014/main" id="{71CAB724-B0F2-4E3B-880B-6A61948A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624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环境不确定性更高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停止与评价必须更独立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一次运行至少留下输入、动作、结果与判断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n0">
            <a:extLst xmlns:a="http://schemas.openxmlformats.org/drawingml/2006/main">
              <a:ext uri="{FF2B5EF4-FFF2-40B4-BE49-F238E27FC236}">
                <a16:creationId xmlns:a16="http://schemas.microsoft.com/office/drawing/2014/main" id="{A9898CB8-AA3C-4FA9-AC4A-027D1D50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7-a0">
            <a:extLst xmlns:a="http://schemas.openxmlformats.org/drawingml/2006/main">
              <a:ext uri="{FF2B5EF4-FFF2-40B4-BE49-F238E27FC236}">
                <a16:creationId xmlns:a16="http://schemas.microsoft.com/office/drawing/2014/main" id="{9FC12BC6-2192-4F5A-ADE1-98552A5A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62200"/>
            <a:ext cx="1943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输入快照</a:t>
            </a:r>
          </a:p>
        </p:txBody>
      </p:sp>
      <p:sp>
        <p:nvSpPr>
          <p:cNvPr id="8" name="p07-b0">
            <a:extLst xmlns:a="http://schemas.openxmlformats.org/drawingml/2006/main">
              <a:ext uri="{FF2B5EF4-FFF2-40B4-BE49-F238E27FC236}">
                <a16:creationId xmlns:a16="http://schemas.microsoft.com/office/drawing/2014/main" id="{87C07F24-0A94-4904-A16C-D209311D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33700"/>
            <a:ext cx="1943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667684"/>
                </a:solidFill>
              </a:defRPr>
            </a:pPr>
            <a:r>
              <a:rPr sz="1275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DOI / PDF / config</a:t>
            </a:r>
          </a:p>
        </p:txBody>
      </p:sp>
      <p:sp>
        <p:nvSpPr>
          <p:cNvPr id="9" name="p07-l0">
            <a:extLst xmlns:a="http://schemas.openxmlformats.org/drawingml/2006/main">
              <a:ext uri="{FF2B5EF4-FFF2-40B4-BE49-F238E27FC236}">
                <a16:creationId xmlns:a16="http://schemas.microsoft.com/office/drawing/2014/main" id="{5118C392-7225-4394-BC38-8EFBCF82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38400" y="25812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07-n1">
            <a:extLst xmlns:a="http://schemas.openxmlformats.org/drawingml/2006/main">
              <a:ext uri="{FF2B5EF4-FFF2-40B4-BE49-F238E27FC236}">
                <a16:creationId xmlns:a16="http://schemas.microsoft.com/office/drawing/2014/main" id="{22E90F5F-6658-469A-9EFA-BFF37D69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145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p07-a1">
            <a:extLst xmlns:a="http://schemas.openxmlformats.org/drawingml/2006/main">
              <a:ext uri="{FF2B5EF4-FFF2-40B4-BE49-F238E27FC236}">
                <a16:creationId xmlns:a16="http://schemas.microsoft.com/office/drawing/2014/main" id="{35CE1F57-BC69-4111-BA36-FB1FBE6C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362200"/>
            <a:ext cx="1943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动作记录</a:t>
            </a:r>
          </a:p>
        </p:txBody>
      </p:sp>
      <p:sp>
        <p:nvSpPr>
          <p:cNvPr id="12" name="p07-b1">
            <a:extLst xmlns:a="http://schemas.openxmlformats.org/drawingml/2006/main">
              <a:ext uri="{FF2B5EF4-FFF2-40B4-BE49-F238E27FC236}">
                <a16:creationId xmlns:a16="http://schemas.microsoft.com/office/drawing/2014/main" id="{AE050C47-F003-49DC-9EB2-D0A6B800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933700"/>
            <a:ext cx="1943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667684"/>
                </a:solidFill>
              </a:defRPr>
            </a:pPr>
            <a:r>
              <a:rPr sz="1275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tool + args + time</a:t>
            </a:r>
          </a:p>
        </p:txBody>
      </p:sp>
      <p:sp>
        <p:nvSpPr>
          <p:cNvPr id="13" name="p07-l1">
            <a:extLst xmlns:a="http://schemas.openxmlformats.org/drawingml/2006/main">
              <a:ext uri="{FF2B5EF4-FFF2-40B4-BE49-F238E27FC236}">
                <a16:creationId xmlns:a16="http://schemas.microsoft.com/office/drawing/2014/main" id="{D67E781E-985A-4096-AC8E-AC88D482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62500" y="25812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07-n2">
            <a:extLst xmlns:a="http://schemas.openxmlformats.org/drawingml/2006/main">
              <a:ext uri="{FF2B5EF4-FFF2-40B4-BE49-F238E27FC236}">
                <a16:creationId xmlns:a16="http://schemas.microsoft.com/office/drawing/2014/main" id="{224F5B39-C5CA-46D7-9043-D8F02DBB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145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p07-a2">
            <a:extLst xmlns:a="http://schemas.openxmlformats.org/drawingml/2006/main">
              <a:ext uri="{FF2B5EF4-FFF2-40B4-BE49-F238E27FC236}">
                <a16:creationId xmlns:a16="http://schemas.microsoft.com/office/drawing/2014/main" id="{A4F0846A-855E-4B96-A655-2218959A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62200"/>
            <a:ext cx="1943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输出工件</a:t>
            </a:r>
          </a:p>
        </p:txBody>
      </p:sp>
      <p:sp>
        <p:nvSpPr>
          <p:cNvPr id="16" name="p07-b2">
            <a:extLst xmlns:a="http://schemas.openxmlformats.org/drawingml/2006/main">
              <a:ext uri="{FF2B5EF4-FFF2-40B4-BE49-F238E27FC236}">
                <a16:creationId xmlns:a16="http://schemas.microsoft.com/office/drawing/2014/main" id="{CB7C7CD7-DB07-43CD-983C-39F94AD6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33700"/>
            <a:ext cx="1943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667684"/>
                </a:solidFill>
              </a:defRPr>
            </a:pPr>
            <a:r>
              <a:rPr sz="1275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diff / table / log</a:t>
            </a:r>
          </a:p>
        </p:txBody>
      </p:sp>
      <p:sp>
        <p:nvSpPr>
          <p:cNvPr id="17" name="p07-l2">
            <a:extLst xmlns:a="http://schemas.openxmlformats.org/drawingml/2006/main">
              <a:ext uri="{FF2B5EF4-FFF2-40B4-BE49-F238E27FC236}">
                <a16:creationId xmlns:a16="http://schemas.microsoft.com/office/drawing/2014/main" id="{F984B50C-2DDA-4F63-AE64-69033B03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086600" y="25812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07-n3">
            <a:extLst xmlns:a="http://schemas.openxmlformats.org/drawingml/2006/main">
              <a:ext uri="{FF2B5EF4-FFF2-40B4-BE49-F238E27FC236}">
                <a16:creationId xmlns:a16="http://schemas.microsoft.com/office/drawing/2014/main" id="{FB7BDCB2-EDEB-4D38-95C8-EBE29BA8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17145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p07-a3">
            <a:extLst xmlns:a="http://schemas.openxmlformats.org/drawingml/2006/main">
              <a:ext uri="{FF2B5EF4-FFF2-40B4-BE49-F238E27FC236}">
                <a16:creationId xmlns:a16="http://schemas.microsoft.com/office/drawing/2014/main" id="{3D2E805D-BFC1-4D0E-AF46-CA3ABDE1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62200"/>
            <a:ext cx="1943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评价结果</a:t>
            </a:r>
          </a:p>
        </p:txBody>
      </p:sp>
      <p:sp>
        <p:nvSpPr>
          <p:cNvPr id="20" name="p07-b3">
            <a:extLst xmlns:a="http://schemas.openxmlformats.org/drawingml/2006/main">
              <a:ext uri="{FF2B5EF4-FFF2-40B4-BE49-F238E27FC236}">
                <a16:creationId xmlns:a16="http://schemas.microsoft.com/office/drawing/2014/main" id="{8DC2E940-B9DB-40E2-8773-8352EC8C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933700"/>
            <a:ext cx="1943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667684"/>
                </a:solidFill>
              </a:defRPr>
            </a:pPr>
            <a:r>
              <a:rPr sz="1275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metric + rubric</a:t>
            </a:r>
          </a:p>
        </p:txBody>
      </p:sp>
      <p:sp>
        <p:nvSpPr>
          <p:cNvPr id="21" name="p07-l3">
            <a:extLst xmlns:a="http://schemas.openxmlformats.org/drawingml/2006/main">
              <a:ext uri="{FF2B5EF4-FFF2-40B4-BE49-F238E27FC236}">
                <a16:creationId xmlns:a16="http://schemas.microsoft.com/office/drawing/2014/main" id="{B68C1000-A7EC-4F7D-AC84-0292ADC6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10700" y="258127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07-n4">
            <a:extLst xmlns:a="http://schemas.openxmlformats.org/drawingml/2006/main">
              <a:ext uri="{FF2B5EF4-FFF2-40B4-BE49-F238E27FC236}">
                <a16:creationId xmlns:a16="http://schemas.microsoft.com/office/drawing/2014/main" id="{8D8314A9-4855-4622-B1D5-0D0CD744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7145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3" name="p07-a4">
            <a:extLst xmlns:a="http://schemas.openxmlformats.org/drawingml/2006/main">
              <a:ext uri="{FF2B5EF4-FFF2-40B4-BE49-F238E27FC236}">
                <a16:creationId xmlns:a16="http://schemas.microsoft.com/office/drawing/2014/main" id="{B98F0FC3-FA81-4A7C-A95C-2153D4B5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362200"/>
            <a:ext cx="1943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研究判断</a:t>
            </a:r>
          </a:p>
        </p:txBody>
      </p:sp>
      <p:sp>
        <p:nvSpPr>
          <p:cNvPr id="24" name="p07-b4">
            <a:extLst xmlns:a="http://schemas.openxmlformats.org/drawingml/2006/main">
              <a:ext uri="{FF2B5EF4-FFF2-40B4-BE49-F238E27FC236}">
                <a16:creationId xmlns:a16="http://schemas.microsoft.com/office/drawing/2014/main" id="{A5A23231-EC09-4626-B680-5C6AC823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933700"/>
            <a:ext cx="1943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667684"/>
                </a:solidFill>
              </a:defRPr>
            </a:pPr>
            <a:r>
              <a:rPr sz="1275" b="1">
                <a:solidFill>
                  <a:srgbClr val="667684"/>
                </a:solidFill>
                <a:latin typeface="Consolas"/>
                <a:ea typeface="Consolas"/>
                <a:cs typeface="Consolas"/>
              </a:rPr>
              <a:t>keep / discard / revise</a:t>
            </a:r>
          </a:p>
        </p:txBody>
      </p:sp>
      <p:sp>
        <p:nvSpPr>
          <p:cNvPr id="25" name="p07-tree">
            <a:extLst xmlns:a="http://schemas.openxmlformats.org/drawingml/2006/main">
              <a:ext uri="{FF2B5EF4-FFF2-40B4-BE49-F238E27FC236}">
                <a16:creationId xmlns:a16="http://schemas.microsoft.com/office/drawing/2014/main" id="{958B07B7-D865-4DD5-80CB-A8060ACB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981450"/>
            <a:ext cx="47625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workflow-run/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input.snapshot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trace.jsonl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output.diff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eval.json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└─ decision.md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不能同时扮演执行器与唯一裁判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0">
            <a:extLst xmlns:a="http://schemas.openxmlformats.org/drawingml/2006/main">
              <a:ext uri="{FF2B5EF4-FFF2-40B4-BE49-F238E27FC236}">
                <a16:creationId xmlns:a16="http://schemas.microsoft.com/office/drawing/2014/main" id="{445CC964-75E2-4C1D-B879-91D6C482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2000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执行器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生成 / 调用工具</a:t>
            </a:r>
          </a:p>
        </p:txBody>
      </p:sp>
      <p:sp>
        <p:nvSpPr>
          <p:cNvPr id="7" name="p08-a0">
            <a:extLst xmlns:a="http://schemas.openxmlformats.org/drawingml/2006/main">
              <a:ext uri="{FF2B5EF4-FFF2-40B4-BE49-F238E27FC236}">
                <a16:creationId xmlns:a16="http://schemas.microsoft.com/office/drawing/2014/main" id="{02A6DA8E-A57E-43E3-8A0E-20A8178D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885950"/>
            <a:ext cx="68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p08-1">
            <a:extLst xmlns:a="http://schemas.openxmlformats.org/drawingml/2006/main">
              <a:ext uri="{FF2B5EF4-FFF2-40B4-BE49-F238E27FC236}">
                <a16:creationId xmlns:a16="http://schemas.microsoft.com/office/drawing/2014/main" id="{920085F7-C443-4106-897A-3595F4A7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657350"/>
            <a:ext cx="2000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独立 Evals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baseline / 指标 / 对照</a:t>
            </a:r>
          </a:p>
        </p:txBody>
      </p:sp>
      <p:sp>
        <p:nvSpPr>
          <p:cNvPr id="9" name="p08-a1">
            <a:extLst xmlns:a="http://schemas.openxmlformats.org/drawingml/2006/main">
              <a:ext uri="{FF2B5EF4-FFF2-40B4-BE49-F238E27FC236}">
                <a16:creationId xmlns:a16="http://schemas.microsoft.com/office/drawing/2014/main" id="{1DC555C9-AE08-410D-A687-851E2565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885950"/>
            <a:ext cx="68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p08-2">
            <a:extLst xmlns:a="http://schemas.openxmlformats.org/drawingml/2006/main">
              <a:ext uri="{FF2B5EF4-FFF2-40B4-BE49-F238E27FC236}">
                <a16:creationId xmlns:a16="http://schemas.microsoft.com/office/drawing/2014/main" id="{18EC0EA5-2765-4D47-B3FD-22C947E2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657350"/>
            <a:ext cx="2000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人工审核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关键判断 / 写回</a:t>
            </a:r>
          </a:p>
        </p:txBody>
      </p:sp>
      <p:sp>
        <p:nvSpPr>
          <p:cNvPr id="11" name="p08-a2">
            <a:extLst xmlns:a="http://schemas.openxmlformats.org/drawingml/2006/main">
              <a:ext uri="{FF2B5EF4-FFF2-40B4-BE49-F238E27FC236}">
                <a16:creationId xmlns:a16="http://schemas.microsoft.com/office/drawing/2014/main" id="{1F750310-DC22-45DB-92DC-D3DB9AFF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885950"/>
            <a:ext cx="68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8161E"/>
                </a:solidFill>
              </a:defRPr>
            </a:pPr>
            <a:r>
              <a:rPr sz="25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p08-3">
            <a:extLst xmlns:a="http://schemas.openxmlformats.org/drawingml/2006/main">
              <a:ext uri="{FF2B5EF4-FFF2-40B4-BE49-F238E27FC236}">
                <a16:creationId xmlns:a16="http://schemas.microsoft.com/office/drawing/2014/main" id="{0BE27558-45BB-41B4-A57C-62B6B078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57350"/>
            <a:ext cx="200025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正式工件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trace + decision</a:t>
            </a:r>
          </a:p>
        </p:txBody>
      </p:sp>
      <p:sp>
        <p:nvSpPr>
          <p:cNvPr id="13" name="p08-fail">
            <a:extLst xmlns:a="http://schemas.openxmlformats.org/drawingml/2006/main">
              <a:ext uri="{FF2B5EF4-FFF2-40B4-BE49-F238E27FC236}">
                <a16:creationId xmlns:a16="http://schemas.microsoft.com/office/drawing/2014/main" id="{BDAFB163-D225-41B7-B78A-7C069C84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295775" y="3643313"/>
            <a:ext cx="1028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08-failbox">
            <a:extLst xmlns:a="http://schemas.openxmlformats.org/drawingml/2006/main">
              <a:ext uri="{FF2B5EF4-FFF2-40B4-BE49-F238E27FC236}">
                <a16:creationId xmlns:a16="http://schemas.microsoft.com/office/drawing/2014/main" id="{BEA6A7D4-546E-4500-8C06-835A00B25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91000"/>
            <a:ext cx="61150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失败 / 越权 / 评价不确定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保留记录 → 收窄权限 → 回退 → 人工核验</a:t>
            </a:r>
          </a:p>
        </p:txBody>
      </p:sp>
      <p:sp>
        <p:nvSpPr>
          <p:cNvPr id="15" name="p08-bottom">
            <a:extLst xmlns:a="http://schemas.openxmlformats.org/drawingml/2006/main">
              <a:ext uri="{FF2B5EF4-FFF2-40B4-BE49-F238E27FC236}">
                <a16:creationId xmlns:a16="http://schemas.microsoft.com/office/drawing/2014/main" id="{B550A82B-110F-4671-8948-E2EE5AFA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19700"/>
            <a:ext cx="914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执行器不能是唯一裁判；失败恢复必须有旁路。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先判断动作是否值得交给 Agent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n0">
            <a:extLst xmlns:a="http://schemas.openxmlformats.org/drawingml/2006/main">
              <a:ext uri="{FF2B5EF4-FFF2-40B4-BE49-F238E27FC236}">
                <a16:creationId xmlns:a16="http://schemas.microsoft.com/office/drawing/2014/main" id="{6E7A8638-7712-46CB-AD66-436E01E2C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0668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09-q0">
            <a:extLst xmlns:a="http://schemas.openxmlformats.org/drawingml/2006/main">
              <a:ext uri="{FF2B5EF4-FFF2-40B4-BE49-F238E27FC236}">
                <a16:creationId xmlns:a16="http://schemas.microsoft.com/office/drawing/2014/main" id="{96E09983-3097-41AD-A46E-7BAC22F7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066800"/>
            <a:ext cx="457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是否重复？</a:t>
            </a:r>
          </a:p>
        </p:txBody>
      </p:sp>
      <p:sp>
        <p:nvSpPr>
          <p:cNvPr id="8" name="p09-a0">
            <a:extLst xmlns:a="http://schemas.openxmlformats.org/drawingml/2006/main">
              <a:ext uri="{FF2B5EF4-FFF2-40B4-BE49-F238E27FC236}">
                <a16:creationId xmlns:a16="http://schemas.microsoft.com/office/drawing/2014/main" id="{0947E30D-110F-4A0E-92D0-A7A8B76A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066800"/>
            <a:ext cx="4324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否 → 直接做</a:t>
            </a:r>
          </a:p>
        </p:txBody>
      </p:sp>
      <p:sp>
        <p:nvSpPr>
          <p:cNvPr id="9" name="p09-n1">
            <a:extLst xmlns:a="http://schemas.openxmlformats.org/drawingml/2006/main">
              <a:ext uri="{FF2B5EF4-FFF2-40B4-BE49-F238E27FC236}">
                <a16:creationId xmlns:a16="http://schemas.microsoft.com/office/drawing/2014/main" id="{FF1635E0-BC18-471E-A218-2DAB1FC9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09-q1">
            <a:extLst xmlns:a="http://schemas.openxmlformats.org/drawingml/2006/main">
              <a:ext uri="{FF2B5EF4-FFF2-40B4-BE49-F238E27FC236}">
                <a16:creationId xmlns:a16="http://schemas.microsoft.com/office/drawing/2014/main" id="{251EDF22-032B-4333-9528-75887722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038350"/>
            <a:ext cx="457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是否可验收？</a:t>
            </a:r>
          </a:p>
        </p:txBody>
      </p:sp>
      <p:sp>
        <p:nvSpPr>
          <p:cNvPr id="11" name="p09-a1">
            <a:extLst xmlns:a="http://schemas.openxmlformats.org/drawingml/2006/main">
              <a:ext uri="{FF2B5EF4-FFF2-40B4-BE49-F238E27FC236}">
                <a16:creationId xmlns:a16="http://schemas.microsoft.com/office/drawing/2014/main" id="{339AD69D-2B89-49EB-B19C-546F98D8E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38350"/>
            <a:ext cx="4324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否 → 先写契约</a:t>
            </a:r>
          </a:p>
        </p:txBody>
      </p:sp>
      <p:sp>
        <p:nvSpPr>
          <p:cNvPr id="12" name="p09-n2">
            <a:extLst xmlns:a="http://schemas.openxmlformats.org/drawingml/2006/main">
              <a:ext uri="{FF2B5EF4-FFF2-40B4-BE49-F238E27FC236}">
                <a16:creationId xmlns:a16="http://schemas.microsoft.com/office/drawing/2014/main" id="{DA3B96E8-2FF8-4D45-B701-CE0F13D7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99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09-q2">
            <a:extLst xmlns:a="http://schemas.openxmlformats.org/drawingml/2006/main">
              <a:ext uri="{FF2B5EF4-FFF2-40B4-BE49-F238E27FC236}">
                <a16:creationId xmlns:a16="http://schemas.microsoft.com/office/drawing/2014/main" id="{0E3F7507-B9CB-4897-85AF-7696CDF6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009900"/>
            <a:ext cx="457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是否需环境反馈？</a:t>
            </a:r>
          </a:p>
        </p:txBody>
      </p:sp>
      <p:sp>
        <p:nvSpPr>
          <p:cNvPr id="14" name="p09-a2">
            <a:extLst xmlns:a="http://schemas.openxmlformats.org/drawingml/2006/main">
              <a:ext uri="{FF2B5EF4-FFF2-40B4-BE49-F238E27FC236}">
                <a16:creationId xmlns:a16="http://schemas.microsoft.com/office/drawing/2014/main" id="{43B610EC-D7A4-4E86-ACF3-C7C08C400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09900"/>
            <a:ext cx="4324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否 → 脚本 / workflow</a:t>
            </a:r>
          </a:p>
        </p:txBody>
      </p:sp>
      <p:sp>
        <p:nvSpPr>
          <p:cNvPr id="15" name="p09-n3">
            <a:extLst xmlns:a="http://schemas.openxmlformats.org/drawingml/2006/main">
              <a:ext uri="{FF2B5EF4-FFF2-40B4-BE49-F238E27FC236}">
                <a16:creationId xmlns:a16="http://schemas.microsoft.com/office/drawing/2014/main" id="{ECBC0C16-B0EE-420B-8FEB-E02F32F37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8145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p09-q3">
            <a:extLst xmlns:a="http://schemas.openxmlformats.org/drawingml/2006/main">
              <a:ext uri="{FF2B5EF4-FFF2-40B4-BE49-F238E27FC236}">
                <a16:creationId xmlns:a16="http://schemas.microsoft.com/office/drawing/2014/main" id="{292DFF03-5EA6-4D81-9C01-B7E939FE6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981450"/>
            <a:ext cx="457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风险可控且可回退？</a:t>
            </a:r>
          </a:p>
        </p:txBody>
      </p:sp>
      <p:sp>
        <p:nvSpPr>
          <p:cNvPr id="17" name="p09-a3">
            <a:extLst xmlns:a="http://schemas.openxmlformats.org/drawingml/2006/main">
              <a:ext uri="{FF2B5EF4-FFF2-40B4-BE49-F238E27FC236}">
                <a16:creationId xmlns:a16="http://schemas.microsoft.com/office/drawing/2014/main" id="{CB05FA11-2933-49F9-8EA4-6BCCB088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81450"/>
            <a:ext cx="43243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否 → 保持人工</a:t>
            </a:r>
          </a:p>
        </p:txBody>
      </p:sp>
      <p:sp>
        <p:nvSpPr>
          <p:cNvPr id="18" name="p09-bottom">
            <a:extLst xmlns:a="http://schemas.openxmlformats.org/drawingml/2006/main">
              <a:ext uri="{FF2B5EF4-FFF2-40B4-BE49-F238E27FC236}">
                <a16:creationId xmlns:a16="http://schemas.microsoft.com/office/drawing/2014/main" id="{501F3892-340B-4D64-8068-A67461C12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0065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Agent 不是默认答案；先用最简单、可审计的实现。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脚本、工作流、Agent 与复杂系统各有边界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x">
            <a:extLst xmlns:a="http://schemas.openxmlformats.org/drawingml/2006/main">
              <a:ext uri="{FF2B5EF4-FFF2-40B4-BE49-F238E27FC236}">
                <a16:creationId xmlns:a16="http://schemas.microsoft.com/office/drawing/2014/main" id="{9CDCCB28-29B5-4D26-9FE3-45D140FA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790700" y="4805363"/>
            <a:ext cx="8820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10-y">
            <a:extLst xmlns:a="http://schemas.openxmlformats.org/drawingml/2006/main">
              <a:ext uri="{FF2B5EF4-FFF2-40B4-BE49-F238E27FC236}">
                <a16:creationId xmlns:a16="http://schemas.microsoft.com/office/drawing/2014/main" id="{828F3F42-EDBE-444B-B70B-9AD2088D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23825" y="3138488"/>
            <a:ext cx="3333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0-xlabel">
            <a:extLst xmlns:a="http://schemas.openxmlformats.org/drawingml/2006/main">
              <a:ext uri="{FF2B5EF4-FFF2-40B4-BE49-F238E27FC236}">
                <a16:creationId xmlns:a16="http://schemas.microsoft.com/office/drawing/2014/main" id="{099B91B0-F2DC-4276-8683-ADBE547C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530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环境不确定性 →</a:t>
            </a:r>
          </a:p>
        </p:txBody>
      </p:sp>
      <p:sp>
        <p:nvSpPr>
          <p:cNvPr id="9" name="p10-ylabel">
            <a:extLst xmlns:a="http://schemas.openxmlformats.org/drawingml/2006/main">
              <a:ext uri="{FF2B5EF4-FFF2-40B4-BE49-F238E27FC236}">
                <a16:creationId xmlns:a16="http://schemas.microsoft.com/office/drawing/2014/main" id="{A5EBADB5-7C80-4694-9B56-886A5C20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57300"/>
            <a:ext cx="106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8354E"/>
                </a:solidFill>
              </a:defRPr>
            </a:pPr>
            <a:r>
              <a:rPr sz="13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自主性 ↑</a:t>
            </a:r>
          </a:p>
        </p:txBody>
      </p:sp>
      <p:sp>
        <p:nvSpPr>
          <p:cNvPr id="10" name="p10-script">
            <a:extLst xmlns:a="http://schemas.openxmlformats.org/drawingml/2006/main">
              <a:ext uri="{FF2B5EF4-FFF2-40B4-BE49-F238E27FC236}">
                <a16:creationId xmlns:a16="http://schemas.microsoft.com/office/drawing/2014/main" id="{34D3A44A-80C1-45F8-BF61-664FDAD3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19500"/>
            <a:ext cx="2781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脚本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固定输入 · 固定步骤</a:t>
            </a:r>
          </a:p>
        </p:txBody>
      </p:sp>
      <p:sp>
        <p:nvSpPr>
          <p:cNvPr id="11" name="p10-workflow">
            <a:extLst xmlns:a="http://schemas.openxmlformats.org/drawingml/2006/main">
              <a:ext uri="{FF2B5EF4-FFF2-40B4-BE49-F238E27FC236}">
                <a16:creationId xmlns:a16="http://schemas.microsoft.com/office/drawing/2014/main" id="{207DFEA5-1565-4340-B0F8-A4F43975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19500"/>
            <a:ext cx="2781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工作流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有分支 · 可预测</a:t>
            </a:r>
          </a:p>
        </p:txBody>
      </p:sp>
      <p:sp>
        <p:nvSpPr>
          <p:cNvPr id="12" name="p10-agent">
            <a:extLst xmlns:a="http://schemas.openxmlformats.org/drawingml/2006/main">
              <a:ext uri="{FF2B5EF4-FFF2-40B4-BE49-F238E27FC236}">
                <a16:creationId xmlns:a16="http://schemas.microsoft.com/office/drawing/2014/main" id="{6F1A337C-7B0A-496B-BA0F-4BF8A2B3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14550"/>
            <a:ext cx="2781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需观察环境再行动</a:t>
            </a:r>
          </a:p>
        </p:txBody>
      </p:sp>
      <p:sp>
        <p:nvSpPr>
          <p:cNvPr id="13" name="p10-system">
            <a:extLst xmlns:a="http://schemas.openxmlformats.org/drawingml/2006/main">
              <a:ext uri="{FF2B5EF4-FFF2-40B4-BE49-F238E27FC236}">
                <a16:creationId xmlns:a16="http://schemas.microsoft.com/office/drawing/2014/main" id="{8EDD91CB-09DA-4C3D-8E75-FCFF9024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524000"/>
            <a:ext cx="2343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复杂系统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A86C12"/>
                </a:solidFill>
              </a:defRPr>
            </a:pPr>
            <a:r>
              <a:rPr sz="15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多角色 · 多外部动作</a:t>
            </a:r>
          </a:p>
        </p:txBody>
      </p:sp>
      <p:sp>
        <p:nvSpPr>
          <p:cNvPr id="14" name="p10-bottom">
            <a:extLst xmlns:a="http://schemas.openxmlformats.org/drawingml/2006/main">
              <a:ext uri="{FF2B5EF4-FFF2-40B4-BE49-F238E27FC236}">
                <a16:creationId xmlns:a16="http://schemas.microsoft.com/office/drawing/2014/main" id="{11592171-82F3-4187-B1B3-994BE55A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复杂度只在任务需要时增加；每升一级都要补评价、权限与停止。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个人工作流从一个真实、重复的科研动作开始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center">
            <a:extLst xmlns:a="http://schemas.openxmlformats.org/drawingml/2006/main">
              <a:ext uri="{FF2B5EF4-FFF2-40B4-BE49-F238E27FC236}">
                <a16:creationId xmlns:a16="http://schemas.microsoft.com/office/drawing/2014/main" id="{A959D8AC-CB0C-4A91-9182-5683CC04B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066800"/>
            <a:ext cx="37719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一个真实科研动作</a:t>
            </a:r>
          </a:p>
        </p:txBody>
      </p:sp>
      <p:sp>
        <p:nvSpPr>
          <p:cNvPr id="7" name="p11-line0">
            <a:extLst xmlns:a="http://schemas.openxmlformats.org/drawingml/2006/main">
              <a:ext uri="{FF2B5EF4-FFF2-40B4-BE49-F238E27FC236}">
                <a16:creationId xmlns:a16="http://schemas.microsoft.com/office/drawing/2014/main" id="{4BF478E9-EEA0-4761-8CCB-84A1E79F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070945">
            <a:off x="2068929" y="2247900"/>
            <a:ext cx="407269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1-a0">
            <a:extLst xmlns:a="http://schemas.openxmlformats.org/drawingml/2006/main">
              <a:ext uri="{FF2B5EF4-FFF2-40B4-BE49-F238E27FC236}">
                <a16:creationId xmlns:a16="http://schemas.microsoft.com/office/drawing/2014/main" id="{3DD775C2-E73D-4E70-B889-4F641E69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238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重复</a:t>
            </a:r>
          </a:p>
        </p:txBody>
      </p:sp>
      <p:sp>
        <p:nvSpPr>
          <p:cNvPr id="9" name="p11-b0">
            <a:extLst xmlns:a="http://schemas.openxmlformats.org/drawingml/2006/main">
              <a:ext uri="{FF2B5EF4-FFF2-40B4-BE49-F238E27FC236}">
                <a16:creationId xmlns:a16="http://schemas.microsoft.com/office/drawing/2014/main" id="{D3D494A4-7695-4061-AFC2-442310B7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4330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每周 / 每轮都发生？</a:t>
            </a:r>
          </a:p>
        </p:txBody>
      </p:sp>
      <p:sp>
        <p:nvSpPr>
          <p:cNvPr id="10" name="p11-line1">
            <a:extLst xmlns:a="http://schemas.openxmlformats.org/drawingml/2006/main">
              <a:ext uri="{FF2B5EF4-FFF2-40B4-BE49-F238E27FC236}">
                <a16:creationId xmlns:a16="http://schemas.microsoft.com/office/drawing/2014/main" id="{C11687C6-99F7-4114-8222-FE8C73DB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004836">
            <a:off x="5584454" y="2247900"/>
            <a:ext cx="87069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11-a1">
            <a:extLst xmlns:a="http://schemas.openxmlformats.org/drawingml/2006/main">
              <a:ext uri="{FF2B5EF4-FFF2-40B4-BE49-F238E27FC236}">
                <a16:creationId xmlns:a16="http://schemas.microsoft.com/office/drawing/2014/main" id="{56A8B4C3-2B2A-4070-BBAA-249B8CE8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57500"/>
            <a:ext cx="1238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可检查</a:t>
            </a:r>
          </a:p>
        </p:txBody>
      </p:sp>
      <p:sp>
        <p:nvSpPr>
          <p:cNvPr id="12" name="p11-b1">
            <a:extLst xmlns:a="http://schemas.openxmlformats.org/drawingml/2006/main">
              <a:ext uri="{FF2B5EF4-FFF2-40B4-BE49-F238E27FC236}">
                <a16:creationId xmlns:a16="http://schemas.microsoft.com/office/drawing/2014/main" id="{1F3DA371-5626-4F6E-BA00-392A6BC9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4330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结果能被人复核？</a:t>
            </a:r>
          </a:p>
        </p:txBody>
      </p:sp>
      <p:sp>
        <p:nvSpPr>
          <p:cNvPr id="13" name="p11-line2">
            <a:extLst xmlns:a="http://schemas.openxmlformats.org/drawingml/2006/main">
              <a:ext uri="{FF2B5EF4-FFF2-40B4-BE49-F238E27FC236}">
                <a16:creationId xmlns:a16="http://schemas.microsoft.com/office/drawing/2014/main" id="{933B68C2-D863-4E93-AACC-A41040D2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87478">
            <a:off x="6046692" y="2247900"/>
            <a:ext cx="377526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11-a2">
            <a:extLst xmlns:a="http://schemas.openxmlformats.org/drawingml/2006/main">
              <a:ext uri="{FF2B5EF4-FFF2-40B4-BE49-F238E27FC236}">
                <a16:creationId xmlns:a16="http://schemas.microsoft.com/office/drawing/2014/main" id="{51E53225-45E5-4B28-A54D-465919F12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57500"/>
            <a:ext cx="12382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有边界</a:t>
            </a:r>
          </a:p>
        </p:txBody>
      </p:sp>
      <p:sp>
        <p:nvSpPr>
          <p:cNvPr id="15" name="p11-b2">
            <a:extLst xmlns:a="http://schemas.openxmlformats.org/drawingml/2006/main">
              <a:ext uri="{FF2B5EF4-FFF2-40B4-BE49-F238E27FC236}">
                <a16:creationId xmlns:a16="http://schemas.microsoft.com/office/drawing/2014/main" id="{49FAE9A4-84FA-446A-A2D0-F0A2DBC31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4330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什么不应由 Agent 决定？</a:t>
            </a:r>
          </a:p>
        </p:txBody>
      </p:sp>
      <p:sp>
        <p:nvSpPr>
          <p:cNvPr id="16" name="p11-examples">
            <a:extLst xmlns:a="http://schemas.openxmlformats.org/drawingml/2006/main">
              <a:ext uri="{FF2B5EF4-FFF2-40B4-BE49-F238E27FC236}">
                <a16:creationId xmlns:a16="http://schemas.microsoft.com/office/drawing/2014/main" id="{1B3F6E4B-F6D1-4981-B64A-1C51254B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9906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可选：每周证据地图更新｜实验失败归档｜代码 diff 初审｜阅读卡结构化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八要素契约把隐含决定写成可检查字段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p12-0-l">
            <a:extLst xmlns:a="http://schemas.openxmlformats.org/drawingml/2006/main">
              <a:ext uri="{FF2B5EF4-FFF2-40B4-BE49-F238E27FC236}">
                <a16:creationId xmlns:a16="http://schemas.microsoft.com/office/drawing/2014/main" id="{A77C09AB-9F6E-4F24-84C5-B38856D9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任务契约</a:t>
            </a:r>
          </a:p>
        </p:txBody>
      </p:sp>
      <p:sp>
        <p:nvSpPr>
          <p:cNvPr id="7" name="p12-0-t">
            <a:extLst xmlns:a="http://schemas.openxmlformats.org/drawingml/2006/main">
              <a:ext uri="{FF2B5EF4-FFF2-40B4-BE49-F238E27FC236}">
                <a16:creationId xmlns:a16="http://schemas.microsoft.com/office/drawing/2014/main" id="{21048411-6617-44FD-8FC8-3E403BF9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02870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 / 输出 / 成功 / 不适用</a:t>
            </a:r>
          </a:p>
        </p:txBody>
      </p:sp>
      <p:sp>
        <p:nvSpPr>
          <p:cNvPr id="8" name="p12-1-l">
            <a:extLst xmlns:a="http://schemas.openxmlformats.org/drawingml/2006/main">
              <a:ext uri="{FF2B5EF4-FFF2-40B4-BE49-F238E27FC236}">
                <a16:creationId xmlns:a16="http://schemas.microsoft.com/office/drawing/2014/main" id="{D01BFCBD-8F7B-4F9A-A738-EC2E2CB9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2405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Context</a:t>
            </a:r>
          </a:p>
        </p:txBody>
      </p:sp>
      <p:sp>
        <p:nvSpPr>
          <p:cNvPr id="9" name="p12-1-t">
            <a:extLst xmlns:a="http://schemas.openxmlformats.org/drawingml/2006/main">
              <a:ext uri="{FF2B5EF4-FFF2-40B4-BE49-F238E27FC236}">
                <a16:creationId xmlns:a16="http://schemas.microsoft.com/office/drawing/2014/main" id="{1F888689-2FFC-4A37-BE2C-5396F9A3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92405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最小材料 + 来源</a:t>
            </a:r>
          </a:p>
        </p:txBody>
      </p:sp>
      <p:sp>
        <p:nvSpPr>
          <p:cNvPr id="10" name="p12-2-l">
            <a:extLst xmlns:a="http://schemas.openxmlformats.org/drawingml/2006/main">
              <a:ext uri="{FF2B5EF4-FFF2-40B4-BE49-F238E27FC236}">
                <a16:creationId xmlns:a16="http://schemas.microsoft.com/office/drawing/2014/main" id="{C133358E-8A70-4F7F-86A1-45CB666F9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1940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Memory / 状态</a:t>
            </a:r>
          </a:p>
        </p:txBody>
      </p:sp>
      <p:sp>
        <p:nvSpPr>
          <p:cNvPr id="11" name="p12-2-t">
            <a:extLst xmlns:a="http://schemas.openxmlformats.org/drawingml/2006/main">
              <a:ext uri="{FF2B5EF4-FFF2-40B4-BE49-F238E27FC236}">
                <a16:creationId xmlns:a16="http://schemas.microsoft.com/office/drawing/2014/main" id="{FA61B424-B830-4014-82D2-ACAF6501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81940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写回何种工件</a:t>
            </a:r>
          </a:p>
        </p:txBody>
      </p:sp>
      <p:sp>
        <p:nvSpPr>
          <p:cNvPr id="12" name="p12-3-l">
            <a:extLst xmlns:a="http://schemas.openxmlformats.org/drawingml/2006/main">
              <a:ext uri="{FF2B5EF4-FFF2-40B4-BE49-F238E27FC236}">
                <a16:creationId xmlns:a16="http://schemas.microsoft.com/office/drawing/2014/main" id="{32D2AE1B-2B48-40F3-AFF1-52828675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1475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工具与权限</a:t>
            </a:r>
          </a:p>
        </p:txBody>
      </p:sp>
      <p:sp>
        <p:nvSpPr>
          <p:cNvPr id="13" name="p12-3-t">
            <a:extLst xmlns:a="http://schemas.openxmlformats.org/drawingml/2006/main">
              <a:ext uri="{FF2B5EF4-FFF2-40B4-BE49-F238E27FC236}">
                <a16:creationId xmlns:a16="http://schemas.microsoft.com/office/drawing/2014/main" id="{150491AD-5430-48AE-A2C2-CB1B575E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71475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五档 + 需确认点</a:t>
            </a:r>
          </a:p>
        </p:txBody>
      </p:sp>
      <p:sp>
        <p:nvSpPr>
          <p:cNvPr id="14" name="p12-4-l">
            <a:extLst xmlns:a="http://schemas.openxmlformats.org/drawingml/2006/main">
              <a:ext uri="{FF2B5EF4-FFF2-40B4-BE49-F238E27FC236}">
                <a16:creationId xmlns:a16="http://schemas.microsoft.com/office/drawing/2014/main" id="{A4B64E7B-511A-4377-9296-F211A80F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02870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 执行循环</a:t>
            </a:r>
          </a:p>
        </p:txBody>
      </p:sp>
      <p:sp>
        <p:nvSpPr>
          <p:cNvPr id="15" name="p12-4-t">
            <a:extLst xmlns:a="http://schemas.openxmlformats.org/drawingml/2006/main">
              <a:ext uri="{FF2B5EF4-FFF2-40B4-BE49-F238E27FC236}">
                <a16:creationId xmlns:a16="http://schemas.microsoft.com/office/drawing/2014/main" id="{7A8A47F6-9435-4694-81A1-BBE85B10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2870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模式 / 预算 / 停止</a:t>
            </a:r>
          </a:p>
        </p:txBody>
      </p:sp>
      <p:sp>
        <p:nvSpPr>
          <p:cNvPr id="16" name="p12-5-l">
            <a:extLst xmlns:a="http://schemas.openxmlformats.org/drawingml/2006/main">
              <a:ext uri="{FF2B5EF4-FFF2-40B4-BE49-F238E27FC236}">
                <a16:creationId xmlns:a16="http://schemas.microsoft.com/office/drawing/2014/main" id="{AFDBC3AB-4485-406C-899F-D137DD8FB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2405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 工件与追踪</a:t>
            </a:r>
          </a:p>
        </p:txBody>
      </p:sp>
      <p:sp>
        <p:nvSpPr>
          <p:cNvPr id="17" name="p12-5-t">
            <a:extLst xmlns:a="http://schemas.openxmlformats.org/drawingml/2006/main">
              <a:ext uri="{FF2B5EF4-FFF2-40B4-BE49-F238E27FC236}">
                <a16:creationId xmlns:a16="http://schemas.microsoft.com/office/drawing/2014/main" id="{3EBC3637-460D-4A97-B833-DC630505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2405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trace 回到证据 / 实验</a:t>
            </a:r>
          </a:p>
        </p:txBody>
      </p:sp>
      <p:sp>
        <p:nvSpPr>
          <p:cNvPr id="18" name="p12-6-l">
            <a:extLst xmlns:a="http://schemas.openxmlformats.org/drawingml/2006/main">
              <a:ext uri="{FF2B5EF4-FFF2-40B4-BE49-F238E27FC236}">
                <a16:creationId xmlns:a16="http://schemas.microsoft.com/office/drawing/2014/main" id="{444DAABA-A0A6-416F-B80D-E627D402B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1940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 Evals + 人工</a:t>
            </a:r>
          </a:p>
        </p:txBody>
      </p:sp>
      <p:sp>
        <p:nvSpPr>
          <p:cNvPr id="19" name="p12-6-t">
            <a:extLst xmlns:a="http://schemas.openxmlformats.org/drawingml/2006/main">
              <a:ext uri="{FF2B5EF4-FFF2-40B4-BE49-F238E27FC236}">
                <a16:creationId xmlns:a16="http://schemas.microsoft.com/office/drawing/2014/main" id="{A1CE6748-6EAA-4DAD-B9D3-4A99F2A6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1940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 / 指标 / 对照</a:t>
            </a:r>
          </a:p>
        </p:txBody>
      </p:sp>
      <p:sp>
        <p:nvSpPr>
          <p:cNvPr id="20" name="p12-7-l">
            <a:extLst xmlns:a="http://schemas.openxmlformats.org/drawingml/2006/main">
              <a:ext uri="{FF2B5EF4-FFF2-40B4-BE49-F238E27FC236}">
                <a16:creationId xmlns:a16="http://schemas.microsoft.com/office/drawing/2014/main" id="{95E98F8D-72E7-4334-9DB0-3BF437C86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14750"/>
            <a:ext cx="17526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 失败恢复</a:t>
            </a:r>
          </a:p>
        </p:txBody>
      </p:sp>
      <p:sp>
        <p:nvSpPr>
          <p:cNvPr id="21" name="p12-7-t">
            <a:extLst xmlns:a="http://schemas.openxmlformats.org/drawingml/2006/main">
              <a:ext uri="{FF2B5EF4-FFF2-40B4-BE49-F238E27FC236}">
                <a16:creationId xmlns:a16="http://schemas.microsoft.com/office/drawing/2014/main" id="{91BE69A3-0340-4C49-98AC-D04686526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14750"/>
            <a:ext cx="3600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 / 回退 / 核验</a:t>
            </a:r>
          </a:p>
        </p:txBody>
      </p:sp>
      <p:sp>
        <p:nvSpPr>
          <p:cNvPr id="22" name="p12-bottom">
            <a:extLst xmlns:a="http://schemas.openxmlformats.org/drawingml/2006/main">
              <a:ext uri="{FF2B5EF4-FFF2-40B4-BE49-F238E27FC236}">
                <a16:creationId xmlns:a16="http://schemas.microsoft.com/office/drawing/2014/main" id="{30199B1F-362E-4060-BA3B-1CBB62CC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5300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每格写取舍理由；“默认”“自动”“模型自己判断”都不是可审计答案。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可审计工作流要让评价代码与执行代码隔离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0-l">
            <a:extLst xmlns:a="http://schemas.openxmlformats.org/drawingml/2006/main">
              <a:ext uri="{FF2B5EF4-FFF2-40B4-BE49-F238E27FC236}">
                <a16:creationId xmlns:a16="http://schemas.microsoft.com/office/drawing/2014/main" id="{A755779D-E073-4E19-ABA9-1A76793E1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28700"/>
            <a:ext cx="1657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Trace 完整</a:t>
            </a:r>
          </a:p>
        </p:txBody>
      </p:sp>
      <p:sp>
        <p:nvSpPr>
          <p:cNvPr id="7" name="p13-0-t">
            <a:extLst xmlns:a="http://schemas.openxmlformats.org/drawingml/2006/main">
              <a:ext uri="{FF2B5EF4-FFF2-40B4-BE49-F238E27FC236}">
                <a16:creationId xmlns:a16="http://schemas.microsoft.com/office/drawing/2014/main" id="{E1FE4E09-8C04-48CA-A123-7B0A6687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0287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输入→动作→结果→判断</a:t>
            </a:r>
          </a:p>
        </p:txBody>
      </p:sp>
      <p:sp>
        <p:nvSpPr>
          <p:cNvPr id="8" name="p13-1-l">
            <a:extLst xmlns:a="http://schemas.openxmlformats.org/drawingml/2006/main">
              <a:ext uri="{FF2B5EF4-FFF2-40B4-BE49-F238E27FC236}">
                <a16:creationId xmlns:a16="http://schemas.microsoft.com/office/drawing/2014/main" id="{D58EF8C5-6B47-4D84-B161-D5350861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1657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主张可回原文</a:t>
            </a:r>
          </a:p>
        </p:txBody>
      </p:sp>
      <p:sp>
        <p:nvSpPr>
          <p:cNvPr id="9" name="p13-1-t">
            <a:extLst xmlns:a="http://schemas.openxmlformats.org/drawingml/2006/main">
              <a:ext uri="{FF2B5EF4-FFF2-40B4-BE49-F238E27FC236}">
                <a16:creationId xmlns:a16="http://schemas.microsoft.com/office/drawing/2014/main" id="{1F252916-276D-4F26-9D65-3F895267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7526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页码 / 数据 / 实验 ID</a:t>
            </a:r>
          </a:p>
        </p:txBody>
      </p:sp>
      <p:sp>
        <p:nvSpPr>
          <p:cNvPr id="10" name="p13-2-l">
            <a:extLst xmlns:a="http://schemas.openxmlformats.org/drawingml/2006/main">
              <a:ext uri="{FF2B5EF4-FFF2-40B4-BE49-F238E27FC236}">
                <a16:creationId xmlns:a16="http://schemas.microsoft.com/office/drawing/2014/main" id="{2A95016C-9F9F-47FA-AB33-CC1D0C3C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1657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失败保留</a:t>
            </a:r>
          </a:p>
        </p:txBody>
      </p:sp>
      <p:sp>
        <p:nvSpPr>
          <p:cNvPr id="11" name="p13-2-t">
            <a:extLst xmlns:a="http://schemas.openxmlformats.org/drawingml/2006/main">
              <a:ext uri="{FF2B5EF4-FFF2-40B4-BE49-F238E27FC236}">
                <a16:creationId xmlns:a16="http://schemas.microsoft.com/office/drawing/2014/main" id="{865DC166-10D8-40D1-A1F9-8587B308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4765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crash / discard / 越权</a:t>
            </a:r>
          </a:p>
        </p:txBody>
      </p:sp>
      <p:sp>
        <p:nvSpPr>
          <p:cNvPr id="12" name="p13-3-l">
            <a:extLst xmlns:a="http://schemas.openxmlformats.org/drawingml/2006/main">
              <a:ext uri="{FF2B5EF4-FFF2-40B4-BE49-F238E27FC236}">
                <a16:creationId xmlns:a16="http://schemas.microsoft.com/office/drawing/2014/main" id="{0EC3AE16-A324-41E9-A979-5EF917BC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00400"/>
            <a:ext cx="1657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人工确认</a:t>
            </a:r>
          </a:p>
        </p:txBody>
      </p:sp>
      <p:sp>
        <p:nvSpPr>
          <p:cNvPr id="13" name="p13-3-t">
            <a:extLst xmlns:a="http://schemas.openxmlformats.org/drawingml/2006/main">
              <a:ext uri="{FF2B5EF4-FFF2-40B4-BE49-F238E27FC236}">
                <a16:creationId xmlns:a16="http://schemas.microsoft.com/office/drawing/2014/main" id="{DFABD779-C580-4165-96BD-11FE2D280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2004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正式写回与关键判断</a:t>
            </a:r>
          </a:p>
        </p:txBody>
      </p:sp>
      <p:sp>
        <p:nvSpPr>
          <p:cNvPr id="14" name="p13-4-l">
            <a:extLst xmlns:a="http://schemas.openxmlformats.org/drawingml/2006/main">
              <a:ext uri="{FF2B5EF4-FFF2-40B4-BE49-F238E27FC236}">
                <a16:creationId xmlns:a16="http://schemas.microsoft.com/office/drawing/2014/main" id="{68B6081F-C0C6-4782-AFB2-410C9849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16573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工件入项目</a:t>
            </a:r>
          </a:p>
        </p:txBody>
      </p:sp>
      <p:sp>
        <p:nvSpPr>
          <p:cNvPr id="15" name="p13-4-t">
            <a:extLst xmlns:a="http://schemas.openxmlformats.org/drawingml/2006/main">
              <a:ext uri="{FF2B5EF4-FFF2-40B4-BE49-F238E27FC236}">
                <a16:creationId xmlns:a16="http://schemas.microsoft.com/office/drawing/2014/main" id="{36AF2374-A1AC-43C8-9B4B-110CE265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243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版本化、可复核</a:t>
            </a:r>
          </a:p>
        </p:txBody>
      </p:sp>
      <p:sp>
        <p:nvSpPr>
          <p:cNvPr id="16" name="p13-wall">
            <a:extLst xmlns:a="http://schemas.openxmlformats.org/drawingml/2006/main">
              <a:ext uri="{FF2B5EF4-FFF2-40B4-BE49-F238E27FC236}">
                <a16:creationId xmlns:a16="http://schemas.microsoft.com/office/drawing/2014/main" id="{BF5B5719-2D5D-4974-B0B0-30F5EE91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53050" y="2719388"/>
            <a:ext cx="3429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13-sep">
            <a:extLst xmlns:a="http://schemas.openxmlformats.org/drawingml/2006/main">
              <a:ext uri="{FF2B5EF4-FFF2-40B4-BE49-F238E27FC236}">
                <a16:creationId xmlns:a16="http://schemas.microsoft.com/office/drawing/2014/main" id="{F0044F7B-6AB9-448B-8E11-8A8B80B8C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66800"/>
            <a:ext cx="36004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评价代码隔离</a:t>
            </a:r>
          </a:p>
        </p:txBody>
      </p:sp>
      <p:sp>
        <p:nvSpPr>
          <p:cNvPr id="18" name="p13-code">
            <a:extLst xmlns:a="http://schemas.openxmlformats.org/drawingml/2006/main">
              <a:ext uri="{FF2B5EF4-FFF2-40B4-BE49-F238E27FC236}">
                <a16:creationId xmlns:a16="http://schemas.microsoft.com/office/drawing/2014/main" id="{19079AC9-FCC5-4125-A6F5-2FBD67DB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943100"/>
            <a:ext cx="35623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runner/          evaluator/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  execute.py      score.py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  tools.py        rubric.yaml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       × 不得互改 ×</a:t>
            </a:r>
          </a:p>
        </p:txBody>
      </p:sp>
      <p:sp>
        <p:nvSpPr>
          <p:cNvPr id="19" name="p13-note">
            <a:extLst xmlns:a="http://schemas.openxmlformats.org/drawingml/2006/main">
              <a:ext uri="{FF2B5EF4-FFF2-40B4-BE49-F238E27FC236}">
                <a16:creationId xmlns:a16="http://schemas.microsoft.com/office/drawing/2014/main" id="{0100BD6B-E696-48BA-AA83-C6B2CCBA8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62400"/>
            <a:ext cx="3524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执行器输出候选；独立评价器计分；人决定是否写回。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虚构案例：每周证据地图更新的完整契约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label">
            <a:extLst xmlns:a="http://schemas.openxmlformats.org/drawingml/2006/main">
              <a:ext uri="{FF2B5EF4-FFF2-40B4-BE49-F238E27FC236}">
                <a16:creationId xmlns:a16="http://schemas.microsoft.com/office/drawing/2014/main" id="{0FEE14E1-260F-45C9-8203-1AC1B89C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83820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C8161E"/>
                </a:solidFill>
              </a:defRPr>
            </a:pPr>
            <a:r>
              <a:rPr sz="12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课程虚构教学案例｜不预设真实效果</a:t>
            </a:r>
          </a:p>
        </p:txBody>
      </p:sp>
      <p:sp>
        <p:nvSpPr>
          <p:cNvPr id="7" name="p14-0">
            <a:extLst xmlns:a="http://schemas.openxmlformats.org/drawingml/2006/main">
              <a:ext uri="{FF2B5EF4-FFF2-40B4-BE49-F238E27FC236}">
                <a16:creationId xmlns:a16="http://schemas.microsoft.com/office/drawing/2014/main" id="{B2F429B8-E8D7-4D76-AA6B-121C0B7C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2381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≤10 篇 DOI + PDF</a:t>
            </a:r>
          </a:p>
        </p:txBody>
      </p:sp>
      <p:sp>
        <p:nvSpPr>
          <p:cNvPr id="8" name="p14-a0">
            <a:extLst xmlns:a="http://schemas.openxmlformats.org/drawingml/2006/main">
              <a:ext uri="{FF2B5EF4-FFF2-40B4-BE49-F238E27FC236}">
                <a16:creationId xmlns:a16="http://schemas.microsoft.com/office/drawing/2014/main" id="{290BF375-2FAC-4908-8205-0E419AEB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81200"/>
            <a:ext cx="457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C8161E"/>
                </a:solidFill>
              </a:defRPr>
            </a:pPr>
            <a:r>
              <a:rPr sz="24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p14-1">
            <a:extLst xmlns:a="http://schemas.openxmlformats.org/drawingml/2006/main">
              <a:ext uri="{FF2B5EF4-FFF2-40B4-BE49-F238E27FC236}">
                <a16:creationId xmlns:a16="http://schemas.microsoft.com/office/drawing/2014/main" id="{D55FA1D2-452D-49FF-ADAA-AC64B68CF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90700"/>
            <a:ext cx="2381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抽取主张 / 证据角色</a:t>
            </a:r>
          </a:p>
        </p:txBody>
      </p:sp>
      <p:sp>
        <p:nvSpPr>
          <p:cNvPr id="10" name="p14-a1">
            <a:extLst xmlns:a="http://schemas.openxmlformats.org/drawingml/2006/main">
              <a:ext uri="{FF2B5EF4-FFF2-40B4-BE49-F238E27FC236}">
                <a16:creationId xmlns:a16="http://schemas.microsoft.com/office/drawing/2014/main" id="{431C1F4F-CC81-4667-8A7F-C045385BB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981200"/>
            <a:ext cx="457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C8161E"/>
                </a:solidFill>
              </a:defRPr>
            </a:pPr>
            <a:r>
              <a:rPr sz="24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p14-2">
            <a:extLst xmlns:a="http://schemas.openxmlformats.org/drawingml/2006/main">
              <a:ext uri="{FF2B5EF4-FFF2-40B4-BE49-F238E27FC236}">
                <a16:creationId xmlns:a16="http://schemas.microsoft.com/office/drawing/2014/main" id="{11CEDA25-AC1C-4321-A1B2-B0FB0632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评价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原文定位 + 错配率</a:t>
            </a:r>
          </a:p>
        </p:txBody>
      </p:sp>
      <p:sp>
        <p:nvSpPr>
          <p:cNvPr id="12" name="p14-a2">
            <a:extLst xmlns:a="http://schemas.openxmlformats.org/drawingml/2006/main">
              <a:ext uri="{FF2B5EF4-FFF2-40B4-BE49-F238E27FC236}">
                <a16:creationId xmlns:a16="http://schemas.microsoft.com/office/drawing/2014/main" id="{9A9A5186-DD55-480B-83CC-05230286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81200"/>
            <a:ext cx="457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C8161E"/>
                </a:solidFill>
              </a:defRPr>
            </a:pPr>
            <a:r>
              <a:rPr sz="24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p14-3">
            <a:extLst xmlns:a="http://schemas.openxmlformats.org/drawingml/2006/main">
              <a:ext uri="{FF2B5EF4-FFF2-40B4-BE49-F238E27FC236}">
                <a16:creationId xmlns:a16="http://schemas.microsoft.com/office/drawing/2014/main" id="{794CEBAC-603D-4F56-A827-844B492C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790700"/>
            <a:ext cx="2381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需确认写回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evidence-map.md</a:t>
            </a:r>
          </a:p>
        </p:txBody>
      </p:sp>
      <p:sp>
        <p:nvSpPr>
          <p:cNvPr id="14" name="p14-bounds">
            <a:extLst xmlns:a="http://schemas.openxmlformats.org/drawingml/2006/main">
              <a:ext uri="{FF2B5EF4-FFF2-40B4-BE49-F238E27FC236}">
                <a16:creationId xmlns:a16="http://schemas.microsoft.com/office/drawing/2014/main" id="{C79568BE-D962-4A0B-94E6-206B4FC0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10058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边界：禁止联网补文献｜不生成清单外主张｜写回正式证据地图前人工确认</a:t>
            </a:r>
          </a:p>
        </p:txBody>
      </p:sp>
      <p:sp>
        <p:nvSpPr>
          <p:cNvPr id="15" name="p14-eval">
            <a:extLst xmlns:a="http://schemas.openxmlformats.org/drawingml/2006/main">
              <a:ext uri="{FF2B5EF4-FFF2-40B4-BE49-F238E27FC236}">
                <a16:creationId xmlns:a16="http://schemas.microsoft.com/office/drawing/2014/main" id="{FB52C0E7-9612-483E-BA9D-FF98F78C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62450"/>
            <a:ext cx="10058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baseline = 前一周人工结果     指标 = 错配率 + 时间     失败 = 保留未定位与冲突项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最小原型先证明路径可运行或可演示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p15-label">
            <a:extLst xmlns:a="http://schemas.openxmlformats.org/drawingml/2006/main">
              <a:ext uri="{FF2B5EF4-FFF2-40B4-BE49-F238E27FC236}">
                <a16:creationId xmlns:a16="http://schemas.microsoft.com/office/drawing/2014/main" id="{EE07586E-095F-4585-A898-B414EB78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38200"/>
            <a:ext cx="3752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C8161E"/>
                </a:solidFill>
              </a:defRPr>
            </a:pPr>
            <a:r>
              <a:rPr sz="11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虚构教学工件｜可用纸面或 Markdown 替代</a:t>
            </a:r>
          </a:p>
        </p:txBody>
      </p:sp>
      <p:sp>
        <p:nvSpPr>
          <p:cNvPr id="7" name="p15-tree">
            <a:extLst xmlns:a="http://schemas.openxmlformats.org/drawingml/2006/main">
              <a:ext uri="{FF2B5EF4-FFF2-40B4-BE49-F238E27FC236}">
                <a16:creationId xmlns:a16="http://schemas.microsoft.com/office/drawing/2014/main" id="{F9100094-7574-47F2-8806-567CF0A0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57300"/>
            <a:ext cx="36957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workflow/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contract.md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inputs/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run.mjs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evaluator.mjs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├─ trace.jsonl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└─ outputs/</a:t>
            </a:r>
          </a:p>
        </p:txBody>
      </p:sp>
      <p:sp>
        <p:nvSpPr>
          <p:cNvPr id="8" name="p15-n0">
            <a:extLst xmlns:a="http://schemas.openxmlformats.org/drawingml/2006/main">
              <a:ext uri="{FF2B5EF4-FFF2-40B4-BE49-F238E27FC236}">
                <a16:creationId xmlns:a16="http://schemas.microsoft.com/office/drawing/2014/main" id="{2ED9BB2E-CBC2-4427-ABC7-847E6045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2954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p15-t0">
            <a:extLst xmlns:a="http://schemas.openxmlformats.org/drawingml/2006/main">
              <a:ext uri="{FF2B5EF4-FFF2-40B4-BE49-F238E27FC236}">
                <a16:creationId xmlns:a16="http://schemas.microsoft.com/office/drawing/2014/main" id="{F6118DA3-BB0B-4228-B104-EB20ED32A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295400"/>
            <a:ext cx="476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读取允许清单</a:t>
            </a:r>
          </a:p>
        </p:txBody>
      </p:sp>
      <p:sp>
        <p:nvSpPr>
          <p:cNvPr id="10" name="p15-n1">
            <a:extLst xmlns:a="http://schemas.openxmlformats.org/drawingml/2006/main">
              <a:ext uri="{FF2B5EF4-FFF2-40B4-BE49-F238E27FC236}">
                <a16:creationId xmlns:a16="http://schemas.microsoft.com/office/drawing/2014/main" id="{F2820D00-5076-4564-8435-D49EB5BB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1336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p15-t1">
            <a:extLst xmlns:a="http://schemas.openxmlformats.org/drawingml/2006/main">
              <a:ext uri="{FF2B5EF4-FFF2-40B4-BE49-F238E27FC236}">
                <a16:creationId xmlns:a16="http://schemas.microsoft.com/office/drawing/2014/main" id="{94237697-7119-4454-9B28-115B3573C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33600"/>
            <a:ext cx="476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生成候选 + trace</a:t>
            </a:r>
          </a:p>
        </p:txBody>
      </p:sp>
      <p:sp>
        <p:nvSpPr>
          <p:cNvPr id="12" name="p15-n2">
            <a:extLst xmlns:a="http://schemas.openxmlformats.org/drawingml/2006/main">
              <a:ext uri="{FF2B5EF4-FFF2-40B4-BE49-F238E27FC236}">
                <a16:creationId xmlns:a16="http://schemas.microsoft.com/office/drawing/2014/main" id="{14EABB0B-9E32-494C-84D8-67FB03B90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9718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15-t2">
            <a:extLst xmlns:a="http://schemas.openxmlformats.org/drawingml/2006/main">
              <a:ext uri="{FF2B5EF4-FFF2-40B4-BE49-F238E27FC236}">
                <a16:creationId xmlns:a16="http://schemas.microsoft.com/office/drawing/2014/main" id="{D86734D5-B1D9-4145-9185-C15CEE06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71800"/>
            <a:ext cx="476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独立评价</a:t>
            </a:r>
          </a:p>
        </p:txBody>
      </p:sp>
      <p:sp>
        <p:nvSpPr>
          <p:cNvPr id="14" name="p15-n3">
            <a:extLst xmlns:a="http://schemas.openxmlformats.org/drawingml/2006/main">
              <a:ext uri="{FF2B5EF4-FFF2-40B4-BE49-F238E27FC236}">
                <a16:creationId xmlns:a16="http://schemas.microsoft.com/office/drawing/2014/main" id="{DDCF2534-6335-4B65-BA62-D5B8D8795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810000"/>
            <a:ext cx="495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p15-t3">
            <a:extLst xmlns:a="http://schemas.openxmlformats.org/drawingml/2006/main">
              <a:ext uri="{FF2B5EF4-FFF2-40B4-BE49-F238E27FC236}">
                <a16:creationId xmlns:a16="http://schemas.microsoft.com/office/drawing/2014/main" id="{066841D7-E900-4AFD-8CB1-BEE0598A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10000"/>
            <a:ext cx="476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人工确认写回</a:t>
            </a:r>
          </a:p>
        </p:txBody>
      </p:sp>
      <p:sp>
        <p:nvSpPr>
          <p:cNvPr id="16" name="p15-bottom">
            <a:extLst xmlns:a="http://schemas.openxmlformats.org/drawingml/2006/main">
              <a:ext uri="{FF2B5EF4-FFF2-40B4-BE49-F238E27FC236}">
                <a16:creationId xmlns:a16="http://schemas.microsoft.com/office/drawing/2014/main" id="{52712C6B-F8FD-4F3A-B448-C19BB9D6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53000"/>
            <a:ext cx="914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原型目标：证明路径可运行或可演示，不证明研究结论成立。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 trace 必须保留越权、处置与恢复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p16-label">
            <a:extLst xmlns:a="http://schemas.openxmlformats.org/drawingml/2006/main">
              <a:ext uri="{FF2B5EF4-FFF2-40B4-BE49-F238E27FC236}">
                <a16:creationId xmlns:a16="http://schemas.microsoft.com/office/drawing/2014/main" id="{8EE1ED0E-84EA-4AFA-96EA-6E7C04FF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83820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课程虚构教学 trace｜非真实运行日志</a:t>
            </a:r>
          </a:p>
        </p:txBody>
      </p:sp>
      <p:sp>
        <p:nvSpPr>
          <p:cNvPr id="7" name="p16-e0">
            <a:extLst xmlns:a="http://schemas.openxmlformats.org/drawingml/2006/main">
              <a:ext uri="{FF2B5EF4-FFF2-40B4-BE49-F238E27FC236}">
                <a16:creationId xmlns:a16="http://schemas.microsoft.com/office/drawing/2014/main" id="{2ED69329-0F00-4FB6-9581-70DC5505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320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19050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09:03｜越权请求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尝试联网补文献</a:t>
            </a:r>
          </a:p>
        </p:txBody>
      </p:sp>
      <p:sp>
        <p:nvSpPr>
          <p:cNvPr id="8" name="p16-a0">
            <a:extLst xmlns:a="http://schemas.openxmlformats.org/drawingml/2006/main">
              <a:ext uri="{FF2B5EF4-FFF2-40B4-BE49-F238E27FC236}">
                <a16:creationId xmlns:a16="http://schemas.microsoft.com/office/drawing/2014/main" id="{4DFBCAA0-A960-4C1C-BA6F-360822290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19300"/>
            <a:ext cx="495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p16-e1">
            <a:extLst xmlns:a="http://schemas.openxmlformats.org/drawingml/2006/main">
              <a:ext uri="{FF2B5EF4-FFF2-40B4-BE49-F238E27FC236}">
                <a16:creationId xmlns:a16="http://schemas.microsoft.com/office/drawing/2014/main" id="{D1F64D31-2D8F-4756-BD0F-2A7A70D3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657350"/>
            <a:ext cx="320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19050">
            <a:solidFill>
              <a:srgbClr val="A86C1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800" b="1">
                <a:solidFill>
                  <a:srgbClr val="A86C12"/>
                </a:solidFill>
              </a:defRPr>
            </a:pPr>
            <a:r>
              <a:rPr sz="18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09:04｜拒绝并记录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800" b="1">
                <a:solidFill>
                  <a:srgbClr val="A86C12"/>
                </a:solidFill>
              </a:defRPr>
            </a:pPr>
            <a:r>
              <a:rPr sz="18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权限不足；保留事件</a:t>
            </a:r>
          </a:p>
        </p:txBody>
      </p:sp>
      <p:sp>
        <p:nvSpPr>
          <p:cNvPr id="10" name="p16-a1">
            <a:extLst xmlns:a="http://schemas.openxmlformats.org/drawingml/2006/main">
              <a:ext uri="{FF2B5EF4-FFF2-40B4-BE49-F238E27FC236}">
                <a16:creationId xmlns:a16="http://schemas.microsoft.com/office/drawing/2014/main" id="{D39B2A54-AE23-4192-A7B4-1AE130C6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019300"/>
            <a:ext cx="495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C8161E"/>
                </a:solidFill>
              </a:defRPr>
            </a:pPr>
            <a:r>
              <a:rPr sz="27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p16-e2">
            <a:extLst xmlns:a="http://schemas.openxmlformats.org/drawingml/2006/main">
              <a:ext uri="{FF2B5EF4-FFF2-40B4-BE49-F238E27FC236}">
                <a16:creationId xmlns:a16="http://schemas.microsoft.com/office/drawing/2014/main" id="{AF5142B3-D3E9-465F-B98E-BFD2B14E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57350"/>
            <a:ext cx="32004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19050">
            <a:solidFill>
              <a:srgbClr val="28745A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8000"/>
              </a:lnSpc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09:06｜人工恢复</a:t>
            </a:r>
          </a:p>
          <a:p xmlns:a="http://schemas.openxmlformats.org/drawingml/2006/main">
            <a:pPr algn="ctr">
              <a:lnSpc>
                <a:spcPct val="128000"/>
              </a:lnSpc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收窄到允许清单</a:t>
            </a:r>
          </a:p>
        </p:txBody>
      </p:sp>
      <p:sp>
        <p:nvSpPr>
          <p:cNvPr id="12" name="p16-log">
            <a:extLst xmlns:a="http://schemas.openxmlformats.org/drawingml/2006/main">
              <a:ext uri="{FF2B5EF4-FFF2-40B4-BE49-F238E27FC236}">
                <a16:creationId xmlns:a16="http://schemas.microsoft.com/office/drawing/2014/main" id="{766FD648-9005-4E7D-A64A-90E74053D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38550"/>
            <a:ext cx="99060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2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trace.jsonl</a:t>
            </a:r>
          </a:p>
          <a:p xmlns:a="http://schemas.openxmlformats.org/drawingml/2006/main">
            <a:pPr algn="ctr">
              <a:lnSpc>
                <a:spcPct val="122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action=network_search   permission=denied</a:t>
            </a:r>
          </a:p>
          <a:p xmlns:a="http://schemas.openxmlformats.org/drawingml/2006/main">
            <a:pPr algn="ctr">
              <a:lnSpc>
                <a:spcPct val="122000"/>
              </a:lnSpc>
              <a:buNone/>
              <a:defRPr sz="1800" b="1">
                <a:solidFill>
                  <a:srgbClr val="18354E"/>
                </a:solidFill>
              </a:defRPr>
            </a:pPr>
            <a:r>
              <a:rPr sz="1800" b="1">
                <a:solidFill>
                  <a:srgbClr val="18354E"/>
                </a:solidFill>
                <a:latin typeface="Consolas"/>
                <a:ea typeface="Consolas"/>
                <a:cs typeface="Consolas"/>
              </a:rPr>
              <a:t>recovery=narrow_scope   reviewer=human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个人实践：18 分钟完成说明与原型草图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time">
            <a:extLst xmlns:a="http://schemas.openxmlformats.org/drawingml/2006/main">
              <a:ext uri="{FF2B5EF4-FFF2-40B4-BE49-F238E27FC236}">
                <a16:creationId xmlns:a16="http://schemas.microsoft.com/office/drawing/2014/main" id="{A1CD2FEF-300B-47BC-98D1-261684D3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00150"/>
            <a:ext cx="358140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C8161E"/>
                </a:solidFill>
              </a:defRPr>
            </a:pPr>
            <a:r>
              <a:rPr sz="48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18:00</a:t>
            </a:r>
          </a:p>
        </p:txBody>
      </p:sp>
      <p:sp>
        <p:nvSpPr>
          <p:cNvPr id="7" name="p17-span">
            <a:extLst xmlns:a="http://schemas.openxmlformats.org/drawingml/2006/main">
              <a:ext uri="{FF2B5EF4-FFF2-40B4-BE49-F238E27FC236}">
                <a16:creationId xmlns:a16="http://schemas.microsoft.com/office/drawing/2014/main" id="{1E12D7FF-F528-436C-8757-042363A3B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3390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60:00-78:00｜停留 P17-P18</a:t>
            </a:r>
          </a:p>
        </p:txBody>
      </p:sp>
      <p:sp>
        <p:nvSpPr>
          <p:cNvPr id="8" name="p17-n0">
            <a:extLst xmlns:a="http://schemas.openxmlformats.org/drawingml/2006/main">
              <a:ext uri="{FF2B5EF4-FFF2-40B4-BE49-F238E27FC236}">
                <a16:creationId xmlns:a16="http://schemas.microsoft.com/office/drawing/2014/main" id="{95C19B56-2199-421A-92F6-B8840B15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1430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p17-t0">
            <a:extLst xmlns:a="http://schemas.openxmlformats.org/drawingml/2006/main">
              <a:ext uri="{FF2B5EF4-FFF2-40B4-BE49-F238E27FC236}">
                <a16:creationId xmlns:a16="http://schemas.microsoft.com/office/drawing/2014/main" id="{D4023F36-21DD-4149-AF45-B707CF56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143000"/>
            <a:ext cx="514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填写八要素契约</a:t>
            </a:r>
          </a:p>
        </p:txBody>
      </p:sp>
      <p:sp>
        <p:nvSpPr>
          <p:cNvPr id="10" name="p17-n1">
            <a:extLst xmlns:a="http://schemas.openxmlformats.org/drawingml/2006/main">
              <a:ext uri="{FF2B5EF4-FFF2-40B4-BE49-F238E27FC236}">
                <a16:creationId xmlns:a16="http://schemas.microsoft.com/office/drawing/2014/main" id="{A4B6424D-6B4D-4E12-A019-B25B7F69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002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p17-t1">
            <a:extLst xmlns:a="http://schemas.openxmlformats.org/drawingml/2006/main">
              <a:ext uri="{FF2B5EF4-FFF2-40B4-BE49-F238E27FC236}">
                <a16:creationId xmlns:a16="http://schemas.microsoft.com/office/drawing/2014/main" id="{5B2F0483-667C-42B8-AB12-E755030F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000250"/>
            <a:ext cx="514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画目录树 / 流程图</a:t>
            </a:r>
          </a:p>
        </p:txBody>
      </p:sp>
      <p:sp>
        <p:nvSpPr>
          <p:cNvPr id="12" name="p17-n2">
            <a:extLst xmlns:a="http://schemas.openxmlformats.org/drawingml/2006/main">
              <a:ext uri="{FF2B5EF4-FFF2-40B4-BE49-F238E27FC236}">
                <a16:creationId xmlns:a16="http://schemas.microsoft.com/office/drawing/2014/main" id="{2D397449-65B7-40FA-8036-977C8981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5750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17-t2">
            <a:extLst xmlns:a="http://schemas.openxmlformats.org/drawingml/2006/main">
              <a:ext uri="{FF2B5EF4-FFF2-40B4-BE49-F238E27FC236}">
                <a16:creationId xmlns:a16="http://schemas.microsoft.com/office/drawing/2014/main" id="{46D32A91-860A-4289-9158-DA0630626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57500"/>
            <a:ext cx="514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 baseline、指标、确认点</a:t>
            </a:r>
          </a:p>
        </p:txBody>
      </p:sp>
      <p:sp>
        <p:nvSpPr>
          <p:cNvPr id="14" name="p17-n3">
            <a:extLst xmlns:a="http://schemas.openxmlformats.org/drawingml/2006/main">
              <a:ext uri="{FF2B5EF4-FFF2-40B4-BE49-F238E27FC236}">
                <a16:creationId xmlns:a16="http://schemas.microsoft.com/office/drawing/2014/main" id="{8AAE41A1-15E6-4B7C-99BA-F8ABCD68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14750"/>
            <a:ext cx="51435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p17-t3">
            <a:extLst xmlns:a="http://schemas.openxmlformats.org/drawingml/2006/main">
              <a:ext uri="{FF2B5EF4-FFF2-40B4-BE49-F238E27FC236}">
                <a16:creationId xmlns:a16="http://schemas.microsoft.com/office/drawing/2014/main" id="{B387D60D-D81E-4264-B92F-49320B56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714750"/>
            <a:ext cx="5143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预留失败与 trace 位置</a:t>
            </a:r>
          </a:p>
        </p:txBody>
      </p:sp>
      <p:sp>
        <p:nvSpPr>
          <p:cNvPr id="16" name="p17-fallback">
            <a:extLst xmlns:a="http://schemas.openxmlformats.org/drawingml/2006/main">
              <a:ext uri="{FF2B5EF4-FFF2-40B4-BE49-F238E27FC236}">
                <a16:creationId xmlns:a16="http://schemas.microsoft.com/office/drawing/2014/main" id="{7587656F-A519-4010-A3B1-ECD5DE3A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953000"/>
            <a:ext cx="8724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无环境：Markdown / 纸面完成同字段；不逐台排障。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八要素自检是验证门的设计前置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0">
            <a:extLst xmlns:a="http://schemas.openxmlformats.org/drawingml/2006/main">
              <a:ext uri="{FF2B5EF4-FFF2-40B4-BE49-F238E27FC236}">
                <a16:creationId xmlns:a16="http://schemas.microsoft.com/office/drawing/2014/main" id="{5940265F-5E98-4BA9-948B-4AB46B41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1 任务契约｜成功 + 禁止</a:t>
            </a:r>
          </a:p>
        </p:txBody>
      </p:sp>
      <p:sp>
        <p:nvSpPr>
          <p:cNvPr id="7" name="p18-1">
            <a:extLst xmlns:a="http://schemas.openxmlformats.org/drawingml/2006/main">
              <a:ext uri="{FF2B5EF4-FFF2-40B4-BE49-F238E27FC236}">
                <a16:creationId xmlns:a16="http://schemas.microsoft.com/office/drawing/2014/main" id="{EA88B73C-DFAD-4465-90DD-08CEB40F1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2 Context｜材料最小</a:t>
            </a:r>
          </a:p>
        </p:txBody>
      </p:sp>
      <p:sp>
        <p:nvSpPr>
          <p:cNvPr id="8" name="p18-2">
            <a:extLst xmlns:a="http://schemas.openxmlformats.org/drawingml/2006/main">
              <a:ext uri="{FF2B5EF4-FFF2-40B4-BE49-F238E27FC236}">
                <a16:creationId xmlns:a16="http://schemas.microsoft.com/office/drawing/2014/main" id="{A7CB42BA-7326-4B64-98B5-9DBB9009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3 Memory｜写回工件</a:t>
            </a:r>
          </a:p>
        </p:txBody>
      </p:sp>
      <p:sp>
        <p:nvSpPr>
          <p:cNvPr id="9" name="p18-3">
            <a:extLst xmlns:a="http://schemas.openxmlformats.org/drawingml/2006/main">
              <a:ext uri="{FF2B5EF4-FFF2-40B4-BE49-F238E27FC236}">
                <a16:creationId xmlns:a16="http://schemas.microsoft.com/office/drawing/2014/main" id="{919AC029-9DDB-44EE-81F0-57E10009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4 权限｜分档 + 确认</a:t>
            </a:r>
          </a:p>
        </p:txBody>
      </p:sp>
      <p:sp>
        <p:nvSpPr>
          <p:cNvPr id="10" name="p18-4">
            <a:extLst xmlns:a="http://schemas.openxmlformats.org/drawingml/2006/main">
              <a:ext uri="{FF2B5EF4-FFF2-40B4-BE49-F238E27FC236}">
                <a16:creationId xmlns:a16="http://schemas.microsoft.com/office/drawing/2014/main" id="{0D82DA1B-C98E-4A4F-AF08-5D1B1805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02870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5 循环｜预算 + 停止</a:t>
            </a:r>
          </a:p>
        </p:txBody>
      </p:sp>
      <p:sp>
        <p:nvSpPr>
          <p:cNvPr id="11" name="p18-5">
            <a:extLst xmlns:a="http://schemas.openxmlformats.org/drawingml/2006/main">
              <a:ext uri="{FF2B5EF4-FFF2-40B4-BE49-F238E27FC236}">
                <a16:creationId xmlns:a16="http://schemas.microsoft.com/office/drawing/2014/main" id="{22DA6359-1AFC-4A15-AD0F-89D502B0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6 追踪｜证据 / 实验 ID</a:t>
            </a:r>
          </a:p>
        </p:txBody>
      </p:sp>
      <p:sp>
        <p:nvSpPr>
          <p:cNvPr id="12" name="p18-6">
            <a:extLst xmlns:a="http://schemas.openxmlformats.org/drawingml/2006/main">
              <a:ext uri="{FF2B5EF4-FFF2-40B4-BE49-F238E27FC236}">
                <a16:creationId xmlns:a16="http://schemas.microsoft.com/office/drawing/2014/main" id="{10146635-463E-4A1F-87C8-CA9251F6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□  7 Evals｜baseline + 人工</a:t>
            </a:r>
          </a:p>
        </p:txBody>
      </p:sp>
      <p:sp>
        <p:nvSpPr>
          <p:cNvPr id="13" name="p18-7">
            <a:extLst xmlns:a="http://schemas.openxmlformats.org/drawingml/2006/main">
              <a:ext uri="{FF2B5EF4-FFF2-40B4-BE49-F238E27FC236}">
                <a16:creationId xmlns:a16="http://schemas.microsoft.com/office/drawing/2014/main" id="{51590A99-9832-43F5-A725-878BB00C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71850"/>
            <a:ext cx="52197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9525">
            <a:solidFill>
              <a:srgbClr val="C8161E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□  8 恢复｜保留 + 回退</a:t>
            </a:r>
          </a:p>
        </p:txBody>
      </p:sp>
      <p:sp>
        <p:nvSpPr>
          <p:cNvPr id="14" name="p18-bottom">
            <a:extLst xmlns:a="http://schemas.openxmlformats.org/drawingml/2006/main">
              <a:ext uri="{FF2B5EF4-FFF2-40B4-BE49-F238E27FC236}">
                <a16:creationId xmlns:a16="http://schemas.microsoft.com/office/drawing/2014/main" id="{B640FD12-AFAF-471E-8E9F-643EFF37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62500"/>
            <a:ext cx="9144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设计前置 ≠ 验证门完成｜第 13 课还要实际运行、评价、报告与回写。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同伴只问边界、越权与 baseline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n0">
            <a:extLst xmlns:a="http://schemas.openxmlformats.org/drawingml/2006/main">
              <a:ext uri="{FF2B5EF4-FFF2-40B4-BE49-F238E27FC236}">
                <a16:creationId xmlns:a16="http://schemas.microsoft.com/office/drawing/2014/main" id="{77F85A53-7508-4894-AB39-E830CE9DB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533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p19-a0">
            <a:extLst xmlns:a="http://schemas.openxmlformats.org/drawingml/2006/main">
              <a:ext uri="{FF2B5EF4-FFF2-40B4-BE49-F238E27FC236}">
                <a16:creationId xmlns:a16="http://schemas.microsoft.com/office/drawing/2014/main" id="{A0073D4D-7009-45C5-9BC7-70B14B1A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143000"/>
            <a:ext cx="1638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边界</a:t>
            </a:r>
          </a:p>
        </p:txBody>
      </p:sp>
      <p:sp>
        <p:nvSpPr>
          <p:cNvPr id="8" name="p19-b0">
            <a:extLst xmlns:a="http://schemas.openxmlformats.org/drawingml/2006/main">
              <a:ext uri="{FF2B5EF4-FFF2-40B4-BE49-F238E27FC236}">
                <a16:creationId xmlns:a16="http://schemas.microsoft.com/office/drawing/2014/main" id="{AF54B77E-8A14-4E2F-A96A-AF59027E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143000"/>
            <a:ext cx="7848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什么动作不应由 Agent 决定？</a:t>
            </a:r>
          </a:p>
        </p:txBody>
      </p:sp>
      <p:sp>
        <p:nvSpPr>
          <p:cNvPr id="9" name="p19-n1">
            <a:extLst xmlns:a="http://schemas.openxmlformats.org/drawingml/2006/main">
              <a:ext uri="{FF2B5EF4-FFF2-40B4-BE49-F238E27FC236}">
                <a16:creationId xmlns:a16="http://schemas.microsoft.com/office/drawing/2014/main" id="{4684A542-D7E3-4CDA-A512-BEE87EEA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533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19-a1">
            <a:extLst xmlns:a="http://schemas.openxmlformats.org/drawingml/2006/main">
              <a:ext uri="{FF2B5EF4-FFF2-40B4-BE49-F238E27FC236}">
                <a16:creationId xmlns:a16="http://schemas.microsoft.com/office/drawing/2014/main" id="{F3FF9694-7A7F-4D6D-A442-7ECB44C9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247900"/>
            <a:ext cx="1638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越权</a:t>
            </a:r>
          </a:p>
        </p:txBody>
      </p:sp>
      <p:sp>
        <p:nvSpPr>
          <p:cNvPr id="11" name="p19-b1">
            <a:extLst xmlns:a="http://schemas.openxmlformats.org/drawingml/2006/main">
              <a:ext uri="{FF2B5EF4-FFF2-40B4-BE49-F238E27FC236}">
                <a16:creationId xmlns:a16="http://schemas.microsoft.com/office/drawing/2014/main" id="{D5BF8C55-EC0E-4AB3-8157-EC6F0E60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47900"/>
            <a:ext cx="7848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哪一步可能升级权限或外部写入？</a:t>
            </a:r>
          </a:p>
        </p:txBody>
      </p:sp>
      <p:sp>
        <p:nvSpPr>
          <p:cNvPr id="12" name="p19-n2">
            <a:extLst xmlns:a="http://schemas.openxmlformats.org/drawingml/2006/main">
              <a:ext uri="{FF2B5EF4-FFF2-40B4-BE49-F238E27FC236}">
                <a16:creationId xmlns:a16="http://schemas.microsoft.com/office/drawing/2014/main" id="{AEC645DC-D828-4028-96AA-3BD47610B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5334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p19-a2">
            <a:extLst xmlns:a="http://schemas.openxmlformats.org/drawingml/2006/main">
              <a:ext uri="{FF2B5EF4-FFF2-40B4-BE49-F238E27FC236}">
                <a16:creationId xmlns:a16="http://schemas.microsoft.com/office/drawing/2014/main" id="{25B9D488-47E0-4649-ABE6-81B3A172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352800"/>
            <a:ext cx="16383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baseline</a:t>
            </a:r>
          </a:p>
        </p:txBody>
      </p:sp>
      <p:sp>
        <p:nvSpPr>
          <p:cNvPr id="14" name="p19-b2">
            <a:extLst xmlns:a="http://schemas.openxmlformats.org/drawingml/2006/main">
              <a:ext uri="{FF2B5EF4-FFF2-40B4-BE49-F238E27FC236}">
                <a16:creationId xmlns:a16="http://schemas.microsoft.com/office/drawing/2014/main" id="{291ED83E-3643-434F-ACFA-A1F2FD5C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52800"/>
            <a:ext cx="78486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63746"/>
                </a:solidFill>
              </a:defRPr>
            </a:pPr>
            <a:r>
              <a:rPr sz="17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改进与什么公平参照比较？</a:t>
            </a:r>
          </a:p>
        </p:txBody>
      </p:sp>
      <p:sp>
        <p:nvSpPr>
          <p:cNvPr id="15" name="p19-status">
            <a:extLst xmlns:a="http://schemas.openxmlformats.org/drawingml/2006/main">
              <a:ext uri="{FF2B5EF4-FFF2-40B4-BE49-F238E27FC236}">
                <a16:creationId xmlns:a16="http://schemas.microsoft.com/office/drawing/2014/main" id="{9D8C6540-82EE-4976-80F9-77A4888E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762500"/>
            <a:ext cx="88773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作者处理：采纳｜拒绝｜暂缓；每项写理由，不形成共同提交。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summary-12-number-0">
            <a:extLst xmlns:a="http://schemas.openxmlformats.org/drawingml/2006/main">
              <a:ext uri="{FF2B5EF4-FFF2-40B4-BE49-F238E27FC236}">
                <a16:creationId xmlns:a16="http://schemas.microsoft.com/office/drawing/2014/main" id="{D78215B2-9BBD-44A0-A481-771CEC7F0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summary-12-heading-0">
            <a:extLst xmlns:a="http://schemas.openxmlformats.org/drawingml/2006/main">
              <a:ext uri="{FF2B5EF4-FFF2-40B4-BE49-F238E27FC236}">
                <a16:creationId xmlns:a16="http://schemas.microsoft.com/office/drawing/2014/main" id="{0D5E136E-8ADC-42DC-B953-0BCEFE32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八要素契约</a:t>
            </a:r>
          </a:p>
        </p:txBody>
      </p:sp>
      <p:sp>
        <p:nvSpPr>
          <p:cNvPr id="8" name="summary-12-detail-0">
            <a:extLst xmlns:a="http://schemas.openxmlformats.org/drawingml/2006/main">
              <a:ext uri="{FF2B5EF4-FFF2-40B4-BE49-F238E27FC236}">
                <a16:creationId xmlns:a16="http://schemas.microsoft.com/office/drawing/2014/main" id="{08CDBF7F-8C6A-49D1-93E4-EA1D8960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任务、Context、状态、权限、循环、追踪、Evals 与恢复</a:t>
            </a:r>
          </a:p>
        </p:txBody>
      </p:sp>
      <p:sp>
        <p:nvSpPr>
          <p:cNvPr id="9" name="summary-12-number-1">
            <a:extLst xmlns:a="http://schemas.openxmlformats.org/drawingml/2006/main">
              <a:ext uri="{FF2B5EF4-FFF2-40B4-BE49-F238E27FC236}">
                <a16:creationId xmlns:a16="http://schemas.microsoft.com/office/drawing/2014/main" id="{9018E1D4-E229-4995-8C22-68B07108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summary-12-heading-1">
            <a:extLst xmlns:a="http://schemas.openxmlformats.org/drawingml/2006/main">
              <a:ext uri="{FF2B5EF4-FFF2-40B4-BE49-F238E27FC236}">
                <a16:creationId xmlns:a16="http://schemas.microsoft.com/office/drawing/2014/main" id="{EC5CDAE9-424C-472F-802A-6C516A08B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权限设计</a:t>
            </a:r>
          </a:p>
        </p:txBody>
      </p:sp>
      <p:sp>
        <p:nvSpPr>
          <p:cNvPr id="11" name="summary-12-detail-1">
            <a:extLst xmlns:a="http://schemas.openxmlformats.org/drawingml/2006/main">
              <a:ext uri="{FF2B5EF4-FFF2-40B4-BE49-F238E27FC236}">
                <a16:creationId xmlns:a16="http://schemas.microsoft.com/office/drawing/2014/main" id="{5E50C65D-1374-4942-872B-944F7CC1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工具能力与风险分层，越权和外部动作设置确认点</a:t>
            </a:r>
          </a:p>
        </p:txBody>
      </p:sp>
      <p:sp>
        <p:nvSpPr>
          <p:cNvPr id="12" name="summary-12-number-2">
            <a:extLst xmlns:a="http://schemas.openxmlformats.org/drawingml/2006/main">
              <a:ext uri="{FF2B5EF4-FFF2-40B4-BE49-F238E27FC236}">
                <a16:creationId xmlns:a16="http://schemas.microsoft.com/office/drawing/2014/main" id="{E726554D-4418-462F-9C62-DCD294C4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summary-12-heading-2">
            <a:extLst xmlns:a="http://schemas.openxmlformats.org/drawingml/2006/main">
              <a:ext uri="{FF2B5EF4-FFF2-40B4-BE49-F238E27FC236}">
                <a16:creationId xmlns:a16="http://schemas.microsoft.com/office/drawing/2014/main" id="{C974AAFF-E126-43E0-AE84-D4284113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独立 Evals</a:t>
            </a:r>
          </a:p>
        </p:txBody>
      </p:sp>
      <p:sp>
        <p:nvSpPr>
          <p:cNvPr id="14" name="summary-12-detail-2">
            <a:extLst xmlns:a="http://schemas.openxmlformats.org/drawingml/2006/main">
              <a:ext uri="{FF2B5EF4-FFF2-40B4-BE49-F238E27FC236}">
                <a16:creationId xmlns:a16="http://schemas.microsoft.com/office/drawing/2014/main" id="{C11B0548-7190-4252-B380-EC2C0059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baseline、指标、对照与人工审核独立于执行器</a:t>
            </a:r>
          </a:p>
        </p:txBody>
      </p:sp>
      <p:sp>
        <p:nvSpPr>
          <p:cNvPr id="15" name="summary-12-number-3">
            <a:extLst xmlns:a="http://schemas.openxmlformats.org/drawingml/2006/main">
              <a:ext uri="{FF2B5EF4-FFF2-40B4-BE49-F238E27FC236}">
                <a16:creationId xmlns:a16="http://schemas.microsoft.com/office/drawing/2014/main" id="{156218B8-F229-473F-8EC5-E7A1A285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summary-12-heading-3">
            <a:extLst xmlns:a="http://schemas.openxmlformats.org/drawingml/2006/main">
              <a:ext uri="{FF2B5EF4-FFF2-40B4-BE49-F238E27FC236}">
                <a16:creationId xmlns:a16="http://schemas.microsoft.com/office/drawing/2014/main" id="{21A76C02-98D8-43E0-884F-5E60FC94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失败恢复</a:t>
            </a:r>
          </a:p>
        </p:txBody>
      </p:sp>
      <p:sp>
        <p:nvSpPr>
          <p:cNvPr id="17" name="summary-12-detail-3">
            <a:extLst xmlns:a="http://schemas.openxmlformats.org/drawingml/2006/main">
              <a:ext uri="{FF2B5EF4-FFF2-40B4-BE49-F238E27FC236}">
                <a16:creationId xmlns:a16="http://schemas.microsoft.com/office/drawing/2014/main" id="{BEEEDC8A-328A-4C28-A543-04B9066D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 trace、回退到稳定状态，并记录恢复后的核验</a:t>
            </a:r>
          </a:p>
        </p:txBody>
      </p:sp>
      <p:sp>
        <p:nvSpPr>
          <p:cNvPr id="18" name="summary-12-boundary">
            <a:extLst xmlns:a="http://schemas.openxmlformats.org/drawingml/2006/main">
              <a:ext uri="{FF2B5EF4-FFF2-40B4-BE49-F238E27FC236}">
                <a16:creationId xmlns:a16="http://schemas.microsoft.com/office/drawing/2014/main" id="{AA9F3F7E-9F93-41AB-9990-656D9230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9867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关键边界：工作流设计只证明路径可运行或可演示，不能替代实际评价，也不能自动决定研究价值。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退出卡：把设计带到第 13 课实际验证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p20-left-title">
            <a:extLst xmlns:a="http://schemas.openxmlformats.org/drawingml/2006/main">
              <a:ext uri="{FF2B5EF4-FFF2-40B4-BE49-F238E27FC236}">
                <a16:creationId xmlns:a16="http://schemas.microsoft.com/office/drawing/2014/main" id="{94A62A7F-F181-44A1-93DF-CF664354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9650"/>
            <a:ext cx="4914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退出卡｜现在能回答</a:t>
            </a:r>
          </a:p>
        </p:txBody>
      </p:sp>
      <p:sp>
        <p:nvSpPr>
          <p:cNvPr id="7" name="p20-n0">
            <a:extLst xmlns:a="http://schemas.openxmlformats.org/drawingml/2006/main">
              <a:ext uri="{FF2B5EF4-FFF2-40B4-BE49-F238E27FC236}">
                <a16:creationId xmlns:a16="http://schemas.microsoft.com/office/drawing/2014/main" id="{A241A69B-97FA-468F-ADB3-F1F5008A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8" name="p20-t0">
            <a:extLst xmlns:a="http://schemas.openxmlformats.org/drawingml/2006/main">
              <a:ext uri="{FF2B5EF4-FFF2-40B4-BE49-F238E27FC236}">
                <a16:creationId xmlns:a16="http://schemas.microsoft.com/office/drawing/2014/main" id="{2D5F7C62-FA88-4D0A-A366-F53A39C4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35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我的工作流最危险的权限是？</a:t>
            </a:r>
          </a:p>
        </p:txBody>
      </p:sp>
      <p:sp>
        <p:nvSpPr>
          <p:cNvPr id="9" name="p20-n1">
            <a:extLst xmlns:a="http://schemas.openxmlformats.org/drawingml/2006/main">
              <a:ext uri="{FF2B5EF4-FFF2-40B4-BE49-F238E27FC236}">
                <a16:creationId xmlns:a16="http://schemas.microsoft.com/office/drawing/2014/main" id="{6B130874-DC53-4F64-90AE-A0C3AFECB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p20-t1">
            <a:extLst xmlns:a="http://schemas.openxmlformats.org/drawingml/2006/main">
              <a:ext uri="{FF2B5EF4-FFF2-40B4-BE49-F238E27FC236}">
                <a16:creationId xmlns:a16="http://schemas.microsoft.com/office/drawing/2014/main" id="{836415F6-9793-4FA0-9BF2-F9721554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59080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哪项八要素仍为空？</a:t>
            </a:r>
          </a:p>
        </p:txBody>
      </p:sp>
      <p:sp>
        <p:nvSpPr>
          <p:cNvPr id="11" name="p20-n2">
            <a:extLst xmlns:a="http://schemas.openxmlformats.org/drawingml/2006/main">
              <a:ext uri="{FF2B5EF4-FFF2-40B4-BE49-F238E27FC236}">
                <a16:creationId xmlns:a16="http://schemas.microsoft.com/office/drawing/2014/main" id="{C32C02EA-66A7-437B-B7FF-934A270C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p20-t2">
            <a:extLst xmlns:a="http://schemas.openxmlformats.org/drawingml/2006/main">
              <a:ext uri="{FF2B5EF4-FFF2-40B4-BE49-F238E27FC236}">
                <a16:creationId xmlns:a16="http://schemas.microsoft.com/office/drawing/2014/main" id="{3E194687-D7B7-45F6-84EB-D548F3A7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4480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第 13 课先验证哪一步？</a:t>
            </a:r>
          </a:p>
        </p:txBody>
      </p:sp>
      <p:sp>
        <p:nvSpPr>
          <p:cNvPr id="13" name="p20-arrow">
            <a:extLst xmlns:a="http://schemas.openxmlformats.org/drawingml/2006/main">
              <a:ext uri="{FF2B5EF4-FFF2-40B4-BE49-F238E27FC236}">
                <a16:creationId xmlns:a16="http://schemas.microsoft.com/office/drawing/2014/main" id="{9AF1FFE2-5E5B-44B1-9EBF-1ECDAD0BC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571750"/>
            <a:ext cx="781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C8161E"/>
                </a:solidFill>
              </a:defRPr>
            </a:pPr>
            <a:r>
              <a:rPr sz="30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p20-right-title">
            <a:extLst xmlns:a="http://schemas.openxmlformats.org/drawingml/2006/main">
              <a:ext uri="{FF2B5EF4-FFF2-40B4-BE49-F238E27FC236}">
                <a16:creationId xmlns:a16="http://schemas.microsoft.com/office/drawing/2014/main" id="{0CB90EA5-2FF1-45FF-A3F1-02A35A3CC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0096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 13 课｜实际验证</a:t>
            </a:r>
          </a:p>
        </p:txBody>
      </p:sp>
      <p:sp>
        <p:nvSpPr>
          <p:cNvPr id="15" name="p20-r0-l">
            <a:extLst xmlns:a="http://schemas.openxmlformats.org/drawingml/2006/main">
              <a:ext uri="{FF2B5EF4-FFF2-40B4-BE49-F238E27FC236}">
                <a16:creationId xmlns:a16="http://schemas.microsoft.com/office/drawing/2014/main" id="{B0976F39-7EF9-4916-A233-E90B1422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6764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p20-r0-t">
            <a:extLst xmlns:a="http://schemas.openxmlformats.org/drawingml/2006/main">
              <a:ext uri="{FF2B5EF4-FFF2-40B4-BE49-F238E27FC236}">
                <a16:creationId xmlns:a16="http://schemas.microsoft.com/office/drawing/2014/main" id="{C6279C6A-E408-4D00-91FE-4EAD45E9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676400"/>
            <a:ext cx="3981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运行或演示原型</a:t>
            </a:r>
          </a:p>
        </p:txBody>
      </p:sp>
      <p:sp>
        <p:nvSpPr>
          <p:cNvPr id="17" name="p20-r1-l">
            <a:extLst xmlns:a="http://schemas.openxmlformats.org/drawingml/2006/main">
              <a:ext uri="{FF2B5EF4-FFF2-40B4-BE49-F238E27FC236}">
                <a16:creationId xmlns:a16="http://schemas.microsoft.com/office/drawing/2014/main" id="{E6B5EADD-94F2-4448-993D-7B740C64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241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p20-r1-t">
            <a:extLst xmlns:a="http://schemas.openxmlformats.org/drawingml/2006/main">
              <a:ext uri="{FF2B5EF4-FFF2-40B4-BE49-F238E27FC236}">
                <a16:creationId xmlns:a16="http://schemas.microsoft.com/office/drawing/2014/main" id="{AEC38AC2-AA65-4C71-B11A-E0D54ABF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24100"/>
            <a:ext cx="3981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完成 baseline / 对照评价</a:t>
            </a:r>
          </a:p>
        </p:txBody>
      </p:sp>
      <p:sp>
        <p:nvSpPr>
          <p:cNvPr id="19" name="p20-r2-l">
            <a:extLst xmlns:a="http://schemas.openxmlformats.org/drawingml/2006/main">
              <a:ext uri="{FF2B5EF4-FFF2-40B4-BE49-F238E27FC236}">
                <a16:creationId xmlns:a16="http://schemas.microsoft.com/office/drawing/2014/main" id="{1032F6A6-D6F4-4987-8FDB-6561A436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718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p20-r2-t">
            <a:extLst xmlns:a="http://schemas.openxmlformats.org/drawingml/2006/main">
              <a:ext uri="{FF2B5EF4-FFF2-40B4-BE49-F238E27FC236}">
                <a16:creationId xmlns:a16="http://schemas.microsoft.com/office/drawing/2014/main" id="{3FBB9DB1-D7C3-4352-9773-E947B875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71800"/>
            <a:ext cx="3981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保留失败与人工审核记录</a:t>
            </a:r>
          </a:p>
        </p:txBody>
      </p:sp>
      <p:sp>
        <p:nvSpPr>
          <p:cNvPr id="21" name="p20-r3-l">
            <a:extLst xmlns:a="http://schemas.openxmlformats.org/drawingml/2006/main">
              <a:ext uri="{FF2B5EF4-FFF2-40B4-BE49-F238E27FC236}">
                <a16:creationId xmlns:a16="http://schemas.microsoft.com/office/drawing/2014/main" id="{E04F4E94-64AF-48EA-88EB-9E38629D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195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p20-r3-t">
            <a:extLst xmlns:a="http://schemas.openxmlformats.org/drawingml/2006/main">
              <a:ext uri="{FF2B5EF4-FFF2-40B4-BE49-F238E27FC236}">
                <a16:creationId xmlns:a16="http://schemas.microsoft.com/office/drawing/2014/main" id="{1FDDF4D5-63CC-4EF7-9EFE-2C619E86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19500"/>
            <a:ext cx="3981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写实际影响报告</a:t>
            </a:r>
          </a:p>
        </p:txBody>
      </p:sp>
      <p:sp>
        <p:nvSpPr>
          <p:cNvPr id="23" name="p20-r4-l">
            <a:extLst xmlns:a="http://schemas.openxmlformats.org/drawingml/2006/main">
              <a:ext uri="{FF2B5EF4-FFF2-40B4-BE49-F238E27FC236}">
                <a16:creationId xmlns:a16="http://schemas.microsoft.com/office/drawing/2014/main" id="{3626E658-1B3B-48EA-A1F6-3CD6FA04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267200"/>
            <a:ext cx="4953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4" name="p20-r4-t">
            <a:extLst xmlns:a="http://schemas.openxmlformats.org/drawingml/2006/main">
              <a:ext uri="{FF2B5EF4-FFF2-40B4-BE49-F238E27FC236}">
                <a16:creationId xmlns:a16="http://schemas.microsoft.com/office/drawing/2014/main" id="{DF12A6B2-8DBD-4FF2-A9DF-2E8F1991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67200"/>
            <a:ext cx="3981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回写证据与合规边界</a:t>
            </a:r>
          </a:p>
        </p:txBody>
      </p:sp>
      <p:sp>
        <p:nvSpPr>
          <p:cNvPr id="25" name="p20-bottom">
            <a:extLst xmlns:a="http://schemas.openxmlformats.org/drawingml/2006/main">
              <a:ext uri="{FF2B5EF4-FFF2-40B4-BE49-F238E27FC236}">
                <a16:creationId xmlns:a16="http://schemas.microsoft.com/office/drawing/2014/main" id="{ACFF8AB7-8079-4911-A331-97469866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10210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本课不正式提交；保留当前个人项目版本，下一课按 Checkpoint 3 十项条件验证。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2026-08-20T15:33:24.7980000Z</dcterms:created>
  <dcterms:modified xsi:type="dcterms:W3CDTF">2026-08-20T15:33:24.7980000Z</dcterms:modified>
</coreProperties>
</file>