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1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2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3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5e8082dcab946d5" /><Relationship Type="http://schemas.openxmlformats.org/officeDocument/2006/relationships/extended-properties" Target="/docProps/app.xml" Id="R70b69537760c4ccb" /><Relationship Type="http://schemas.openxmlformats.org/officeDocument/2006/relationships/officeDocument" Target="/ppt/presentation.xml" Id="R816b3ba25f2d467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ca50eabc6b64644"/>
  </p:sldMasterIdLst>
  <p:notesMasterIdLst>
    <p:notesMasterId xmlns:r="http://schemas.openxmlformats.org/officeDocument/2006/relationships" r:id="R744262a8c35a493c"/>
  </p:notesMasterIdLst>
  <p:sldIdLst>
    <p:sldId xmlns:r="http://schemas.openxmlformats.org/officeDocument/2006/relationships" id="256" r:id="R22ca6d53977a417d"/>
    <p:sldId xmlns:r="http://schemas.openxmlformats.org/officeDocument/2006/relationships" id="257" r:id="R8f5af7a9b6af4d79"/>
    <p:sldId xmlns:r="http://schemas.openxmlformats.org/officeDocument/2006/relationships" id="258" r:id="Rb1efaed365934074"/>
    <p:sldId xmlns:r="http://schemas.openxmlformats.org/officeDocument/2006/relationships" id="259" r:id="R55259e30f440452d"/>
    <p:sldId xmlns:r="http://schemas.openxmlformats.org/officeDocument/2006/relationships" id="260" r:id="R2af68e944b654279"/>
    <p:sldId xmlns:r="http://schemas.openxmlformats.org/officeDocument/2006/relationships" id="261" r:id="R2c1ef11b45a04b9c"/>
    <p:sldId xmlns:r="http://schemas.openxmlformats.org/officeDocument/2006/relationships" id="262" r:id="R0ce5838fd798432d"/>
    <p:sldId xmlns:r="http://schemas.openxmlformats.org/officeDocument/2006/relationships" id="263" r:id="Raee23e8df57e4573"/>
    <p:sldId xmlns:r="http://schemas.openxmlformats.org/officeDocument/2006/relationships" id="264" r:id="R9bf3f2b1011e4516"/>
    <p:sldId xmlns:r="http://schemas.openxmlformats.org/officeDocument/2006/relationships" id="265" r:id="Rfc1acaed73f74dfb"/>
    <p:sldId xmlns:r="http://schemas.openxmlformats.org/officeDocument/2006/relationships" id="266" r:id="Rd04efa2ecbc04465"/>
    <p:sldId xmlns:r="http://schemas.openxmlformats.org/officeDocument/2006/relationships" id="267" r:id="Rd7433a660ca54245"/>
    <p:sldId xmlns:r="http://schemas.openxmlformats.org/officeDocument/2006/relationships" id="268" r:id="R720e5fbcbe014f0e"/>
    <p:sldId xmlns:r="http://schemas.openxmlformats.org/officeDocument/2006/relationships" id="269" r:id="R6fc098c76b6645c0"/>
    <p:sldId xmlns:r="http://schemas.openxmlformats.org/officeDocument/2006/relationships" id="270" r:id="R3a227b77451846fe"/>
    <p:sldId xmlns:r="http://schemas.openxmlformats.org/officeDocument/2006/relationships" id="271" r:id="Re06b5af9b247464e"/>
    <p:sldId xmlns:r="http://schemas.openxmlformats.org/officeDocument/2006/relationships" id="272" r:id="R03c8e8ce7cb54d83"/>
    <p:sldId xmlns:r="http://schemas.openxmlformats.org/officeDocument/2006/relationships" id="273" r:id="Rb202783f8d14436f"/>
    <p:sldId xmlns:r="http://schemas.openxmlformats.org/officeDocument/2006/relationships" id="274" r:id="R43c304fe79d04ff4"/>
    <p:sldId xmlns:r="http://schemas.openxmlformats.org/officeDocument/2006/relationships" id="275" r:id="R5489c9905ba542b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浅色样式 3 - 强调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3e23317fe5d43ff" /><Relationship Type="http://schemas.openxmlformats.org/officeDocument/2006/relationships/slideMaster" Target="/ppt/slideMasters/slideMaster1.xml" Id="R9ca50eabc6b64644" /><Relationship Type="http://schemas.openxmlformats.org/officeDocument/2006/relationships/notesMaster" Target="/ppt/notesMasters/notesMaster1.xml" Id="R744262a8c35a493c" /><Relationship Type="http://schemas.openxmlformats.org/officeDocument/2006/relationships/presProps" Target="/ppt/presProps.xml" Id="Rc8ec614ac75c4e92" /><Relationship Type="http://schemas.openxmlformats.org/officeDocument/2006/relationships/viewProps" Target="/ppt/viewProps.xml" Id="R0fc6a279d7e34418" /><Relationship Type="http://schemas.openxmlformats.org/officeDocument/2006/relationships/tableStyles" Target="/ppt/tableStyles.xml" Id="R351f3b430bc641ce" /><Relationship Type="http://schemas.openxmlformats.org/officeDocument/2006/relationships/slide" Target="/ppt/slides/slide1.xml" Id="R22ca6d53977a417d" /><Relationship Type="http://schemas.openxmlformats.org/officeDocument/2006/relationships/slide" Target="/ppt/slides/slide2.xml" Id="R8f5af7a9b6af4d79" /><Relationship Type="http://schemas.openxmlformats.org/officeDocument/2006/relationships/slide" Target="/ppt/slides/slide3.xml" Id="Rb1efaed365934074" /><Relationship Type="http://schemas.openxmlformats.org/officeDocument/2006/relationships/slide" Target="/ppt/slides/slide4.xml" Id="R55259e30f440452d" /><Relationship Type="http://schemas.openxmlformats.org/officeDocument/2006/relationships/slide" Target="/ppt/slides/slide5.xml" Id="R2af68e944b654279" /><Relationship Type="http://schemas.openxmlformats.org/officeDocument/2006/relationships/slide" Target="/ppt/slides/slide6.xml" Id="R2c1ef11b45a04b9c" /><Relationship Type="http://schemas.openxmlformats.org/officeDocument/2006/relationships/slide" Target="/ppt/slides/slide7.xml" Id="R0ce5838fd798432d" /><Relationship Type="http://schemas.openxmlformats.org/officeDocument/2006/relationships/slide" Target="/ppt/slides/slide8.xml" Id="Raee23e8df57e4573" /><Relationship Type="http://schemas.openxmlformats.org/officeDocument/2006/relationships/slide" Target="/ppt/slides/slide9.xml" Id="R9bf3f2b1011e4516" /><Relationship Type="http://schemas.openxmlformats.org/officeDocument/2006/relationships/slide" Target="/ppt/slides/slide10.xml" Id="Rfc1acaed73f74dfb" /><Relationship Type="http://schemas.openxmlformats.org/officeDocument/2006/relationships/slide" Target="/ppt/slides/slide11.xml" Id="Rd04efa2ecbc04465" /><Relationship Type="http://schemas.openxmlformats.org/officeDocument/2006/relationships/slide" Target="/ppt/slides/slide12.xml" Id="Rd7433a660ca54245" /><Relationship Type="http://schemas.openxmlformats.org/officeDocument/2006/relationships/slide" Target="/ppt/slides/slide13.xml" Id="R720e5fbcbe014f0e" /><Relationship Type="http://schemas.openxmlformats.org/officeDocument/2006/relationships/slide" Target="/ppt/slides/slide14.xml" Id="R6fc098c76b6645c0" /><Relationship Type="http://schemas.openxmlformats.org/officeDocument/2006/relationships/slide" Target="/ppt/slides/slide15.xml" Id="R3a227b77451846fe" /><Relationship Type="http://schemas.openxmlformats.org/officeDocument/2006/relationships/slide" Target="/ppt/slides/slide16.xml" Id="Re06b5af9b247464e" /><Relationship Type="http://schemas.openxmlformats.org/officeDocument/2006/relationships/slide" Target="/ppt/slides/slide17.xml" Id="R03c8e8ce7cb54d83" /><Relationship Type="http://schemas.openxmlformats.org/officeDocument/2006/relationships/slide" Target="/ppt/slides/slide18.xml" Id="Rb202783f8d14436f" /><Relationship Type="http://schemas.openxmlformats.org/officeDocument/2006/relationships/slide" Target="/ppt/slides/slide19.xml" Id="R43c304fe79d04ff4" /><Relationship Type="http://schemas.openxmlformats.org/officeDocument/2006/relationships/slide" Target="/ppt/slides/slide20.xml" Id="R5489c9905ba542b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186eb888d6e41a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54aae14fe1d4fc6" /><Relationship Type="http://schemas.openxmlformats.org/officeDocument/2006/relationships/notesMaster" Target="/ppt/notesMasters/notesMaster1.xml" Id="Re62f7fcc1b214d1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fd7b2198d3c4935" /><Relationship Type="http://schemas.openxmlformats.org/officeDocument/2006/relationships/notesMaster" Target="/ppt/notesMasters/notesMaster1.xml" Id="R11a98abf78b0453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d21b6d2823f4a3f" /><Relationship Type="http://schemas.openxmlformats.org/officeDocument/2006/relationships/notesMaster" Target="/ppt/notesMasters/notesMaster1.xml" Id="R334a39bf698f452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9cd37788c4d43eb" /><Relationship Type="http://schemas.openxmlformats.org/officeDocument/2006/relationships/notesMaster" Target="/ppt/notesMasters/notesMaster1.xml" Id="R692578f266c7402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9713ee637c5405f" /><Relationship Type="http://schemas.openxmlformats.org/officeDocument/2006/relationships/notesMaster" Target="/ppt/notesMasters/notesMaster1.xml" Id="R1893e86e97744c8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fdd3df6ed1440b4" /><Relationship Type="http://schemas.openxmlformats.org/officeDocument/2006/relationships/notesMaster" Target="/ppt/notesMasters/notesMaster1.xml" Id="Rbe2f6b7a92784c3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6579ddae8c84dfe" /><Relationship Type="http://schemas.openxmlformats.org/officeDocument/2006/relationships/notesMaster" Target="/ppt/notesMasters/notesMaster1.xml" Id="Ra3d5fcca366747a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be50cf0f72a4337" /><Relationship Type="http://schemas.openxmlformats.org/officeDocument/2006/relationships/notesMaster" Target="/ppt/notesMasters/notesMaster1.xml" Id="R96f60f24a6e749f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6d510bc1d7a48b0" /><Relationship Type="http://schemas.openxmlformats.org/officeDocument/2006/relationships/notesMaster" Target="/ppt/notesMasters/notesMaster1.xml" Id="R9168f3927e83448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5bc04e29f4e44ce" /><Relationship Type="http://schemas.openxmlformats.org/officeDocument/2006/relationships/notesMaster" Target="/ppt/notesMasters/notesMaster1.xml" Id="R54857ae7172d499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de5024a13844736" /><Relationship Type="http://schemas.openxmlformats.org/officeDocument/2006/relationships/notesMaster" Target="/ppt/notesMasters/notesMaster1.xml" Id="R6bd741a72db2421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4795c63b241424e" /><Relationship Type="http://schemas.openxmlformats.org/officeDocument/2006/relationships/notesMaster" Target="/ppt/notesMasters/notesMaster1.xml" Id="R5f30f41c540a486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54f5ee312db44c0" /><Relationship Type="http://schemas.openxmlformats.org/officeDocument/2006/relationships/notesMaster" Target="/ppt/notesMasters/notesMaster1.xml" Id="Rf6c6d47c7bc44929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77c1a4678d84056" /><Relationship Type="http://schemas.openxmlformats.org/officeDocument/2006/relationships/notesMaster" Target="/ppt/notesMasters/notesMaster1.xml" Id="Rfb8c2d2618d347af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2cc5d00b2ba74329" /><Relationship Type="http://schemas.openxmlformats.org/officeDocument/2006/relationships/notesMaster" Target="/ppt/notesMasters/notesMaster1.xml" Id="Rd61fa5e5e72445a8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ae06f57dea594fe7" /><Relationship Type="http://schemas.openxmlformats.org/officeDocument/2006/relationships/notesMaster" Target="/ppt/notesMasters/notesMaster1.xml" Id="R0da95b04aa9246f3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871caa2c1d50418e" /><Relationship Type="http://schemas.openxmlformats.org/officeDocument/2006/relationships/notesMaster" Target="/ppt/notesMasters/notesMaster1.xml" Id="R95f6afe7dbef43cf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e2f0d5928d1c45e2" /><Relationship Type="http://schemas.openxmlformats.org/officeDocument/2006/relationships/notesMaster" Target="/ppt/notesMasters/notesMaster1.xml" Id="R09e4a9e8fdf349bb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ddcd107f3fb04f6b" /><Relationship Type="http://schemas.openxmlformats.org/officeDocument/2006/relationships/notesMaster" Target="/ppt/notesMasters/notesMaster1.xml" Id="R19a7f96e2b074504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cc722953662a4e08" /><Relationship Type="http://schemas.openxmlformats.org/officeDocument/2006/relationships/notesMaster" Target="/ppt/notesMasters/notesMaster1.xml" Id="R420ecf6d6b6b41a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13 课工作流评价与结论边界。屏显按现行逐页母稿压缩为课堂可读对象，完整说明保留在讲义与教师备注。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/Users/bright/Projects/courses/graduate/lessons/lesson-13/slides.md</a:t>
            </a:r>
          </a:p>
          <a:p xmlns:a="http://schemas.openxmlformats.org/drawingml/2006/main">
            <a:r>
              <a:t>- /Users/bright/Projects/courses/graduate/lessons/lesson-13/handout.md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13 课工作流评价与结论边界。屏显按现行逐页母稿压缩为课堂可读对象，完整说明保留在讲义与教师备注。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/Users/bright/Projects/courses/graduate/lessons/lesson-13/slides.md</a:t>
            </a:r>
          </a:p>
          <a:p xmlns:a="http://schemas.openxmlformats.org/drawingml/2006/main">
            <a:r>
              <a:t>- /Users/bright/Projects/courses/graduate/lessons/lesson-13/handout.md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13 课工作流评价与结论边界。屏显按现行逐页母稿压缩为课堂可读对象，完整说明保留在讲义与教师备注。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/Users/bright/Projects/courses/graduate/lessons/lesson-13/slides.md</a:t>
            </a:r>
          </a:p>
          <a:p xmlns:a="http://schemas.openxmlformats.org/drawingml/2006/main">
            <a:r>
              <a:t>- /Users/bright/Projects/courses/graduate/lessons/lesson-13/handout.md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13 课工作流评价与结论边界。屏显按现行逐页母稿压缩为课堂可读对象，完整说明保留在讲义与教师备注。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/Users/bright/Projects/courses/graduate/lessons/lesson-13/slides.md</a:t>
            </a:r>
          </a:p>
          <a:p xmlns:a="http://schemas.openxmlformats.org/drawingml/2006/main">
            <a:r>
              <a:t>- /Users/bright/Projects/courses/graduate/lessons/lesson-13/handout.md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13 课工作流评价与结论边界。屏显按现行逐页母稿压缩为课堂可读对象，完整说明保留在讲义与教师备注。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/Users/bright/Projects/courses/graduate/lessons/lesson-13/slides.md</a:t>
            </a:r>
          </a:p>
          <a:p xmlns:a="http://schemas.openxmlformats.org/drawingml/2006/main">
            <a:r>
              <a:t>- /Users/bright/Projects/courses/graduate/lessons/lesson-13/handout.md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13 课工作流评价与结论边界。屏显按现行逐页母稿压缩为课堂可读对象，完整说明保留在讲义与教师备注。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/Users/bright/Projects/courses/graduate/lessons/lesson-13/slides.md</a:t>
            </a:r>
          </a:p>
          <a:p xmlns:a="http://schemas.openxmlformats.org/drawingml/2006/main">
            <a:r>
              <a:t>- /Users/bright/Projects/courses/graduate/lessons/lesson-13/handout.md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13 课工作流评价与结论边界。屏显按现行逐页母稿压缩为课堂可读对象，完整说明保留在讲义与教师备注。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/Users/bright/Projects/courses/graduate/lessons/lesson-13/slides.md</a:t>
            </a:r>
          </a:p>
          <a:p xmlns:a="http://schemas.openxmlformats.org/drawingml/2006/main">
            <a:r>
              <a:t>- /Users/bright/Projects/courses/graduate/lessons/lesson-13/handout.md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13 课工作流评价与结论边界。屏显按现行逐页母稿压缩为课堂可读对象，完整说明保留在讲义与教师备注。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/Users/bright/Projects/courses/graduate/lessons/lesson-13/slides.md</a:t>
            </a:r>
          </a:p>
          <a:p xmlns:a="http://schemas.openxmlformats.org/drawingml/2006/main">
            <a:r>
              <a:t>- /Users/bright/Projects/courses/graduate/lessons/lesson-13/handout.md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13 课工作流评价与结论边界。屏显按现行逐页母稿压缩为课堂可读对象，完整说明保留在讲义与教师备注。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/Users/bright/Projects/courses/graduate/lessons/lesson-13/slides.md</a:t>
            </a:r>
          </a:p>
          <a:p xmlns:a="http://schemas.openxmlformats.org/drawingml/2006/main">
            <a:r>
              <a:t>- /Users/bright/Projects/courses/graduate/lessons/lesson-13/handout.md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13 课工作流评价与结论边界。屏显按现行逐页母稿压缩为课堂可读对象，完整说明保留在讲义与教师备注。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/Users/bright/Projects/courses/graduate/lessons/lesson-13/slides.md</a:t>
            </a:r>
          </a:p>
          <a:p xmlns:a="http://schemas.openxmlformats.org/drawingml/2006/main">
            <a:r>
              <a:t>- /Users/bright/Projects/courses/graduate/lessons/lesson-13/handout.md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13 课工作流评价与结论边界。屏显按现行逐页母稿压缩为课堂可读对象，完整说明保留在讲义与教师备注。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/Users/bright/Projects/courses/graduate/lessons/lesson-13/slides.md</a:t>
            </a:r>
          </a:p>
          <a:p xmlns:a="http://schemas.openxmlformats.org/drawingml/2006/main">
            <a:r>
              <a:t>- /Users/bright/Projects/courses/graduate/lessons/lesson-13/handout.md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13 课工作流评价与结论边界。屏显按现行逐页母稿压缩为课堂可读对象，完整说明保留在讲义与教师备注。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/Users/bright/Projects/courses/graduate/lessons/lesson-13/slides.md</a:t>
            </a:r>
          </a:p>
          <a:p xmlns:a="http://schemas.openxmlformats.org/drawingml/2006/main">
            <a:r>
              <a:t>- /Users/bright/Projects/courses/graduate/lessons/lesson-13/handout.md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13 课工作流评价与结论边界。屏显按现行逐页母稿压缩为课堂可读对象，完整说明保留在讲义与教师备注。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/Users/bright/Projects/courses/graduate/lessons/lesson-13/slides.md</a:t>
            </a:r>
          </a:p>
          <a:p xmlns:a="http://schemas.openxmlformats.org/drawingml/2006/main">
            <a:r>
              <a:t>- /Users/bright/Projects/courses/graduate/lessons/lesson-13/handout.md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13 课工作流评价与结论边界。屏显按现行逐页母稿压缩为课堂可读对象，完整说明保留在讲义与教师备注。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/Users/bright/Projects/courses/graduate/lessons/lesson-13/slides.md</a:t>
            </a:r>
          </a:p>
          <a:p xmlns:a="http://schemas.openxmlformats.org/drawingml/2006/main">
            <a:r>
              <a:t>- /Users/bright/Projects/courses/graduate/lessons/lesson-13/handout.md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13 课工作流评价与结论边界。屏显按现行逐页母稿压缩为课堂可读对象，完整说明保留在讲义与教师备注。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/Users/bright/Projects/courses/graduate/lessons/lesson-13/slides.md</a:t>
            </a:r>
          </a:p>
          <a:p xmlns:a="http://schemas.openxmlformats.org/drawingml/2006/main">
            <a:r>
              <a:t>- /Users/bright/Projects/courses/graduate/lessons/lesson-13/handout.md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13 课工作流评价与结论边界。屏显按现行逐页母稿压缩为课堂可读对象，完整说明保留在讲义与教师备注。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/Users/bright/Projects/courses/graduate/lessons/lesson-13/slides.md</a:t>
            </a:r>
          </a:p>
          <a:p xmlns:a="http://schemas.openxmlformats.org/drawingml/2006/main">
            <a:r>
              <a:t>- /Users/bright/Projects/courses/graduate/lessons/lesson-13/handout.md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13 课工作流评价与结论边界。屏显按现行逐页母稿压缩为课堂可读对象，完整说明保留在讲义与教师备注。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/Users/bright/Projects/courses/graduate/lessons/lesson-13/slides.md</a:t>
            </a:r>
          </a:p>
          <a:p xmlns:a="http://schemas.openxmlformats.org/drawingml/2006/main">
            <a:r>
              <a:t>- /Users/bright/Projects/courses/graduate/lessons/lesson-13/handout.md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13 课工作流评价与结论边界。屏显按现行逐页母稿压缩为课堂可读对象，完整说明保留在讲义与教师备注。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/Users/bright/Projects/courses/graduate/lessons/lesson-13/slides.md</a:t>
            </a:r>
          </a:p>
          <a:p xmlns:a="http://schemas.openxmlformats.org/drawingml/2006/main">
            <a:r>
              <a:t>- /Users/bright/Projects/courses/graduate/lessons/lesson-13/handout.md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13 课工作流评价与结论边界。屏显按现行逐页母稿压缩为课堂可读对象，完整说明保留在讲义与教师备注。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/Users/bright/Projects/courses/graduate/lessons/lesson-13/slides.md</a:t>
            </a:r>
          </a:p>
          <a:p xmlns:a="http://schemas.openxmlformats.org/drawingml/2006/main">
            <a:r>
              <a:t>- /Users/bright/Projects/courses/graduate/lessons/lesson-13/handout.md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 13 课工作流评价与结论边界。屏显按现行逐页母稿压缩为课堂可读对象，完整说明保留在讲义与教师备注。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/Users/bright/Projects/courses/graduate/lessons/lesson-13/slides.md</a:t>
            </a:r>
          </a:p>
          <a:p xmlns:a="http://schemas.openxmlformats.org/drawingml/2006/main">
            <a:r>
              <a:t>- /Users/bright/Projects/courses/graduate/lessons/lesson-13/handout.md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57bb12779414c2e" /><Relationship Type="http://schemas.openxmlformats.org/officeDocument/2006/relationships/image" Target="/ppt/media/image.png" Id="R3f634a610fbe4e58" /><Relationship Type="http://schemas.openxmlformats.org/officeDocument/2006/relationships/image" Target="/ppt/media/image2.png" Id="Rea37fafaad514d34" /><Relationship Type="http://schemas.openxmlformats.org/officeDocument/2006/relationships/image" Target="/ppt/media/image3.png" Id="R8f0aef3afe234d36" /><Relationship Type="http://schemas.openxmlformats.org/officeDocument/2006/relationships/image" Target="/ppt/media/image4.png" Id="Ra501ba22ae5f4a9f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b1f4677ffce48a7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6aae18e5c854685" /><Relationship Type="http://schemas.openxmlformats.org/officeDocument/2006/relationships/image" Target="/ppt/media/image2.png" Id="R45cc10ec2ea246e0" /><Relationship Type="http://schemas.openxmlformats.org/officeDocument/2006/relationships/image" Target="/ppt/media/image5.png" Id="Rdf0e4428d4fb49a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b8cc634fcb842dd" /><Relationship Type="http://schemas.openxmlformats.org/officeDocument/2006/relationships/image" Target="/ppt/media/image.png" Id="R2abe1972e9af4dc8" /><Relationship Type="http://schemas.openxmlformats.org/officeDocument/2006/relationships/image" Target="/ppt/media/image3.png" Id="R82a6518b4d074207" /></Relationships>
</file>

<file path=ppt/slideLayouts/slideLayout1.xml><?xml version="1.0" encoding="utf-8"?>
<p:sldLayout xmlns:p="http://schemas.openxmlformats.org/presentationml/2006/main" preserve="1" userDrawn="1">
  <p:cSld name="封面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6" name="图片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634a610fbe4e58">
            <a:duotone>
              <a:prstClr val="black"/>
              <a:schemeClr val="accent1">
                <a:tint val="45000"/>
                <a:satMod val="400000"/>
              </a:schemeClr>
            </a:duotone>
            <a:alphaModFix amt="5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22" name="标题 1">
            <a:extLst xmlns:a="http://schemas.openxmlformats.org/drawingml/2006/main">
              <a:ext uri="{FF2B5EF4-FFF2-40B4-BE49-F238E27FC236}">
                <a16:creationId xmlns:a16="http://schemas.microsoft.com/office/drawing/2014/main" id="{9AF74CDA-19DD-45C1-88FF-2379736830CB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069561" y="2016174"/>
            <a:ext cx="10052879" cy="106085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lvl1pPr algn="ctr">
              <a:buNone/>
              <a:defRPr sz="54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r>
              <a:t>单击此处编辑标题样式</a:t>
            </a:r>
          </a:p>
        </p:txBody>
      </p:sp>
      <p:sp>
        <p:nvSpPr>
          <p:cNvPr id="26" name="内容占位符 25">
            <a:extLst xmlns:a="http://schemas.openxmlformats.org/drawingml/2006/main">
              <a:ext uri="{FF2B5EF4-FFF2-40B4-BE49-F238E27FC236}">
                <a16:creationId xmlns:a16="http://schemas.microsoft.com/office/drawing/2014/main" id="{981273AB-3D30-4A7E-951D-B80D3185213B}"/>
              </a:ext>
            </a:extLst>
          </p:cNvPr>
          <p:cNvSpPr>
            <a:spLocks xmlns:a="http://schemas.openxmlformats.org/drawingml/2006/main" noGrp="1"/>
          </p:cNvSpPr>
          <p:nvPr>
            <p:ph idx="10" hasCustomPrompt="1"/>
          </p:nvPr>
        </p:nvSpPr>
        <p:spPr>
          <a:xfrm xmlns:a="http://schemas.openxmlformats.org/drawingml/2006/main">
            <a:off x="4644345" y="5196924"/>
            <a:ext cx="2903311" cy="454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240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fld id="{DE506FFD-8B27-444A-964F-E64D0BB3DAF0}" type="datetime2">
              <a:t>2019年1月28日</a:t>
            </a:fld>
            <a:endParaRPr/>
          </a:p>
        </p:txBody>
      </p:sp>
      <p:sp>
        <p:nvSpPr>
          <p:cNvPr id="32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F905EEBF-8ACE-4D30-A4F5-C5796F8343A2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4034910" y="4407403"/>
            <a:ext cx="4122181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32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50" name="图片 3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a37fafaad514d34"/>
          <a:srcRect xmlns:a="http://schemas.openxmlformats.org/drawingml/2006/main" l="74359" t="0" r="1346" b="0"/>
          <a:stretch xmlns:a="http://schemas.openxmlformats.org/drawingml/2006/main"/>
        </p:blipFill>
        <p:spPr>
          <a:xfrm xmlns:a="http://schemas.openxmlformats.org/drawingml/2006/main">
            <a:off x="8870172" y="274183"/>
            <a:ext cx="3002280" cy="411617"/>
          </a:xfrm>
          <a:prstGeom xmlns:a="http://schemas.openxmlformats.org/drawingml/2006/main" prst="rect">
            <a:avLst/>
          </a:prstGeom>
        </p:spPr>
      </p:pic>
      <p:pic>
        <p:nvPicPr>
          <p:cNvPr id="51" name="图片 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f0aef3afe234d36">
            <a:alphaModFix amt="35000"/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 rot="0" flipH="0" flipV="0">
            <a:off x="3352562" y="6244170"/>
            <a:ext cx="5486876" cy="406590"/>
          </a:xfrm>
          <a:prstGeom xmlns:a="http://schemas.openxmlformats.org/drawingml/2006/main" prst="rect">
            <a:avLst/>
          </a:prstGeom>
        </p:spPr>
      </p:pic>
      <p:sp>
        <p:nvSpPr>
          <p:cNvPr id="37" name="椭圆 36">
            <a:extLst xmlns:a="http://schemas.openxmlformats.org/drawingml/2006/main">
              <a:ext uri="{FF2B5EF4-FFF2-40B4-BE49-F238E27FC236}">
                <a16:creationId xmlns:a16="http://schemas.microsoft.com/office/drawing/2014/main" id="{53D809C0-A4EF-44AF-AECA-4A85E4BA2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51000" y="6430138"/>
            <a:ext cx="90000" cy="9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6">
              <a:lumMod val="60000"/>
              <a:lumOff val="4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9" name="直接连接符 38">
            <a:extLst xmlns:a="http://schemas.openxmlformats.org/drawingml/2006/main">
              <a:ext uri="{FF2B5EF4-FFF2-40B4-BE49-F238E27FC236}">
                <a16:creationId xmlns:a16="http://schemas.microsoft.com/office/drawing/2014/main" id="{31F7CAE3-0209-4DA4-9A92-731CC272B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285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1" name="直接连接符 40">
            <a:extLst xmlns:a="http://schemas.openxmlformats.org/drawingml/2006/main">
              <a:ext uri="{FF2B5EF4-FFF2-40B4-BE49-F238E27FC236}">
                <a16:creationId xmlns:a16="http://schemas.microsoft.com/office/drawing/2014/main" id="{B3FF25BF-0A81-4E7C-A868-79A201F0D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9833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2" name="直接连接符 11">
            <a:extLst xmlns:a="http://schemas.openxmlformats.org/drawingml/2006/main">
              <a:ext uri="{FF2B5EF4-FFF2-40B4-BE49-F238E27FC236}">
                <a16:creationId xmlns:a16="http://schemas.microsoft.com/office/drawing/2014/main" id="{84931B68-BEBE-4F6A-A7A3-EB2B855A6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1712549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26218CD3-8CA7-49E2-A133-F31724416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3428810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pic>
        <p:nvPicPr>
          <p:cNvPr id="57" name="图片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01ba22ae5f4a9f"/>
          <a:srcRect xmlns:a="http://schemas.openxmlformats.org/drawingml/2006/main" l="0" t="0" r="54251" b="0"/>
          <a:stretch xmlns:a="http://schemas.openxmlformats.org/drawingml/2006/main"/>
        </p:blipFill>
        <p:spPr>
          <a:xfrm xmlns:a="http://schemas.openxmlformats.org/drawingml/2006/main">
            <a:off x="332010" y="251357"/>
            <a:ext cx="1934780" cy="482598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2.xml><?xml version="1.0" encoding="utf-8"?>
<p:sldLayout xmlns:p="http://schemas.openxmlformats.org/presentationml/2006/main" preserve="1" userDrawn="1">
  <p:cSld name="目录-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CD1F02EB-A5F5-4A25-8E13-33D76C399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1" y="2455636"/>
            <a:ext cx="2960913" cy="143872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DBDFDE5-938B-46BA-BF04-52626678C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200000">
            <a:off x="1736542" y="2389144"/>
            <a:ext cx="97430" cy="296091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DE1AFFB6-310A-466D-BAD1-F84A11C9C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478991" y="0"/>
            <a:ext cx="90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1_仅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灯片编号占位符 2">
            <a:extLst xmlns:a="http://schemas.openxmlformats.org/drawingml/2006/main">
              <a:ext uri="{FF2B5EF4-FFF2-40B4-BE49-F238E27FC236}">
                <a16:creationId xmlns:a16="http://schemas.microsoft.com/office/drawing/2014/main" id="{C1D5E491-4859-47A4-8F29-DAACA1914DBE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C53781C-E1F6-4315-A39D-61273F2E0596}" type="slidenum">
              <a:t>‹#›</a:t>
            </a:fld>
            <a:endParaRPr/>
          </a:p>
        </p:txBody>
      </p:sp>
      <p:pic>
        <p:nvPicPr>
          <p:cNvPr id="25" name="图片 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5cc10ec2ea246e0"/>
          <a:srcRect xmlns:a="http://schemas.openxmlformats.org/drawingml/2006/main" l="0" t="0" r="1346" b="0"/>
          <a:stretch xmlns:a="http://schemas.openxmlformats.org/drawingml/2006/main"/>
        </p:blipFill>
        <p:spPr>
          <a:xfrm xmlns:a="http://schemas.openxmlformats.org/drawingml/2006/main">
            <a:off x="516" y="6041797"/>
            <a:ext cx="12166903" cy="411617"/>
          </a:xfrm>
          <a:prstGeom xmlns:a="http://schemas.openxmlformats.org/drawingml/2006/main" prst="rect">
            <a:avLst/>
          </a:prstGeom>
        </p:spPr>
      </p:pic>
      <p:sp>
        <p:nvSpPr>
          <p:cNvPr id="9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56FC8349-67FC-4E3B-B988-7A27FDAE9D24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319056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85368C87-925C-44AC-B001-5C4EE6F00645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4788940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9" name="平行四边形 18">
            <a:extLst xmlns:a="http://schemas.openxmlformats.org/drawingml/2006/main">
              <a:ext uri="{FF2B5EF4-FFF2-40B4-BE49-F238E27FC236}">
                <a16:creationId xmlns:a16="http://schemas.microsoft.com/office/drawing/2014/main" id="{9AE407FD-1006-4AC4-B10B-CB7686E66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"/>
            <a:ext cx="12191483" cy="685800"/>
          </a:xfrm>
          <a:prstGeom xmlns:a="http://schemas.openxmlformats.org/drawingml/2006/main" prst="parallelogram">
            <a:avLst>
              <a:gd name="adj" fmla="val 4305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29" name="图片 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0e4428d4fb49a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19056" y="73482"/>
            <a:ext cx="538838" cy="538838"/>
          </a:xfrm>
          <a:prstGeom xmlns:a="http://schemas.openxmlformats.org/drawingml/2006/main" prst="rect">
            <a:avLst/>
          </a:prstGeom>
        </p:spPr>
      </p:pic>
      <p:sp>
        <p:nvSpPr>
          <p:cNvPr id="21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C2D49473-9331-4572-8AFC-3A905D765CF9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75351" y="43657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3200" b="1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封底">
    <p:bg>
      <p:bgPr>
        <a:solidFill xmlns:a="http://schemas.openxmlformats.org/drawingml/2006/main">
          <a:schemeClr val="accen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图片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be1972e9af4dc8">
            <a:duotone>
              <a:prstClr val="black"/>
              <a:schemeClr val="accent1">
                <a:tint val="45000"/>
                <a:satMod val="400000"/>
              </a:schemeClr>
            </a:duotone>
            <a:alphaModFix amt="20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0F60F5A8-3022-49D5-A1B7-18CDA62C7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4" name="直接连接符 13">
            <a:extLst xmlns:a="http://schemas.openxmlformats.org/drawingml/2006/main">
              <a:ext uri="{FF2B5EF4-FFF2-40B4-BE49-F238E27FC236}">
                <a16:creationId xmlns:a16="http://schemas.microsoft.com/office/drawing/2014/main" id="{2989B7D2-D2DE-4D77-870B-585E51853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969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4EB0A957-E3E4-47EE-9713-82509E17FD51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2555162" y="3129756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6000" b="1" spc="6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27" name="图片 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2a6518b4d074207">
            <a:alphaModFix amt="20000"/>
            <a:duotone>
              <a:schemeClr val="accent4">
                <a:shade val="45000"/>
                <a:satMod val="135000"/>
              </a:schemeClr>
              <a:prstClr val="white"/>
            </a:duotone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>
            <a:off x="3352562" y="6146610"/>
            <a:ext cx="5486876" cy="406590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969e7d19edf4b5f" /><Relationship Type="http://schemas.openxmlformats.org/officeDocument/2006/relationships/slideLayout" Target="/ppt/slideLayouts/slideLayout1.xml" Id="R55c16daafa5c426b" /><Relationship Type="http://schemas.openxmlformats.org/officeDocument/2006/relationships/slideLayout" Target="/ppt/slideLayouts/slideLayout2.xml" Id="R2a8ed4473e8e497b" /><Relationship Type="http://schemas.openxmlformats.org/officeDocument/2006/relationships/slideLayout" Target="/ppt/slideLayouts/slideLayout3.xml" Id="Rc05c817e7da148ca" /><Relationship Type="http://schemas.openxmlformats.org/officeDocument/2006/relationships/slideLayout" Target="/ppt/slideLayouts/slideLayout4.xml" Id="R6a48dd30c86e4518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DF26411B-55E1-4CE5-B9CA-4734B17AE0E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0849970" y="6515101"/>
            <a:ext cx="103723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48644C6-89F0-466C-949F-E70AD72679A8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5c16daafa5c426b"/>
    <p:sldLayoutId xmlns:r="http://schemas.openxmlformats.org/officeDocument/2006/relationships" id="2147483650" r:id="R2a8ed4473e8e497b"/>
    <p:sldLayoutId xmlns:r="http://schemas.openxmlformats.org/officeDocument/2006/relationships" id="2147483651" r:id="Rc05c817e7da148ca"/>
    <p:sldLayoutId xmlns:r="http://schemas.openxmlformats.org/officeDocument/2006/relationships" id="2147483652" r:id="R6a48dd30c86e4518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pos="192">
          <p15:clr>
            <a:srgbClr xmlns:a="http://schemas.openxmlformats.org/drawingml/2006/main" val="F26B43"/>
          </p15:clr>
        </p15:guide>
        <p15:guide id="2" pos="7488">
          <p15:clr>
            <a:srgbClr xmlns:a="http://schemas.openxmlformats.org/drawingml/2006/main" val="F26B43"/>
          </p15:clr>
        </p15:guide>
        <p15:guide id="3" orient="horz" pos="432">
          <p15:clr>
            <a:srgbClr xmlns:a="http://schemas.openxmlformats.org/drawingml/2006/main" val="F26B43"/>
          </p15:clr>
        </p15:guide>
        <p15:guide id="4" orient="horz" pos="472">
          <p15:clr>
            <a:srgbClr xmlns:a="http://schemas.openxmlformats.org/drawingml/2006/main" val="F26B43"/>
          </p15:clr>
        </p15:guide>
        <p15:guide id="5" orient="horz" pos="4104">
          <p15:clr>
            <a:srgbClr xmlns:a="http://schemas.openxmlformats.org/drawingml/2006/main" val="F26B43"/>
          </p15:clr>
        </p15:guide>
        <p15:guide id="6" orient="horz" pos="4056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138627e35b4900" /><Relationship Type="http://schemas.openxmlformats.org/officeDocument/2006/relationships/notesSlide" Target="/ppt/notesSlides/notesSlide1.xml" Id="R4a74448ff1ac415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2335f32897e4d59" /><Relationship Type="http://schemas.openxmlformats.org/officeDocument/2006/relationships/image" Target="/ppt/media/image6.png" Id="Rfc86668b2b5c4a82" /><Relationship Type="http://schemas.openxmlformats.org/officeDocument/2006/relationships/notesSlide" Target="/ppt/notesSlides/notesSlide2.xml" Id="R2f1ab67c508042f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0afe6068e19f4104" /><Relationship Type="http://schemas.openxmlformats.org/officeDocument/2006/relationships/image" Target="/ppt/media/image7.png" Id="R7dc7f38f1d854bf3" /><Relationship Type="http://schemas.openxmlformats.org/officeDocument/2006/relationships/notesSlide" Target="/ppt/notesSlides/notesSlide3.xml" Id="Re68b67d1398c460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6d636374df14b2f" /><Relationship Type="http://schemas.openxmlformats.org/officeDocument/2006/relationships/image" Target="/ppt/media/image8.png" Id="Raed06bb2cc734aaf" /><Relationship Type="http://schemas.openxmlformats.org/officeDocument/2006/relationships/chart" Target="/ppt/slides/charts/chart1.xml" Id="R1eba37f628cc4dbc" /><Relationship Type="http://schemas.openxmlformats.org/officeDocument/2006/relationships/notesSlide" Target="/ppt/notesSlides/notesSlide4.xml" Id="R94df0af6ea664e8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67d10544b6ab470d" /><Relationship Type="http://schemas.openxmlformats.org/officeDocument/2006/relationships/image" Target="/ppt/media/image9.png" Id="R51ba3be25a33413e" /><Relationship Type="http://schemas.openxmlformats.org/officeDocument/2006/relationships/notesSlide" Target="/ppt/notesSlides/notesSlide5.xml" Id="Rb92dee545231479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848a02a2ecb4441" /><Relationship Type="http://schemas.openxmlformats.org/officeDocument/2006/relationships/image" Target="/ppt/media/image10.png" Id="R740e0800f431478c" /><Relationship Type="http://schemas.openxmlformats.org/officeDocument/2006/relationships/notesSlide" Target="/ppt/notesSlides/notesSlide6.xml" Id="R6a78e2fda87d45f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1ab446ac3b54c3d" /><Relationship Type="http://schemas.openxmlformats.org/officeDocument/2006/relationships/image" Target="/ppt/media/image11.png" Id="R6ab0f89beef24f20" /><Relationship Type="http://schemas.openxmlformats.org/officeDocument/2006/relationships/notesSlide" Target="/ppt/notesSlides/notesSlide7.xml" Id="R2d9b349b89b4405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d43dc43f07345c7" /><Relationship Type="http://schemas.openxmlformats.org/officeDocument/2006/relationships/image" Target="/ppt/media/image12.png" Id="Rbc3816cb4ea74918" /><Relationship Type="http://schemas.openxmlformats.org/officeDocument/2006/relationships/notesSlide" Target="/ppt/notesSlides/notesSlide8.xml" Id="R51f5e62d13a6456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1dc467e47cf4d39" /><Relationship Type="http://schemas.openxmlformats.org/officeDocument/2006/relationships/image" Target="/ppt/media/image13.png" Id="R35a77c8de1cc43ff" /><Relationship Type="http://schemas.openxmlformats.org/officeDocument/2006/relationships/chart" Target="/ppt/slides/charts/chart2.xml" Id="Rcb3cf57c34a7471a" /><Relationship Type="http://schemas.openxmlformats.org/officeDocument/2006/relationships/notesSlide" Target="/ppt/notesSlides/notesSlide9.xml" Id="R70e120a4978a4db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a5a0d8c63ab42e8" /><Relationship Type="http://schemas.openxmlformats.org/officeDocument/2006/relationships/image" Target="/ppt/media/image14.png" Id="Rbfdb65a2a3fc4bd0" /><Relationship Type="http://schemas.openxmlformats.org/officeDocument/2006/relationships/notesSlide" Target="/ppt/notesSlides/notesSlide10.xml" Id="R9124008278814c0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91541d5f9464d59" /><Relationship Type="http://schemas.openxmlformats.org/officeDocument/2006/relationships/image" Target="/ppt/media/image15.png" Id="R92562fbea30a492e" /><Relationship Type="http://schemas.openxmlformats.org/officeDocument/2006/relationships/chart" Target="/ppt/slides/charts/chart3.xml" Id="R9eff588cfd24487c" /><Relationship Type="http://schemas.openxmlformats.org/officeDocument/2006/relationships/notesSlide" Target="/ppt/notesSlides/notesSlide11.xml" Id="Ree6b8ef0d3c546b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67f75d4a39f44018" /><Relationship Type="http://schemas.openxmlformats.org/officeDocument/2006/relationships/image" Target="/ppt/media/image16.png" Id="R209ac8b29ccb4a45" /><Relationship Type="http://schemas.openxmlformats.org/officeDocument/2006/relationships/notesSlide" Target="/ppt/notesSlides/notesSlide12.xml" Id="R6bd73bb587a6416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04cde1faa4fa406f" /><Relationship Type="http://schemas.openxmlformats.org/officeDocument/2006/relationships/image" Target="/ppt/media/image17.png" Id="Re96eece592ba4af9" /><Relationship Type="http://schemas.openxmlformats.org/officeDocument/2006/relationships/notesSlide" Target="/ppt/notesSlides/notesSlide13.xml" Id="Rbc46f9a219984c5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0c1f5dfcab14bc0" /><Relationship Type="http://schemas.openxmlformats.org/officeDocument/2006/relationships/image" Target="/ppt/media/image18.png" Id="R7dd1b67db4f94433" /><Relationship Type="http://schemas.openxmlformats.org/officeDocument/2006/relationships/notesSlide" Target="/ppt/notesSlides/notesSlide14.xml" Id="R5b5bbed7f6434f67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f410de831134c4a" /><Relationship Type="http://schemas.openxmlformats.org/officeDocument/2006/relationships/image" Target="/ppt/media/image19.png" Id="Rc469c8df050549a9" /><Relationship Type="http://schemas.openxmlformats.org/officeDocument/2006/relationships/notesSlide" Target="/ppt/notesSlides/notesSlide15.xml" Id="R4ab63ff844a84878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09183d66acf4bdc" /><Relationship Type="http://schemas.openxmlformats.org/officeDocument/2006/relationships/image" Target="/ppt/media/image20.png" Id="Reb82f45832414bfc" /><Relationship Type="http://schemas.openxmlformats.org/officeDocument/2006/relationships/notesSlide" Target="/ppt/notesSlides/notesSlide16.xml" Id="Rbde24a2f1a2b47b7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eb42e4e44464e67" /><Relationship Type="http://schemas.openxmlformats.org/officeDocument/2006/relationships/image" Target="/ppt/media/image21.png" Id="R26d4f3f34c0a4087" /><Relationship Type="http://schemas.openxmlformats.org/officeDocument/2006/relationships/notesSlide" Target="/ppt/notesSlides/notesSlide17.xml" Id="Rd73e7ef91b9d4e0b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3f8d29735814dff" /><Relationship Type="http://schemas.openxmlformats.org/officeDocument/2006/relationships/image" Target="/ppt/media/image22.png" Id="R04a400c586d84d23" /><Relationship Type="http://schemas.openxmlformats.org/officeDocument/2006/relationships/notesSlide" Target="/ppt/notesSlides/notesSlide18.xml" Id="R6cfa02366e504a41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6a9e93ec2054307" /><Relationship Type="http://schemas.openxmlformats.org/officeDocument/2006/relationships/image" Target="/ppt/media/image23.png" Id="R59d6b3f1061b4053" /><Relationship Type="http://schemas.openxmlformats.org/officeDocument/2006/relationships/notesSlide" Target="/ppt/notesSlides/notesSlide19.xml" Id="R5ddcc866784c45d0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61eff1c8ad44260" /><Relationship Type="http://schemas.openxmlformats.org/officeDocument/2006/relationships/image" Target="/ppt/media/image24.png" Id="R3e39c59555d24caf" /><Relationship Type="http://schemas.openxmlformats.org/officeDocument/2006/relationships/notesSlide" Target="/ppt/notesSlides/notesSlide20.xml" Id="R46a47757e6344796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限定条件遗漏率</c:v>
          </c:tx>
          <c:spPr>
            <a:solidFill xmlns:a="http://schemas.openxmlformats.org/drawingml/2006/main">
              <a:srgbClr val="1F4D78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1F4D78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8C9AA6"/>
              </a:solidFill>
            </c:spPr>
          </c:dPt>
          <c:cat>
            <c:strRef>
              <c:f>'Chart Data'!$A$2:$A$3</c:f>
              <c:strCache>
                <c:ptCount val="2"/>
                <c:pt idx="0">
                  <c:v>阅读卡</c:v>
                </c:pt>
                <c:pt idx="1">
                  <c:v>自由摘要</c:v>
                </c:pt>
              </c:strCache>
            </c:strRef>
          </c:cat>
          <c:val>
            <c:numRef>
              <c:f>'Chart Data'!$B$2:$B$3</c:f>
              <c:numCache>
                <c:formatCode>0.00</c:formatCode>
                <c:ptCount val="2"/>
                <c:pt idx="0">
                  <c:v>0.18</c:v>
                </c:pt>
                <c:pt idx="1">
                  <c:v>0.31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2200">
                  <a:solidFill>
                    <a:srgbClr val="27333D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6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200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</a:p>
        </c:txPr>
        <c:crossAx val="48672768"/>
      </c:catAx>
      <c:valAx>
        <c:axId val="48672768"/>
        <c:scaling>
          <c:orientation val="minMax"/>
          <c:max val="0.4"/>
          <c:min val="0"/>
        </c:scaling>
        <c:delete val="0"/>
        <c:axPos val="l"/>
        <c:numFmt formatCode="0.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27333D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0.1"/>
      </c:valAx>
    </c:plotArea>
    <c:plotVisOnly val="1"/>
  </c:chart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限定条件遗漏率</c:v>
          </c:tx>
          <c:spPr>
            <a:solidFill xmlns:a="http://schemas.openxmlformats.org/drawingml/2006/main">
              <a:srgbClr val="1F4D78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1F4D78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8C9AA6"/>
              </a:solidFill>
            </c:spPr>
          </c:dPt>
          <c:cat>
            <c:strRef>
              <c:f>'Chart Data'!$A$2:$A$3</c:f>
              <c:strCache>
                <c:ptCount val="2"/>
                <c:pt idx="0">
                  <c:v>阅读卡</c:v>
                </c:pt>
                <c:pt idx="1">
                  <c:v>自由摘要</c:v>
                </c:pt>
              </c:strCache>
            </c:strRef>
          </c:cat>
          <c:val>
            <c:numRef>
              <c:f>'Chart Data'!$B$2:$B$3</c:f>
              <c:numCache>
                <c:formatCode>0.00</c:formatCode>
                <c:ptCount val="2"/>
                <c:pt idx="0">
                  <c:v>0.18</c:v>
                </c:pt>
                <c:pt idx="1">
                  <c:v>0.31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2200">
                  <a:solidFill>
                    <a:srgbClr val="27333D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6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200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</a:p>
        </c:txPr>
        <c:crossAx val="48672768"/>
      </c:catAx>
      <c:valAx>
        <c:axId val="48672768"/>
        <c:scaling>
          <c:orientation val="minMax"/>
          <c:max val="0.4"/>
          <c:min val="0"/>
        </c:scaling>
        <c:delete val="0"/>
        <c:axPos val="l"/>
        <c:numFmt formatCode="0.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27333D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0.1"/>
      </c:valAx>
    </c:plotArea>
    <c:plotVisOnly val="1"/>
  </c:chart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限定条件遗漏率</c:v>
          </c:tx>
          <c:spPr>
            <a:solidFill xmlns:a="http://schemas.openxmlformats.org/drawingml/2006/main">
              <a:srgbClr val="1F4D78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1F4D78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8C9AA6"/>
              </a:solidFill>
            </c:spPr>
          </c:dPt>
          <c:cat>
            <c:strRef>
              <c:f>'Chart Data'!$A$2:$A$3</c:f>
              <c:strCache>
                <c:ptCount val="2"/>
                <c:pt idx="0">
                  <c:v>阅读卡</c:v>
                </c:pt>
                <c:pt idx="1">
                  <c:v>自由摘要</c:v>
                </c:pt>
              </c:strCache>
            </c:strRef>
          </c:cat>
          <c:val>
            <c:numRef>
              <c:f>'Chart Data'!$B$2:$B$3</c:f>
              <c:numCache>
                <c:formatCode>0.00</c:formatCode>
                <c:ptCount val="2"/>
                <c:pt idx="0">
                  <c:v>0.18</c:v>
                </c:pt>
                <c:pt idx="1">
                  <c:v>0.31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2200">
                  <a:solidFill>
                    <a:srgbClr val="27333D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6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200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</a:p>
        </c:txPr>
        <c:crossAx val="48672768"/>
      </c:catAx>
      <c:valAx>
        <c:axId val="48672768"/>
        <c:scaling>
          <c:orientation val="minMax"/>
          <c:max val="0.4"/>
          <c:min val="0"/>
        </c:scaling>
        <c:delete val="0"/>
        <c:axPos val="l"/>
        <c:numFmt formatCode="0.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27333D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0.1"/>
      </c:valAx>
    </c:plotArea>
    <c:plotVisOnly val="1"/>
  </c:chart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0EFBFE4F-A607-4154-AA50-1EF24D785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90700"/>
            <a:ext cx="9906000" cy="1647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3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3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第13讲 工作流评价、结果分析与失败复盘</a:t>
            </a:r>
          </a:p>
        </p:txBody>
      </p:sp>
    </p:spTree>
    <p:extLst>
      <p:ext uri="{BB962C8B-B14F-4D97-AF65-F5344CB8AC3E}">
        <p14:creationId xmlns:p14="http://schemas.microsoft.com/office/powerpoint/2010/main" val="345004539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工作流原型还缺评价闭环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2356A976-BCC1-4B77-8852-01A263EBF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86668b2b5c4a82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4B587B8E-9009-478A-8447-4F0F5E624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工作流原型还缺评价闭环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9A0599F1-32F2-459A-A0A9-7F11F1110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来源：lesson-13/slides.md；课程工件与讲义见 speaker notes</a:t>
            </a:r>
          </a:p>
        </p:txBody>
      </p:sp>
      <p:sp>
        <p:nvSpPr>
          <p:cNvPr id="10" name="doc-8-bg">
            <a:extLst xmlns:a="http://schemas.openxmlformats.org/drawingml/2006/main">
              <a:ext uri="{FF2B5EF4-FFF2-40B4-BE49-F238E27FC236}">
                <a16:creationId xmlns:a16="http://schemas.microsoft.com/office/drawing/2014/main" id="{5D89EB2F-F465-4387-B4F9-80FB79A19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81125"/>
            <a:ext cx="619125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1" name="doc-8-title-bg">
            <a:extLst xmlns:a="http://schemas.openxmlformats.org/drawingml/2006/main">
              <a:ext uri="{FF2B5EF4-FFF2-40B4-BE49-F238E27FC236}">
                <a16:creationId xmlns:a16="http://schemas.microsoft.com/office/drawing/2014/main" id="{3F8F3445-7206-4C02-82DA-EC0BD3BF9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81125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2" name="doc-8-title">
            <a:extLst xmlns:a="http://schemas.openxmlformats.org/drawingml/2006/main">
              <a:ext uri="{FF2B5EF4-FFF2-40B4-BE49-F238E27FC236}">
                <a16:creationId xmlns:a16="http://schemas.microsoft.com/office/drawing/2014/main" id="{9FF867CE-0802-477B-A147-F94E6DBD4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00175"/>
            <a:ext cx="3276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agent-workflow/</a:t>
            </a:r>
          </a:p>
        </p:txBody>
      </p:sp>
      <p:sp>
        <p:nvSpPr>
          <p:cNvPr id="13" name="doc-8-line-0">
            <a:extLst xmlns:a="http://schemas.openxmlformats.org/drawingml/2006/main">
              <a:ext uri="{FF2B5EF4-FFF2-40B4-BE49-F238E27FC236}">
                <a16:creationId xmlns:a16="http://schemas.microsoft.com/office/drawing/2014/main" id="{F2E5379D-3DCC-4E7E-A2EF-86D13D9E5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876425"/>
            <a:ext cx="5734050" cy="55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contract.md          ✓</a:t>
            </a:r>
          </a:p>
        </p:txBody>
      </p:sp>
      <p:sp>
        <p:nvSpPr>
          <p:cNvPr id="14" name="doc-8-line-1">
            <a:extLst xmlns:a="http://schemas.openxmlformats.org/drawingml/2006/main">
              <a:ext uri="{FF2B5EF4-FFF2-40B4-BE49-F238E27FC236}">
                <a16:creationId xmlns:a16="http://schemas.microsoft.com/office/drawing/2014/main" id="{37EA3569-E518-46FF-8107-D725DF4FD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444750"/>
            <a:ext cx="5734050" cy="55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runs/                ✓</a:t>
            </a:r>
          </a:p>
        </p:txBody>
      </p:sp>
      <p:sp>
        <p:nvSpPr>
          <p:cNvPr id="15" name="doc-8-line-2">
            <a:extLst xmlns:a="http://schemas.openxmlformats.org/drawingml/2006/main">
              <a:ext uri="{FF2B5EF4-FFF2-40B4-BE49-F238E27FC236}">
                <a16:creationId xmlns:a16="http://schemas.microsoft.com/office/drawing/2014/main" id="{B00C15ED-A521-408C-94E3-1985EF4B8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13075"/>
            <a:ext cx="5734050" cy="55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failure-trace.jsonl  ✓</a:t>
            </a:r>
          </a:p>
        </p:txBody>
      </p:sp>
      <p:sp>
        <p:nvSpPr>
          <p:cNvPr id="16" name="doc-8-line-3">
            <a:extLst xmlns:a="http://schemas.openxmlformats.org/drawingml/2006/main">
              <a:ext uri="{FF2B5EF4-FFF2-40B4-BE49-F238E27FC236}">
                <a16:creationId xmlns:a16="http://schemas.microsoft.com/office/drawing/2014/main" id="{21BA0337-3A46-4B31-8837-68A9BB450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81400"/>
            <a:ext cx="5734050" cy="55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baseline-report.md   ?</a:t>
            </a:r>
          </a:p>
        </p:txBody>
      </p:sp>
      <p:sp>
        <p:nvSpPr>
          <p:cNvPr id="17" name="doc-8-line-4">
            <a:extLst xmlns:a="http://schemas.openxmlformats.org/drawingml/2006/main">
              <a:ext uri="{FF2B5EF4-FFF2-40B4-BE49-F238E27FC236}">
                <a16:creationId xmlns:a16="http://schemas.microsoft.com/office/drawing/2014/main" id="{54E2CBEC-2C55-48A9-879A-94D9E0978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149725"/>
            <a:ext cx="5734050" cy="55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evaluation-report.md ?</a:t>
            </a:r>
          </a:p>
        </p:txBody>
      </p:sp>
      <p:sp>
        <p:nvSpPr>
          <p:cNvPr id="18" name="doc-8-line-5">
            <a:extLst xmlns:a="http://schemas.openxmlformats.org/drawingml/2006/main">
              <a:ext uri="{FF2B5EF4-FFF2-40B4-BE49-F238E27FC236}">
                <a16:creationId xmlns:a16="http://schemas.microsoft.com/office/drawing/2014/main" id="{D2230D47-FD7F-448A-A341-684DAF9ED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718050"/>
            <a:ext cx="5734050" cy="55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judgment-revision.md ?</a:t>
            </a:r>
          </a:p>
        </p:txBody>
      </p:sp>
      <p:sp>
        <p:nvSpPr>
          <p:cNvPr id="19" name="missing">
            <a:extLst xmlns:a="http://schemas.openxmlformats.org/drawingml/2006/main">
              <a:ext uri="{FF2B5EF4-FFF2-40B4-BE49-F238E27FC236}">
                <a16:creationId xmlns:a16="http://schemas.microsoft.com/office/drawing/2014/main" id="{81D4B84F-305A-4E6D-B44E-96F50E7AB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047875"/>
            <a:ext cx="285750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本课补齐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一张对照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一项失败 / 局限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一条判断修订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评价报告先完成三个可检查字段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9DFDCB3F-394D-44FA-B090-C1343A6EC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c7f38f1d854bf3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76FE2125-625A-4FB2-9A9C-CF33179BD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评价报告先完成三个可检查字段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7A6BABA3-E842-45EF-8968-FEF37A795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来源：lesson-13/slides.md；课程工件与讲义见 speaker notes</a:t>
            </a:r>
          </a:p>
        </p:txBody>
      </p:sp>
      <p:sp>
        <p:nvSpPr>
          <p:cNvPr id="10" name="doc-9-bg">
            <a:extLst xmlns:a="http://schemas.openxmlformats.org/drawingml/2006/main">
              <a:ext uri="{FF2B5EF4-FFF2-40B4-BE49-F238E27FC236}">
                <a16:creationId xmlns:a16="http://schemas.microsoft.com/office/drawing/2014/main" id="{F29E8BDA-286A-4815-9A1F-62EB90FFB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33500"/>
            <a:ext cx="10668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1" name="doc-9-title-bg">
            <a:extLst xmlns:a="http://schemas.openxmlformats.org/drawingml/2006/main">
              <a:ext uri="{FF2B5EF4-FFF2-40B4-BE49-F238E27FC236}">
                <a16:creationId xmlns:a16="http://schemas.microsoft.com/office/drawing/2014/main" id="{35AB1FC8-302C-42E2-9486-634E203A0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33500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2" name="doc-9-title">
            <a:extLst xmlns:a="http://schemas.openxmlformats.org/drawingml/2006/main">
              <a:ext uri="{FF2B5EF4-FFF2-40B4-BE49-F238E27FC236}">
                <a16:creationId xmlns:a16="http://schemas.microsoft.com/office/drawing/2014/main" id="{A6EAE291-47BE-4143-9541-3C8357EA0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352550"/>
            <a:ext cx="3276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evaluation-report.md</a:t>
            </a:r>
          </a:p>
        </p:txBody>
      </p:sp>
      <p:sp>
        <p:nvSpPr>
          <p:cNvPr id="13" name="doc-9-line-0">
            <a:extLst xmlns:a="http://schemas.openxmlformats.org/drawingml/2006/main">
              <a:ext uri="{FF2B5EF4-FFF2-40B4-BE49-F238E27FC236}">
                <a16:creationId xmlns:a16="http://schemas.microsoft.com/office/drawing/2014/main" id="{38D8ACDE-1259-4DE8-B9ED-254155FDA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28800"/>
            <a:ext cx="1021080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## 结果对照｜输入、条件、运行数、主指标与结果</a:t>
            </a:r>
          </a:p>
        </p:txBody>
      </p:sp>
      <p:sp>
        <p:nvSpPr>
          <p:cNvPr id="14" name="doc-9-line-1">
            <a:extLst xmlns:a="http://schemas.openxmlformats.org/drawingml/2006/main">
              <a:ext uri="{FF2B5EF4-FFF2-40B4-BE49-F238E27FC236}">
                <a16:creationId xmlns:a16="http://schemas.microsoft.com/office/drawing/2014/main" id="{2B06B9DA-23D3-4556-935C-D1C79B496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728913"/>
            <a:ext cx="1021080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## 失败或局限｜表现、根因、边界与下一步</a:t>
            </a:r>
          </a:p>
        </p:txBody>
      </p:sp>
      <p:sp>
        <p:nvSpPr>
          <p:cNvPr id="15" name="doc-9-line-2">
            <a:extLst xmlns:a="http://schemas.openxmlformats.org/drawingml/2006/main">
              <a:ext uri="{FF2B5EF4-FFF2-40B4-BE49-F238E27FC236}">
                <a16:creationId xmlns:a16="http://schemas.microsoft.com/office/drawing/2014/main" id="{B33481FF-295D-4072-B14B-B568E1377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629025"/>
            <a:ext cx="1021080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## 判断修订｜支持 / 反驳 / 仍不能判断 + 证据理由</a:t>
            </a:r>
          </a:p>
        </p:txBody>
      </p:sp>
      <p:sp>
        <p:nvSpPr>
          <p:cNvPr id="16" name="doc-9-line-3">
            <a:extLst xmlns:a="http://schemas.openxmlformats.org/drawingml/2006/main">
              <a:ext uri="{FF2B5EF4-FFF2-40B4-BE49-F238E27FC236}">
                <a16:creationId xmlns:a16="http://schemas.microsoft.com/office/drawing/2014/main" id="{607F3BE3-C660-4784-BC79-28C3EA8E4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529138"/>
            <a:ext cx="1021080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课后补全｜人工审核、充分性、威胁、伦理与 10 项自查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实际影响需要结果对照与结论边界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F488984F-14EC-4DB2-893F-9BBC9DC75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d06bb2cc734aaf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4FAB7D08-681C-4C6B-B6A5-72CCA856D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实际影响需要结果对照与结论边界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353507C6-B39D-4928-A735-5946458C0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来源：lesson-13/slides.md；课程工件与讲义见 speaker notes</a:t>
            </a:r>
          </a:p>
        </p:txBody>
      </p:sp>
      <p:sp>
        <p:nvSpPr>
          <p:cNvPr id="10" name="fiction">
            <a:extLst xmlns:a="http://schemas.openxmlformats.org/drawingml/2006/main">
              <a:ext uri="{FF2B5EF4-FFF2-40B4-BE49-F238E27FC236}">
                <a16:creationId xmlns:a16="http://schemas.microsoft.com/office/drawing/2014/main" id="{FD57F5C2-F22D-4E24-9EC9-1B039DF22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85825"/>
            <a:ext cx="105727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课程虚构教学案例</a:t>
            </a:r>
          </a:p>
        </p:txBody>
      </p:sp>
      <p:graphicFrame>
        <p:nvGraphicFramePr>
          <p:cNvPr id="24" name="Chart"/>
          <p:cNvGraphicFramePr/>
          <p:nvPr/>
        </p:nvGraphicFramePr>
        <p:xfrm>
          <a:off xmlns:a="http://schemas.openxmlformats.org/drawingml/2006/main" x="666750" y="1714500"/>
          <a:ext xmlns:a="http://schemas.openxmlformats.org/drawingml/2006/main" cx="6191250" cy="3333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eba37f628cc4dbc"/>
          </a:graphicData>
        </a:graphic>
      </p:graphicFrame>
      <p:sp>
        <p:nvSpPr>
          <p:cNvPr id="12" name="chart-context">
            <a:extLst xmlns:a="http://schemas.openxmlformats.org/drawingml/2006/main">
              <a:ext uri="{FF2B5EF4-FFF2-40B4-BE49-F238E27FC236}">
                <a16:creationId xmlns:a16="http://schemas.microsoft.com/office/drawing/2014/main" id="{DB057148-6748-40BC-9C4C-5AA103429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43500"/>
            <a:ext cx="6191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同一批 20 篇 × 两条件 × 各 3 次 = 120 份输出</a:t>
            </a:r>
          </a:p>
        </p:txBody>
      </p:sp>
      <p:sp>
        <p:nvSpPr>
          <p:cNvPr id="13" name="impact">
            <a:extLst xmlns:a="http://schemas.openxmlformats.org/drawingml/2006/main">
              <a:ext uri="{FF2B5EF4-FFF2-40B4-BE49-F238E27FC236}">
                <a16:creationId xmlns:a16="http://schemas.microsoft.com/office/drawing/2014/main" id="{2D380C76-7576-4073-8856-F6C673063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619250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实际影响</a:t>
            </a:r>
          </a:p>
        </p:txBody>
      </p:sp>
      <p:sp>
        <p:nvSpPr>
          <p:cNvPr id="14" name="impact-text">
            <a:extLst xmlns:a="http://schemas.openxmlformats.org/drawingml/2006/main">
              <a:ext uri="{FF2B5EF4-FFF2-40B4-BE49-F238E27FC236}">
                <a16:creationId xmlns:a16="http://schemas.microsoft.com/office/drawing/2014/main" id="{7CC239A8-BB91-420D-8200-23F5E7298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143125"/>
            <a:ext cx="3714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阅读卡条件的限定条件遗漏率较低，方向支持 H1。</a:t>
            </a:r>
          </a:p>
        </p:txBody>
      </p:sp>
      <p:sp>
        <p:nvSpPr>
          <p:cNvPr id="15" name="limit">
            <a:extLst xmlns:a="http://schemas.openxmlformats.org/drawingml/2006/main">
              <a:ext uri="{FF2B5EF4-FFF2-40B4-BE49-F238E27FC236}">
                <a16:creationId xmlns:a16="http://schemas.microsoft.com/office/drawing/2014/main" id="{8545183A-F504-4905-A1DF-A20C20073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619500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1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结论边界</a:t>
            </a:r>
          </a:p>
        </p:txBody>
      </p:sp>
      <p:sp>
        <p:nvSpPr>
          <p:cNvPr id="16" name="limit-text">
            <a:extLst xmlns:a="http://schemas.openxmlformats.org/drawingml/2006/main">
              <a:ext uri="{FF2B5EF4-FFF2-40B4-BE49-F238E27FC236}">
                <a16:creationId xmlns:a16="http://schemas.microsoft.com/office/drawing/2014/main" id="{FF2FFCB6-ED05-4DA3-892E-DCC0A741B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095750"/>
            <a:ext cx="3714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A1 / A2 / A3 未排除；机制仍不能判断。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评价维度由科研问题决定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E5B3003-2C54-13C6-9832-7637201064DE}" type="slidenum">
              <a:t>5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158EBD8B-0EB5-48B4-A04A-57153A860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ba3be25a33413e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914F534C-C39C-449B-A935-5959CCA14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评价维度由科研问题决定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A6A0F569-20A3-43BA-95BA-DBAE08985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来源：lesson-13/slides.md；课程工件与讲义见 speaker notes</a:t>
            </a:r>
          </a:p>
        </p:txBody>
      </p:sp>
      <p:sp>
        <p:nvSpPr>
          <p:cNvPr id="10" name="question">
            <a:extLst xmlns:a="http://schemas.openxmlformats.org/drawingml/2006/main">
              <a:ext uri="{FF2B5EF4-FFF2-40B4-BE49-F238E27FC236}">
                <a16:creationId xmlns:a16="http://schemas.microsoft.com/office/drawing/2014/main" id="{ABF08EC5-878E-469F-9921-BCC896A63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1428750"/>
            <a:ext cx="7429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3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工作流是否降低限定条件遗漏率？</a:t>
            </a:r>
          </a:p>
        </p:txBody>
      </p:sp>
      <p:sp>
        <p:nvSpPr>
          <p:cNvPr id="11" name="chain-line-0">
            <a:extLst xmlns:a="http://schemas.openxmlformats.org/drawingml/2006/main">
              <a:ext uri="{FF2B5EF4-FFF2-40B4-BE49-F238E27FC236}">
                <a16:creationId xmlns:a16="http://schemas.microsoft.com/office/drawing/2014/main" id="{B585BD39-F1E4-4C0D-A621-98FCAF5FD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67150"/>
            <a:ext cx="200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2" name="chain-0">
            <a:extLst xmlns:a="http://schemas.openxmlformats.org/drawingml/2006/main">
              <a:ext uri="{FF2B5EF4-FFF2-40B4-BE49-F238E27FC236}">
                <a16:creationId xmlns:a16="http://schemas.microsoft.com/office/drawing/2014/main" id="{D75CE953-DF0A-4255-9B0C-EE708BBB6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143250"/>
            <a:ext cx="200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主指标</a:t>
            </a:r>
          </a:p>
        </p:txBody>
      </p:sp>
      <p:sp>
        <p:nvSpPr>
          <p:cNvPr id="13" name="chain-arrow-0">
            <a:extLst xmlns:a="http://schemas.openxmlformats.org/drawingml/2006/main">
              <a:ext uri="{FF2B5EF4-FFF2-40B4-BE49-F238E27FC236}">
                <a16:creationId xmlns:a16="http://schemas.microsoft.com/office/drawing/2014/main" id="{371CF8E6-1F32-4D11-B304-17DE7BA40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314700"/>
            <a:ext cx="69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4" name="chain-sub-0">
            <a:extLst xmlns:a="http://schemas.openxmlformats.org/drawingml/2006/main">
              <a:ext uri="{FF2B5EF4-FFF2-40B4-BE49-F238E27FC236}">
                <a16:creationId xmlns:a16="http://schemas.microsoft.com/office/drawing/2014/main" id="{5D15BE5E-E18E-4CB7-87DA-29D8D1D2E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01955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人工基准遗漏率</a:t>
            </a:r>
          </a:p>
        </p:txBody>
      </p:sp>
      <p:sp>
        <p:nvSpPr>
          <p:cNvPr id="15" name="chain-line-1">
            <a:extLst xmlns:a="http://schemas.openxmlformats.org/drawingml/2006/main">
              <a:ext uri="{FF2B5EF4-FFF2-40B4-BE49-F238E27FC236}">
                <a16:creationId xmlns:a16="http://schemas.microsoft.com/office/drawing/2014/main" id="{EB524381-F3CB-4EDD-B3F1-874A0FDB0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6500" y="3867150"/>
            <a:ext cx="200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6" name="chain-1">
            <a:extLst xmlns:a="http://schemas.openxmlformats.org/drawingml/2006/main">
              <a:ext uri="{FF2B5EF4-FFF2-40B4-BE49-F238E27FC236}">
                <a16:creationId xmlns:a16="http://schemas.microsoft.com/office/drawing/2014/main" id="{2C15E4FF-621C-48F2-A231-C89C92FC4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6500" y="3143250"/>
            <a:ext cx="200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运行风险</a:t>
            </a:r>
          </a:p>
        </p:txBody>
      </p:sp>
      <p:sp>
        <p:nvSpPr>
          <p:cNvPr id="17" name="chain-arrow-1">
            <a:extLst xmlns:a="http://schemas.openxmlformats.org/drawingml/2006/main">
              <a:ext uri="{FF2B5EF4-FFF2-40B4-BE49-F238E27FC236}">
                <a16:creationId xmlns:a16="http://schemas.microsoft.com/office/drawing/2014/main" id="{AF29A17A-7397-4D3A-8D1B-14B711967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46750" y="3314700"/>
            <a:ext cx="69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8" name="chain-sub-1">
            <a:extLst xmlns:a="http://schemas.openxmlformats.org/drawingml/2006/main">
              <a:ext uri="{FF2B5EF4-FFF2-40B4-BE49-F238E27FC236}">
                <a16:creationId xmlns:a16="http://schemas.microsoft.com/office/drawing/2014/main" id="{CBCE9422-1DD3-4AA0-B32B-342C9155E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6500" y="401955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失败率 / 无效输出</a:t>
            </a:r>
          </a:p>
        </p:txBody>
      </p:sp>
      <p:sp>
        <p:nvSpPr>
          <p:cNvPr id="19" name="chain-line-2">
            <a:extLst xmlns:a="http://schemas.openxmlformats.org/drawingml/2006/main">
              <a:ext uri="{FF2B5EF4-FFF2-40B4-BE49-F238E27FC236}">
                <a16:creationId xmlns:a16="http://schemas.microsoft.com/office/drawing/2014/main" id="{65C9FACB-B324-47CF-A3CF-6BBD5DAD2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5250" y="3867150"/>
            <a:ext cx="200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20" name="chain-2">
            <a:extLst xmlns:a="http://schemas.openxmlformats.org/drawingml/2006/main">
              <a:ext uri="{FF2B5EF4-FFF2-40B4-BE49-F238E27FC236}">
                <a16:creationId xmlns:a16="http://schemas.microsoft.com/office/drawing/2014/main" id="{159C1BE9-6EAA-41D5-8931-024ABE54D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5250" y="3143250"/>
            <a:ext cx="200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人工代价</a:t>
            </a:r>
          </a:p>
        </p:txBody>
      </p:sp>
      <p:sp>
        <p:nvSpPr>
          <p:cNvPr id="21" name="chain-arrow-2">
            <a:extLst xmlns:a="http://schemas.openxmlformats.org/drawingml/2006/main">
              <a:ext uri="{FF2B5EF4-FFF2-40B4-BE49-F238E27FC236}">
                <a16:creationId xmlns:a16="http://schemas.microsoft.com/office/drawing/2014/main" id="{89FF899D-2F96-43C7-AB5C-099BE7204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5500" y="3314700"/>
            <a:ext cx="69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2" name="chain-sub-2">
            <a:extLst xmlns:a="http://schemas.openxmlformats.org/drawingml/2006/main">
              <a:ext uri="{FF2B5EF4-FFF2-40B4-BE49-F238E27FC236}">
                <a16:creationId xmlns:a16="http://schemas.microsoft.com/office/drawing/2014/main" id="{F6957AC3-DAF8-4864-B677-7361DD311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5250" y="401955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修订量 / 时间</a:t>
            </a:r>
          </a:p>
        </p:txBody>
      </p:sp>
      <p:sp>
        <p:nvSpPr>
          <p:cNvPr id="23" name="chain-line-3">
            <a:extLst xmlns:a="http://schemas.openxmlformats.org/drawingml/2006/main">
              <a:ext uri="{FF2B5EF4-FFF2-40B4-BE49-F238E27FC236}">
                <a16:creationId xmlns:a16="http://schemas.microsoft.com/office/drawing/2014/main" id="{78D95563-8FA5-47D4-ADD3-94DEA65E4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867150"/>
            <a:ext cx="200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24" name="chain-3">
            <a:extLst xmlns:a="http://schemas.openxmlformats.org/drawingml/2006/main">
              <a:ext uri="{FF2B5EF4-FFF2-40B4-BE49-F238E27FC236}">
                <a16:creationId xmlns:a16="http://schemas.microsoft.com/office/drawing/2014/main" id="{BD214343-2F32-4AF6-B5B9-0BF475353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143250"/>
            <a:ext cx="200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权限风险</a:t>
            </a:r>
          </a:p>
        </p:txBody>
      </p:sp>
      <p:sp>
        <p:nvSpPr>
          <p:cNvPr id="25" name="chain-sub-3">
            <a:extLst xmlns:a="http://schemas.openxmlformats.org/drawingml/2006/main">
              <a:ext uri="{FF2B5EF4-FFF2-40B4-BE49-F238E27FC236}">
                <a16:creationId xmlns:a16="http://schemas.microsoft.com/office/drawing/2014/main" id="{9B9D81F9-D21F-4255-8AE6-548DD16A0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01955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越权 / 外发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评价协议固定输入、对照与独立评分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6963C915-7CDF-4DF4-85D2-4143515AF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0e0800f431478c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F8DB8B7A-31E1-4406-80AC-EED0C0A5D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评价协议固定输入、对照与独立评分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351E2E49-C905-4D57-909A-93499C9DA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来源：lesson-13/slides.md；课程工件与讲义见 speaker notes</a:t>
            </a:r>
          </a:p>
        </p:txBody>
      </p:sp>
      <p:sp>
        <p:nvSpPr>
          <p:cNvPr id="10" name="fiction">
            <a:extLst xmlns:a="http://schemas.openxmlformats.org/drawingml/2006/main">
              <a:ext uri="{FF2B5EF4-FFF2-40B4-BE49-F238E27FC236}">
                <a16:creationId xmlns:a16="http://schemas.microsoft.com/office/drawing/2014/main" id="{2191373C-8368-4B4A-AC42-6DBDF8C17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85825"/>
            <a:ext cx="105727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课程虚构教学案例</a:t>
            </a:r>
          </a:p>
        </p:txBody>
      </p:sp>
      <p:sp>
        <p:nvSpPr>
          <p:cNvPr id="11" name="chain-line-0">
            <a:extLst xmlns:a="http://schemas.openxmlformats.org/drawingml/2006/main">
              <a:ext uri="{FF2B5EF4-FFF2-40B4-BE49-F238E27FC236}">
                <a16:creationId xmlns:a16="http://schemas.microsoft.com/office/drawing/2014/main" id="{3FB44CDA-80C1-42C1-8A29-9A4649FA1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724150"/>
            <a:ext cx="1714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2" name="chain-0">
            <a:extLst xmlns:a="http://schemas.openxmlformats.org/drawingml/2006/main">
              <a:ext uri="{FF2B5EF4-FFF2-40B4-BE49-F238E27FC236}">
                <a16:creationId xmlns:a16="http://schemas.microsoft.com/office/drawing/2014/main" id="{5B7F882E-9376-4551-A09E-BF9CC915C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000250"/>
            <a:ext cx="171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20 篇论文</a:t>
            </a:r>
          </a:p>
        </p:txBody>
      </p:sp>
      <p:sp>
        <p:nvSpPr>
          <p:cNvPr id="13" name="chain-arrow-0">
            <a:extLst xmlns:a="http://schemas.openxmlformats.org/drawingml/2006/main">
              <a:ext uri="{FF2B5EF4-FFF2-40B4-BE49-F238E27FC236}">
                <a16:creationId xmlns:a16="http://schemas.microsoft.com/office/drawing/2014/main" id="{EE7017E3-C206-4824-B708-9E289932D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2171700"/>
            <a:ext cx="595313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4" name="chain-sub-0">
            <a:extLst xmlns:a="http://schemas.openxmlformats.org/drawingml/2006/main">
              <a:ext uri="{FF2B5EF4-FFF2-40B4-BE49-F238E27FC236}">
                <a16:creationId xmlns:a16="http://schemas.microsoft.com/office/drawing/2014/main" id="{235DE21F-A7A4-4A07-AC63-78003EB35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876550"/>
            <a:ext cx="1714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同一输入</a:t>
            </a:r>
          </a:p>
        </p:txBody>
      </p:sp>
      <p:sp>
        <p:nvSpPr>
          <p:cNvPr id="15" name="chain-line-1">
            <a:extLst xmlns:a="http://schemas.openxmlformats.org/drawingml/2006/main">
              <a:ext uri="{FF2B5EF4-FFF2-40B4-BE49-F238E27FC236}">
                <a16:creationId xmlns:a16="http://schemas.microsoft.com/office/drawing/2014/main" id="{990E6C7C-E19F-4508-B55E-826E4D271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8938" y="2724150"/>
            <a:ext cx="1714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6" name="chain-1">
            <a:extLst xmlns:a="http://schemas.openxmlformats.org/drawingml/2006/main">
              <a:ext uri="{FF2B5EF4-FFF2-40B4-BE49-F238E27FC236}">
                <a16:creationId xmlns:a16="http://schemas.microsoft.com/office/drawing/2014/main" id="{72953135-8F4B-42B6-B431-77A3D77BE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8938" y="2000250"/>
            <a:ext cx="171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阅读卡 / 自由摘要</a:t>
            </a:r>
          </a:p>
        </p:txBody>
      </p:sp>
      <p:sp>
        <p:nvSpPr>
          <p:cNvPr id="17" name="chain-arrow-1">
            <a:extLst xmlns:a="http://schemas.openxmlformats.org/drawingml/2006/main">
              <a:ext uri="{FF2B5EF4-FFF2-40B4-BE49-F238E27FC236}">
                <a16:creationId xmlns:a16="http://schemas.microsoft.com/office/drawing/2014/main" id="{723A20C4-736D-43E1-BAB2-FEF1FB36F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3438" y="2171700"/>
            <a:ext cx="595313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8" name="chain-sub-1">
            <a:extLst xmlns:a="http://schemas.openxmlformats.org/drawingml/2006/main">
              <a:ext uri="{FF2B5EF4-FFF2-40B4-BE49-F238E27FC236}">
                <a16:creationId xmlns:a16="http://schemas.microsoft.com/office/drawing/2014/main" id="{8D2453A4-B8D0-42DF-9DC9-150EAC66C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8938" y="2876550"/>
            <a:ext cx="1714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同模型 / 解码 / 长度</a:t>
            </a:r>
          </a:p>
        </p:txBody>
      </p:sp>
      <p:sp>
        <p:nvSpPr>
          <p:cNvPr id="19" name="chain-line-2">
            <a:extLst xmlns:a="http://schemas.openxmlformats.org/drawingml/2006/main">
              <a:ext uri="{FF2B5EF4-FFF2-40B4-BE49-F238E27FC236}">
                <a16:creationId xmlns:a16="http://schemas.microsoft.com/office/drawing/2014/main" id="{EFE9CE8D-91FC-47DB-992D-5B64C6580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724150"/>
            <a:ext cx="1714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20" name="chain-2">
            <a:extLst xmlns:a="http://schemas.openxmlformats.org/drawingml/2006/main">
              <a:ext uri="{FF2B5EF4-FFF2-40B4-BE49-F238E27FC236}">
                <a16:creationId xmlns:a16="http://schemas.microsoft.com/office/drawing/2014/main" id="{F8BF499F-657B-4EE7-A2B2-7D4F88F12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000250"/>
            <a:ext cx="171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各运行 3 次</a:t>
            </a:r>
          </a:p>
        </p:txBody>
      </p:sp>
      <p:sp>
        <p:nvSpPr>
          <p:cNvPr id="21" name="chain-arrow-2">
            <a:extLst xmlns:a="http://schemas.openxmlformats.org/drawingml/2006/main">
              <a:ext uri="{FF2B5EF4-FFF2-40B4-BE49-F238E27FC236}">
                <a16:creationId xmlns:a16="http://schemas.microsoft.com/office/drawing/2014/main" id="{8FCFFBB6-61EC-4FE5-904A-B3CAB69CA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171700"/>
            <a:ext cx="595313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2" name="chain-sub-2">
            <a:extLst xmlns:a="http://schemas.openxmlformats.org/drawingml/2006/main">
              <a:ext uri="{FF2B5EF4-FFF2-40B4-BE49-F238E27FC236}">
                <a16:creationId xmlns:a16="http://schemas.microsoft.com/office/drawing/2014/main" id="{3C20331F-1DE1-4AF7-AA08-5A28142EE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876550"/>
            <a:ext cx="1714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绑定配置与 run ID</a:t>
            </a:r>
          </a:p>
        </p:txBody>
      </p:sp>
      <p:sp>
        <p:nvSpPr>
          <p:cNvPr id="23" name="chain-line-3">
            <a:extLst xmlns:a="http://schemas.openxmlformats.org/drawingml/2006/main">
              <a:ext uri="{FF2B5EF4-FFF2-40B4-BE49-F238E27FC236}">
                <a16:creationId xmlns:a16="http://schemas.microsoft.com/office/drawing/2014/main" id="{85D536E4-D6E0-47E9-A0C8-73C41FF03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8563" y="2724150"/>
            <a:ext cx="1714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24" name="chain-3">
            <a:extLst xmlns:a="http://schemas.openxmlformats.org/drawingml/2006/main">
              <a:ext uri="{FF2B5EF4-FFF2-40B4-BE49-F238E27FC236}">
                <a16:creationId xmlns:a16="http://schemas.microsoft.com/office/drawing/2014/main" id="{64277E5F-7261-424F-A2E2-6AEF4C125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8563" y="2000250"/>
            <a:ext cx="171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120 份输出</a:t>
            </a:r>
          </a:p>
        </p:txBody>
      </p:sp>
      <p:sp>
        <p:nvSpPr>
          <p:cNvPr id="25" name="chain-arrow-3">
            <a:extLst xmlns:a="http://schemas.openxmlformats.org/drawingml/2006/main">
              <a:ext uri="{FF2B5EF4-FFF2-40B4-BE49-F238E27FC236}">
                <a16:creationId xmlns:a16="http://schemas.microsoft.com/office/drawing/2014/main" id="{AD9C93D4-BB31-44F5-B1D4-2633C164B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3063" y="2171700"/>
            <a:ext cx="595313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6" name="chain-sub-3">
            <a:extLst xmlns:a="http://schemas.openxmlformats.org/drawingml/2006/main">
              <a:ext uri="{FF2B5EF4-FFF2-40B4-BE49-F238E27FC236}">
                <a16:creationId xmlns:a16="http://schemas.microsoft.com/office/drawing/2014/main" id="{EC9706CF-57BF-4BEB-930E-D79D75A46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8563" y="2876550"/>
            <a:ext cx="1714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失败仍计数</a:t>
            </a:r>
          </a:p>
        </p:txBody>
      </p:sp>
      <p:sp>
        <p:nvSpPr>
          <p:cNvPr id="27" name="chain-line-4">
            <a:extLst xmlns:a="http://schemas.openxmlformats.org/drawingml/2006/main">
              <a:ext uri="{FF2B5EF4-FFF2-40B4-BE49-F238E27FC236}">
                <a16:creationId xmlns:a16="http://schemas.microsoft.com/office/drawing/2014/main" id="{8B124448-1EDA-40F4-8CBE-16A0E6A14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2724150"/>
            <a:ext cx="1714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D5B"/>
          </a:solidFill>
          <a:ln xmlns:a="http://schemas.openxmlformats.org/drawingml/2006/main" w="0">
            <a:noFill/>
          </a:ln>
        </p:spPr>
      </p:sp>
      <p:sp>
        <p:nvSpPr>
          <p:cNvPr id="28" name="chain-4">
            <a:extLst xmlns:a="http://schemas.openxmlformats.org/drawingml/2006/main">
              <a:ext uri="{FF2B5EF4-FFF2-40B4-BE49-F238E27FC236}">
                <a16:creationId xmlns:a16="http://schemas.microsoft.com/office/drawing/2014/main" id="{3B81B55A-9F07-4735-AFD6-94C67266B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2000250"/>
            <a:ext cx="171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人工基准评分</a:t>
            </a:r>
          </a:p>
        </p:txBody>
      </p:sp>
      <p:sp>
        <p:nvSpPr>
          <p:cNvPr id="29" name="chain-sub-4">
            <a:extLst xmlns:a="http://schemas.openxmlformats.org/drawingml/2006/main">
              <a:ext uri="{FF2B5EF4-FFF2-40B4-BE49-F238E27FC236}">
                <a16:creationId xmlns:a16="http://schemas.microsoft.com/office/drawing/2014/main" id="{BEFF1283-4AC1-433C-9032-C4B8FD2CE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2876550"/>
            <a:ext cx="1714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生成器不可读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评价报告必须写出判断变化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8D905B5B-51DB-4BFE-89E0-7EBDFD6E4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b0f89beef24f20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2F352534-8A31-46F9-938E-74253A61E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评价报告必须写出判断变化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E80CA47A-756B-4550-B193-215B05269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来源：lesson-13/slides.md；课程工件与讲义见 speaker notes</a:t>
            </a:r>
          </a:p>
        </p:txBody>
      </p:sp>
      <p:sp>
        <p:nvSpPr>
          <p:cNvPr id="10" name="doc-10-bg">
            <a:extLst xmlns:a="http://schemas.openxmlformats.org/drawingml/2006/main">
              <a:ext uri="{FF2B5EF4-FFF2-40B4-BE49-F238E27FC236}">
                <a16:creationId xmlns:a16="http://schemas.microsoft.com/office/drawing/2014/main" id="{DF859EDA-C354-43A6-B0C7-8FE74818E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6858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1" name="doc-10-title-bg">
            <a:extLst xmlns:a="http://schemas.openxmlformats.org/drawingml/2006/main">
              <a:ext uri="{FF2B5EF4-FFF2-40B4-BE49-F238E27FC236}">
                <a16:creationId xmlns:a16="http://schemas.microsoft.com/office/drawing/2014/main" id="{62A481DC-4200-46EA-92CC-9EF46CE5C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2" name="doc-10-title">
            <a:extLst xmlns:a="http://schemas.openxmlformats.org/drawingml/2006/main">
              <a:ext uri="{FF2B5EF4-FFF2-40B4-BE49-F238E27FC236}">
                <a16:creationId xmlns:a16="http://schemas.microsoft.com/office/drawing/2014/main" id="{B5363F98-50E6-4602-86F5-B445AFF33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0175"/>
            <a:ext cx="3276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evaluation-report.md</a:t>
            </a:r>
          </a:p>
        </p:txBody>
      </p:sp>
      <p:sp>
        <p:nvSpPr>
          <p:cNvPr id="13" name="doc-10-line-0">
            <a:extLst xmlns:a="http://schemas.openxmlformats.org/drawingml/2006/main">
              <a:ext uri="{FF2B5EF4-FFF2-40B4-BE49-F238E27FC236}">
                <a16:creationId xmlns:a16="http://schemas.microsoft.com/office/drawing/2014/main" id="{9B500E59-BA17-4BB3-B2A2-F6E0A7DF4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76425"/>
            <a:ext cx="6400800" cy="55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评价问题｜工作流是否降低遗漏率？</a:t>
            </a:r>
          </a:p>
        </p:txBody>
      </p:sp>
      <p:sp>
        <p:nvSpPr>
          <p:cNvPr id="14" name="doc-10-line-1">
            <a:extLst xmlns:a="http://schemas.openxmlformats.org/drawingml/2006/main">
              <a:ext uri="{FF2B5EF4-FFF2-40B4-BE49-F238E27FC236}">
                <a16:creationId xmlns:a16="http://schemas.microsoft.com/office/drawing/2014/main" id="{98B03A5D-6F35-48A6-9666-0EA87851C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44750"/>
            <a:ext cx="6400800" cy="55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baseline / 对照｜自由摘要条件</a:t>
            </a:r>
          </a:p>
        </p:txBody>
      </p:sp>
      <p:sp>
        <p:nvSpPr>
          <p:cNvPr id="15" name="doc-10-line-2">
            <a:extLst xmlns:a="http://schemas.openxmlformats.org/drawingml/2006/main">
              <a:ext uri="{FF2B5EF4-FFF2-40B4-BE49-F238E27FC236}">
                <a16:creationId xmlns:a16="http://schemas.microsoft.com/office/drawing/2014/main" id="{37196E79-8368-42D5-8751-C40A9C8D0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13075"/>
            <a:ext cx="6400800" cy="55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结果｜0.18 与 0.31（课程虚构数据）</a:t>
            </a:r>
          </a:p>
        </p:txBody>
      </p:sp>
      <p:sp>
        <p:nvSpPr>
          <p:cNvPr id="16" name="doc-10-line-3">
            <a:extLst xmlns:a="http://schemas.openxmlformats.org/drawingml/2006/main">
              <a:ext uri="{FF2B5EF4-FFF2-40B4-BE49-F238E27FC236}">
                <a16:creationId xmlns:a16="http://schemas.microsoft.com/office/drawing/2014/main" id="{F3A536B8-6DC9-44EE-8A97-63E565A8E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81400"/>
            <a:ext cx="6400800" cy="55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实际影响｜方向支持 H1</a:t>
            </a:r>
          </a:p>
        </p:txBody>
      </p:sp>
      <p:sp>
        <p:nvSpPr>
          <p:cNvPr id="17" name="doc-10-line-4">
            <a:extLst xmlns:a="http://schemas.openxmlformats.org/drawingml/2006/main">
              <a:ext uri="{FF2B5EF4-FFF2-40B4-BE49-F238E27FC236}">
                <a16:creationId xmlns:a16="http://schemas.microsoft.com/office/drawing/2014/main" id="{89DDD71F-C4AD-4028-AB77-3A7AEC41C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49725"/>
            <a:ext cx="6400800" cy="55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判断变化｜机制从“待检验”改为“仍不能判断”</a:t>
            </a:r>
          </a:p>
        </p:txBody>
      </p:sp>
      <p:sp>
        <p:nvSpPr>
          <p:cNvPr id="18" name="doc-10-line-5">
            <a:extLst xmlns:a="http://schemas.openxmlformats.org/drawingml/2006/main">
              <a:ext uri="{FF2B5EF4-FFF2-40B4-BE49-F238E27FC236}">
                <a16:creationId xmlns:a16="http://schemas.microsoft.com/office/drawing/2014/main" id="{B97B4F12-DE6F-4403-A979-22F790BAD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18050"/>
            <a:ext cx="6400800" cy="55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组件决定｜保留字段约束，补测 A1/A2/A3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结果进入三态判断，机制仍待区分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D655CCB0-3DD3-400F-977F-0970E2603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3816cb4ea74918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61F343AA-CD92-4481-953A-6E3D4D8A1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结果进入三态判断，机制仍待区分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39887948-5E9F-419C-BDA6-9C18557A9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来源：lesson-13/slides.md；课程工件与讲义见 speaker notes</a:t>
            </a:r>
          </a:p>
        </p:txBody>
      </p:sp>
      <p:sp>
        <p:nvSpPr>
          <p:cNvPr id="10" name="fiction">
            <a:extLst xmlns:a="http://schemas.openxmlformats.org/drawingml/2006/main">
              <a:ext uri="{FF2B5EF4-FFF2-40B4-BE49-F238E27FC236}">
                <a16:creationId xmlns:a16="http://schemas.microsoft.com/office/drawing/2014/main" id="{C99B7F70-8C67-4314-A66C-E0F2EE202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85825"/>
            <a:ext cx="105727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课程虚构教学案例</a:t>
            </a:r>
          </a:p>
        </p:txBody>
      </p:sp>
      <p:sp>
        <p:nvSpPr>
          <p:cNvPr id="11" name="obs">
            <a:extLst xmlns:a="http://schemas.openxmlformats.org/drawingml/2006/main">
              <a:ext uri="{FF2B5EF4-FFF2-40B4-BE49-F238E27FC236}">
                <a16:creationId xmlns:a16="http://schemas.microsoft.com/office/drawing/2014/main" id="{9CFCC9E9-3DEE-433D-AFE0-BDF2FE254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81250"/>
            <a:ext cx="23812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3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观察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3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0.18 &lt; 0.31</a:t>
            </a:r>
          </a:p>
        </p:txBody>
      </p:sp>
      <p:sp>
        <p:nvSpPr>
          <p:cNvPr id="12" name="oa">
            <a:extLst xmlns:a="http://schemas.openxmlformats.org/drawingml/2006/main">
              <a:ext uri="{FF2B5EF4-FFF2-40B4-BE49-F238E27FC236}">
                <a16:creationId xmlns:a16="http://schemas.microsoft.com/office/drawing/2014/main" id="{46727825-15F4-4D10-81A3-2D6912FAB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6670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3" name="h1">
            <a:extLst xmlns:a="http://schemas.openxmlformats.org/drawingml/2006/main">
              <a:ext uri="{FF2B5EF4-FFF2-40B4-BE49-F238E27FC236}">
                <a16:creationId xmlns:a16="http://schemas.microsoft.com/office/drawing/2014/main" id="{FD10CCA2-6295-4544-A426-B4FE7AC85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952625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6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6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H1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6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6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方向支持</a:t>
            </a:r>
          </a:p>
        </p:txBody>
      </p:sp>
      <p:sp>
        <p:nvSpPr>
          <p:cNvPr id="14" name="alts">
            <a:extLst xmlns:a="http://schemas.openxmlformats.org/drawingml/2006/main">
              <a:ext uri="{FF2B5EF4-FFF2-40B4-BE49-F238E27FC236}">
                <a16:creationId xmlns:a16="http://schemas.microsoft.com/office/drawing/2014/main" id="{DDE90282-32C0-42DC-8227-6D772A520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286125"/>
            <a:ext cx="2190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A1 任务转移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A2 标注提示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A3 文档结构</a:t>
            </a:r>
          </a:p>
        </p:txBody>
      </p:sp>
      <p:sp>
        <p:nvSpPr>
          <p:cNvPr id="15" name="ab">
            <a:extLst xmlns:a="http://schemas.openxmlformats.org/drawingml/2006/main">
              <a:ext uri="{FF2B5EF4-FFF2-40B4-BE49-F238E27FC236}">
                <a16:creationId xmlns:a16="http://schemas.microsoft.com/office/drawing/2014/main" id="{841C6AF0-A52E-4233-AB70-4BE574ED0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6670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6" name="verdict">
            <a:extLst xmlns:a="http://schemas.openxmlformats.org/drawingml/2006/main">
              <a:ext uri="{FF2B5EF4-FFF2-40B4-BE49-F238E27FC236}">
                <a16:creationId xmlns:a16="http://schemas.microsoft.com/office/drawing/2014/main" id="{F546CF80-E390-4D4E-AA38-74F2BAEDB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333625"/>
            <a:ext cx="32385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30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机制结论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30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仍不能判断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正向、负向与冲突结果在同一记录中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B75B9FF0-7EAC-4F9F-9D51-965F768AB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a77c8de1cc43ff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5433FB10-F4D1-4DE8-9B2E-CD044A767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正向、负向与冲突结果在同一记录中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391098BD-CBEA-485A-B278-DE7944528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来源：lesson-13/slides.md；课程工件与讲义见 speaker notes</a:t>
            </a:r>
          </a:p>
        </p:txBody>
      </p:sp>
      <p:sp>
        <p:nvSpPr>
          <p:cNvPr id="10" name="fiction">
            <a:extLst xmlns:a="http://schemas.openxmlformats.org/drawingml/2006/main">
              <a:ext uri="{FF2B5EF4-FFF2-40B4-BE49-F238E27FC236}">
                <a16:creationId xmlns:a16="http://schemas.microsoft.com/office/drawing/2014/main" id="{24FA3AFB-F0BB-4F5D-B5B8-E4D21A7BF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85825"/>
            <a:ext cx="105727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课程虚构教学案例</a:t>
            </a:r>
          </a:p>
        </p:txBody>
      </p:sp>
      <p:graphicFrame>
        <p:nvGraphicFramePr>
          <p:cNvPr id="21" name="Chart"/>
          <p:cNvGraphicFramePr/>
          <p:nvPr/>
        </p:nvGraphicFramePr>
        <p:xfrm>
          <a:off xmlns:a="http://schemas.openxmlformats.org/drawingml/2006/main" x="666750" y="1666875"/>
          <a:ext xmlns:a="http://schemas.openxmlformats.org/drawingml/2006/main" cx="6096000" cy="3333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b3cf57c34a7471a"/>
          </a:graphicData>
        </a:graphic>
      </p:graphicFrame>
      <p:sp>
        <p:nvSpPr>
          <p:cNvPr id="12" name="outlier">
            <a:extLst xmlns:a="http://schemas.openxmlformats.org/drawingml/2006/main">
              <a:ext uri="{FF2B5EF4-FFF2-40B4-BE49-F238E27FC236}">
                <a16:creationId xmlns:a16="http://schemas.microsoft.com/office/drawing/2014/main" id="{F9EBF6B0-02AC-4571-B84E-E0E76C758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857375"/>
            <a:ext cx="323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5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5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2 篇图表为主论文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5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5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遗漏率反高</a:t>
            </a:r>
          </a:p>
        </p:txBody>
      </p:sp>
      <p:sp>
        <p:nvSpPr>
          <p:cNvPr id="13" name="record">
            <a:extLst xmlns:a="http://schemas.openxmlformats.org/drawingml/2006/main">
              <a:ext uri="{FF2B5EF4-FFF2-40B4-BE49-F238E27FC236}">
                <a16:creationId xmlns:a16="http://schemas.microsoft.com/office/drawing/2014/main" id="{60C2F6B1-AED5-4FF7-ABD5-E20CA4F8C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286125"/>
            <a:ext cx="32385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3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记录为失败 / 局限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3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保留对应 run ID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3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3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不从总体汇总中删除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证据地图显示替代解释仍未排除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7BEEEC-A170-5376-2B6E-CB54687B0CB1}" type="slidenum">
              <a:t>10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441177C4-4C8A-4E43-8747-8757C3EC8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db65a2a3fc4bd0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DBC2F357-7639-4BE4-BD98-3D11E6414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证据地图显示替代解释仍未排除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5EB4E686-9D51-4C8D-97A0-326B611C0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来源：lesson-13/slides.md；课程工件与讲义见 speaker notes</a:t>
            </a:r>
          </a:p>
        </p:txBody>
      </p:sp>
      <p:sp>
        <p:nvSpPr>
          <p:cNvPr id="10" name="h1">
            <a:extLst xmlns:a="http://schemas.openxmlformats.org/drawingml/2006/main">
              <a:ext uri="{FF2B5EF4-FFF2-40B4-BE49-F238E27FC236}">
                <a16:creationId xmlns:a16="http://schemas.microsoft.com/office/drawing/2014/main" id="{A10B8861-D9BD-4806-BD49-1A86A30C5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1714500"/>
            <a:ext cx="2476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8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H1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8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8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方向支持</a:t>
            </a:r>
          </a:p>
        </p:txBody>
      </p:sp>
      <p:sp>
        <p:nvSpPr>
          <p:cNvPr id="11" name="alt-0">
            <a:extLst xmlns:a="http://schemas.openxmlformats.org/drawingml/2006/main">
              <a:ext uri="{FF2B5EF4-FFF2-40B4-BE49-F238E27FC236}">
                <a16:creationId xmlns:a16="http://schemas.microsoft.com/office/drawing/2014/main" id="{6856F15C-97A5-4DA2-B044-64F7C0559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714750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1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A1 任务转移</a:t>
            </a:r>
          </a:p>
        </p:txBody>
      </p:sp>
      <p:sp>
        <p:nvSpPr>
          <p:cNvPr id="12" name="alt-a-0">
            <a:extLst xmlns:a="http://schemas.openxmlformats.org/drawingml/2006/main">
              <a:ext uri="{FF2B5EF4-FFF2-40B4-BE49-F238E27FC236}">
                <a16:creationId xmlns:a16="http://schemas.microsoft.com/office/drawing/2014/main" id="{DFC009E7-497D-4283-AA54-E83859D5D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143250"/>
            <a:ext cx="114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3" name="alt-1">
            <a:extLst xmlns:a="http://schemas.openxmlformats.org/drawingml/2006/main">
              <a:ext uri="{FF2B5EF4-FFF2-40B4-BE49-F238E27FC236}">
                <a16:creationId xmlns:a16="http://schemas.microsoft.com/office/drawing/2014/main" id="{524DED83-3F03-465A-80CF-ED718A4AD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714750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1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A2 标注提示</a:t>
            </a:r>
          </a:p>
        </p:txBody>
      </p:sp>
      <p:sp>
        <p:nvSpPr>
          <p:cNvPr id="14" name="alt-a-1">
            <a:extLst xmlns:a="http://schemas.openxmlformats.org/drawingml/2006/main">
              <a:ext uri="{FF2B5EF4-FFF2-40B4-BE49-F238E27FC236}">
                <a16:creationId xmlns:a16="http://schemas.microsoft.com/office/drawing/2014/main" id="{03C7A0E2-A971-41CC-AD69-76A1B69E6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143250"/>
            <a:ext cx="114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5" name="alt-2">
            <a:extLst xmlns:a="http://schemas.openxmlformats.org/drawingml/2006/main">
              <a:ext uri="{FF2B5EF4-FFF2-40B4-BE49-F238E27FC236}">
                <a16:creationId xmlns:a16="http://schemas.microsoft.com/office/drawing/2014/main" id="{21564D99-75C4-4715-B276-0D46BFB80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714750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1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A3 文档结构</a:t>
            </a:r>
          </a:p>
        </p:txBody>
      </p:sp>
      <p:sp>
        <p:nvSpPr>
          <p:cNvPr id="16" name="alt-a-2">
            <a:extLst xmlns:a="http://schemas.openxmlformats.org/drawingml/2006/main">
              <a:ext uri="{FF2B5EF4-FFF2-40B4-BE49-F238E27FC236}">
                <a16:creationId xmlns:a16="http://schemas.microsoft.com/office/drawing/2014/main" id="{8886A225-942C-45BC-B843-4178778EE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143250"/>
            <a:ext cx="114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7" name="evidence">
            <a:extLst xmlns:a="http://schemas.openxmlformats.org/drawingml/2006/main">
              <a:ext uri="{FF2B5EF4-FFF2-40B4-BE49-F238E27FC236}">
                <a16:creationId xmlns:a16="http://schemas.microsoft.com/office/drawing/2014/main" id="{ED9FB924-96B4-4D89-B654-644CC67B8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714625"/>
            <a:ext cx="5524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证据：120 份输出的人工评价汇总</a:t>
            </a:r>
          </a:p>
        </p:txBody>
      </p:sp>
      <p:sp>
        <p:nvSpPr>
          <p:cNvPr id="18" name="stable">
            <a:extLst xmlns:a="http://schemas.openxmlformats.org/drawingml/2006/main">
              <a:ext uri="{FF2B5EF4-FFF2-40B4-BE49-F238E27FC236}">
                <a16:creationId xmlns:a16="http://schemas.microsoft.com/office/drawing/2014/main" id="{DEB8401F-F563-4FF6-B33E-61D5A8C6B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857750"/>
            <a:ext cx="3238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stable 门槛未通过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有效性威胁贴在同一结果上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0394428-F1DC-E5F6-DB0C-7DE31F3D8A23}" type="slidenum">
              <a:t>11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D0842CD8-A540-41E2-B20B-D02AFABF1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562fbea30a492e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729A87E7-680F-4F6A-9266-41C04C976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有效性威胁贴在同一结果上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A8CBBA18-4729-43ED-97B9-882DFD216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来源：lesson-13/slides.md；课程工件与讲义见 speaker notes</a:t>
            </a:r>
          </a:p>
        </p:txBody>
      </p:sp>
      <p:sp>
        <p:nvSpPr>
          <p:cNvPr id="10" name="fiction">
            <a:extLst xmlns:a="http://schemas.openxmlformats.org/drawingml/2006/main">
              <a:ext uri="{FF2B5EF4-FFF2-40B4-BE49-F238E27FC236}">
                <a16:creationId xmlns:a16="http://schemas.microsoft.com/office/drawing/2014/main" id="{60844C5E-2A03-480E-825E-ECF1C8B47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85825"/>
            <a:ext cx="105727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课程虚构教学数据｜0.18 / 0.31</a:t>
            </a:r>
          </a:p>
        </p:txBody>
      </p:sp>
      <p:graphicFrame>
        <p:nvGraphicFramePr>
          <p:cNvPr id="23" name="Chart"/>
          <p:cNvGraphicFramePr/>
          <p:nvPr/>
        </p:nvGraphicFramePr>
        <p:xfrm>
          <a:off xmlns:a="http://schemas.openxmlformats.org/drawingml/2006/main" x="3810000" y="1809750"/>
          <a:ext xmlns:a="http://schemas.openxmlformats.org/drawingml/2006/main" cx="457200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eff588cfd24487c"/>
          </a:graphicData>
        </a:graphic>
      </p:graphicFrame>
      <p:sp>
        <p:nvSpPr>
          <p:cNvPr id="12" name="internal">
            <a:extLst xmlns:a="http://schemas.openxmlformats.org/drawingml/2006/main">
              <a:ext uri="{FF2B5EF4-FFF2-40B4-BE49-F238E27FC236}">
                <a16:creationId xmlns:a16="http://schemas.microsoft.com/office/drawing/2014/main" id="{42402F99-5CEE-4A2D-BC7F-4E5AEFEA0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666875"/>
            <a:ext cx="2286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内部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盲评不彻底</a:t>
            </a:r>
          </a:p>
        </p:txBody>
      </p:sp>
      <p:sp>
        <p:nvSpPr>
          <p:cNvPr id="13" name="external">
            <a:extLst xmlns:a="http://schemas.openxmlformats.org/drawingml/2006/main">
              <a:ext uri="{FF2B5EF4-FFF2-40B4-BE49-F238E27FC236}">
                <a16:creationId xmlns:a16="http://schemas.microsoft.com/office/drawing/2014/main" id="{3B9C83D6-9619-4DB9-A807-238BCB510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666875"/>
            <a:ext cx="2286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1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外部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200" b="1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仅 20 篇 CS 论文</a:t>
            </a:r>
          </a:p>
        </p:txBody>
      </p:sp>
      <p:sp>
        <p:nvSpPr>
          <p:cNvPr id="14" name="construct">
            <a:extLst xmlns:a="http://schemas.openxmlformats.org/drawingml/2006/main">
              <a:ext uri="{FF2B5EF4-FFF2-40B4-BE49-F238E27FC236}">
                <a16:creationId xmlns:a16="http://schemas.microsoft.com/office/drawing/2014/main" id="{B4FE87AB-52F3-4932-8431-679B344CE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48125"/>
            <a:ext cx="24765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100" b="1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1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构念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100" b="1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1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遗漏率未覆盖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100" b="1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1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全部质量</a:t>
            </a:r>
          </a:p>
        </p:txBody>
      </p:sp>
      <p:sp>
        <p:nvSpPr>
          <p:cNvPr id="15" name="conclusion">
            <a:extLst xmlns:a="http://schemas.openxmlformats.org/drawingml/2006/main">
              <a:ext uri="{FF2B5EF4-FFF2-40B4-BE49-F238E27FC236}">
                <a16:creationId xmlns:a16="http://schemas.microsoft.com/office/drawing/2014/main" id="{C5A2D318-4B43-4A6C-82D0-C3CD83805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238625"/>
            <a:ext cx="2476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1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结论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1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A1/A2/A3 未排除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失败必须留在运行账本中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DB16885-0D3F-A391-B669-3211DB3B26E8}" type="slidenum">
              <a:t>12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7627543D-B91F-4552-B6B9-A9DB4176A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9ac8b29ccb4a45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422E3D7D-E211-46CD-92C1-C9CAA286E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失败必须留在运行账本中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67C9AF6A-01BB-46FF-A8E7-02F72FACA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来源：lesson-13/slides.md；课程工件与讲义见 speaker notes</a:t>
            </a:r>
          </a:p>
        </p:txBody>
      </p:sp>
      <p:sp>
        <p:nvSpPr>
          <p:cNvPr id="10" name="m-label-0">
            <a:extLst xmlns:a="http://schemas.openxmlformats.org/drawingml/2006/main">
              <a:ext uri="{FF2B5EF4-FFF2-40B4-BE49-F238E27FC236}">
                <a16:creationId xmlns:a16="http://schemas.microsoft.com/office/drawing/2014/main" id="{08D2AB24-432C-490B-A0D8-D05B5D588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2190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run-041</a:t>
            </a:r>
          </a:p>
        </p:txBody>
      </p:sp>
      <p:sp>
        <p:nvSpPr>
          <p:cNvPr id="11" name="m-value-0">
            <a:extLst xmlns:a="http://schemas.openxmlformats.org/drawingml/2006/main">
              <a:ext uri="{FF2B5EF4-FFF2-40B4-BE49-F238E27FC236}">
                <a16:creationId xmlns:a16="http://schemas.microsoft.com/office/drawing/2014/main" id="{15C1D21A-C4BE-40C0-B42B-871BCC698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1619250"/>
            <a:ext cx="86106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正常｜保留</a:t>
            </a:r>
          </a:p>
        </p:txBody>
      </p:sp>
      <p:sp>
        <p:nvSpPr>
          <p:cNvPr id="12" name="m-rule-0">
            <a:extLst xmlns:a="http://schemas.openxmlformats.org/drawingml/2006/main">
              <a:ext uri="{FF2B5EF4-FFF2-40B4-BE49-F238E27FC236}">
                <a16:creationId xmlns:a16="http://schemas.microsoft.com/office/drawing/2014/main" id="{7D84AD6B-C074-49E2-A588-0FEB06DC3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38400"/>
            <a:ext cx="109728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3" name="m-label-1">
            <a:extLst xmlns:a="http://schemas.openxmlformats.org/drawingml/2006/main">
              <a:ext uri="{FF2B5EF4-FFF2-40B4-BE49-F238E27FC236}">
                <a16:creationId xmlns:a16="http://schemas.microsoft.com/office/drawing/2014/main" id="{37D42DEB-AE18-4E92-9801-8CD279AFE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0"/>
            <a:ext cx="2190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run-042</a:t>
            </a:r>
          </a:p>
        </p:txBody>
      </p:sp>
      <p:sp>
        <p:nvSpPr>
          <p:cNvPr id="14" name="m-value-1">
            <a:extLst xmlns:a="http://schemas.openxmlformats.org/drawingml/2006/main">
              <a:ext uri="{FF2B5EF4-FFF2-40B4-BE49-F238E27FC236}">
                <a16:creationId xmlns:a16="http://schemas.microsoft.com/office/drawing/2014/main" id="{DF612433-0F59-4FC0-B13B-4DC987DC3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476500"/>
            <a:ext cx="86106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图表论文反高｜失败 / 局限</a:t>
            </a:r>
          </a:p>
        </p:txBody>
      </p:sp>
      <p:sp>
        <p:nvSpPr>
          <p:cNvPr id="15" name="m-rule-1">
            <a:extLst xmlns:a="http://schemas.openxmlformats.org/drawingml/2006/main">
              <a:ext uri="{FF2B5EF4-FFF2-40B4-BE49-F238E27FC236}">
                <a16:creationId xmlns:a16="http://schemas.microsoft.com/office/drawing/2014/main" id="{F9FEA612-883A-4665-89FA-92AD9BFF4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95650"/>
            <a:ext cx="109728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6" name="m-label-2">
            <a:extLst xmlns:a="http://schemas.openxmlformats.org/drawingml/2006/main">
              <a:ext uri="{FF2B5EF4-FFF2-40B4-BE49-F238E27FC236}">
                <a16:creationId xmlns:a16="http://schemas.microsoft.com/office/drawing/2014/main" id="{73EE7854-A4D8-4E05-B6D9-F7064E004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2190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run-043</a:t>
            </a:r>
          </a:p>
        </p:txBody>
      </p:sp>
      <p:sp>
        <p:nvSpPr>
          <p:cNvPr id="17" name="m-value-2">
            <a:extLst xmlns:a="http://schemas.openxmlformats.org/drawingml/2006/main">
              <a:ext uri="{FF2B5EF4-FFF2-40B4-BE49-F238E27FC236}">
                <a16:creationId xmlns:a16="http://schemas.microsoft.com/office/drawing/2014/main" id="{CE5F9BAD-0CB5-4EFE-A450-8B1604467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333750"/>
            <a:ext cx="86106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越权请求｜拒绝并记录</a:t>
            </a:r>
          </a:p>
        </p:txBody>
      </p:sp>
      <p:sp>
        <p:nvSpPr>
          <p:cNvPr id="18" name="m-rule-2">
            <a:extLst xmlns:a="http://schemas.openxmlformats.org/drawingml/2006/main">
              <a:ext uri="{FF2B5EF4-FFF2-40B4-BE49-F238E27FC236}">
                <a16:creationId xmlns:a16="http://schemas.microsoft.com/office/drawing/2014/main" id="{7CA8FD01-CAC7-4EB1-B9FB-988CE484F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109728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9" name="m-label-3">
            <a:extLst xmlns:a="http://schemas.openxmlformats.org/drawingml/2006/main">
              <a:ext uri="{FF2B5EF4-FFF2-40B4-BE49-F238E27FC236}">
                <a16:creationId xmlns:a16="http://schemas.microsoft.com/office/drawing/2014/main" id="{AD2EC837-0BEB-4839-92A5-C984C7F86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2190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禁止动作</a:t>
            </a:r>
          </a:p>
        </p:txBody>
      </p:sp>
      <p:sp>
        <p:nvSpPr>
          <p:cNvPr id="20" name="m-value-3">
            <a:extLst xmlns:a="http://schemas.openxmlformats.org/drawingml/2006/main">
              <a:ext uri="{FF2B5EF4-FFF2-40B4-BE49-F238E27FC236}">
                <a16:creationId xmlns:a16="http://schemas.microsoft.com/office/drawing/2014/main" id="{31078D27-65AE-4698-84E8-3B7C057DC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191000"/>
            <a:ext cx="86106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删除失败、事后改协议、伪造或隐瞒记录</a:t>
            </a:r>
          </a:p>
        </p:txBody>
      </p:sp>
      <p:sp>
        <p:nvSpPr>
          <p:cNvPr id="21" name="m-rule-3">
            <a:extLst xmlns:a="http://schemas.openxmlformats.org/drawingml/2006/main">
              <a:ext uri="{FF2B5EF4-FFF2-40B4-BE49-F238E27FC236}">
                <a16:creationId xmlns:a16="http://schemas.microsoft.com/office/drawing/2014/main" id="{E63D02E1-069F-496F-B49C-F9A0B0E09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10150"/>
            <a:ext cx="109728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六类根因围绕一次真实失败定位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DD23107-4986-8758-3A93-3D74F35908CC}" type="slidenum">
              <a:t>13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D6A6E107-2DA7-4D70-8932-5E3579B64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6eece592ba4af9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B141D8F2-A291-4F3C-AEF7-457559FDB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六类根因围绕一次真实失败定位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2D239565-C90C-45C7-9F69-D857D6B3E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来源：lesson-13/slides.md；课程工件与讲义见 speaker notes</a:t>
            </a:r>
          </a:p>
        </p:txBody>
      </p:sp>
      <p:sp>
        <p:nvSpPr>
          <p:cNvPr id="10" name="doc-11-bg">
            <a:extLst xmlns:a="http://schemas.openxmlformats.org/drawingml/2006/main">
              <a:ext uri="{FF2B5EF4-FFF2-40B4-BE49-F238E27FC236}">
                <a16:creationId xmlns:a16="http://schemas.microsoft.com/office/drawing/2014/main" id="{54519E1C-A501-4765-8605-59703E589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1809750"/>
            <a:ext cx="4762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1" name="doc-11-title-bg">
            <a:extLst xmlns:a="http://schemas.openxmlformats.org/drawingml/2006/main">
              <a:ext uri="{FF2B5EF4-FFF2-40B4-BE49-F238E27FC236}">
                <a16:creationId xmlns:a16="http://schemas.microsoft.com/office/drawing/2014/main" id="{EC2DDA6E-30A0-475D-AC95-05A0CDF06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1809750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2" name="doc-11-title">
            <a:extLst xmlns:a="http://schemas.openxmlformats.org/drawingml/2006/main">
              <a:ext uri="{FF2B5EF4-FFF2-40B4-BE49-F238E27FC236}">
                <a16:creationId xmlns:a16="http://schemas.microsoft.com/office/drawing/2014/main" id="{FD3AC288-448A-4835-B34E-B8629763D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1828800"/>
            <a:ext cx="3276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run-042 failure trace</a:t>
            </a:r>
          </a:p>
        </p:txBody>
      </p:sp>
      <p:sp>
        <p:nvSpPr>
          <p:cNvPr id="13" name="doc-11-line-0">
            <a:extLst xmlns:a="http://schemas.openxmlformats.org/drawingml/2006/main">
              <a:ext uri="{FF2B5EF4-FFF2-40B4-BE49-F238E27FC236}">
                <a16:creationId xmlns:a16="http://schemas.microsoft.com/office/drawing/2014/main" id="{DA8DFEC1-CAAD-4F31-AD8C-28549C728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305050"/>
            <a:ext cx="4305300" cy="546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表现：图表论文遗漏率反高</a:t>
            </a:r>
          </a:p>
        </p:txBody>
      </p:sp>
      <p:sp>
        <p:nvSpPr>
          <p:cNvPr id="14" name="doc-11-line-1">
            <a:extLst xmlns:a="http://schemas.openxmlformats.org/drawingml/2006/main">
              <a:ext uri="{FF2B5EF4-FFF2-40B4-BE49-F238E27FC236}">
                <a16:creationId xmlns:a16="http://schemas.microsoft.com/office/drawing/2014/main" id="{F9785CD8-1418-4D9E-B974-359D43A48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870200"/>
            <a:ext cx="4305300" cy="546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命中：任务契约 / 文档结构不匹配</a:t>
            </a:r>
          </a:p>
        </p:txBody>
      </p:sp>
      <p:sp>
        <p:nvSpPr>
          <p:cNvPr id="15" name="doc-11-line-2">
            <a:extLst xmlns:a="http://schemas.openxmlformats.org/drawingml/2006/main">
              <a:ext uri="{FF2B5EF4-FFF2-40B4-BE49-F238E27FC236}">
                <a16:creationId xmlns:a16="http://schemas.microsoft.com/office/drawing/2014/main" id="{56EE743A-E1E3-42BB-9D4B-0456CAA5B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3435350"/>
            <a:ext cx="4305300" cy="546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下一步：补充不适用范围并复测</a:t>
            </a:r>
          </a:p>
        </p:txBody>
      </p:sp>
      <p:sp>
        <p:nvSpPr>
          <p:cNvPr id="16" name="cause-0">
            <a:extLst xmlns:a="http://schemas.openxmlformats.org/drawingml/2006/main">
              <a:ext uri="{FF2B5EF4-FFF2-40B4-BE49-F238E27FC236}">
                <a16:creationId xmlns:a16="http://schemas.microsoft.com/office/drawing/2014/main" id="{25AC929B-706D-4D8C-896F-904D91DBF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0"/>
            <a:ext cx="228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任务契约</a:t>
            </a:r>
          </a:p>
        </p:txBody>
      </p:sp>
      <p:sp>
        <p:nvSpPr>
          <p:cNvPr id="17" name="cause-1">
            <a:extLst xmlns:a="http://schemas.openxmlformats.org/drawingml/2006/main">
              <a:ext uri="{FF2B5EF4-FFF2-40B4-BE49-F238E27FC236}">
                <a16:creationId xmlns:a16="http://schemas.microsoft.com/office/drawing/2014/main" id="{531FA910-EB9F-499F-BB46-2889F31F0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57500"/>
            <a:ext cx="228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越权边界</a:t>
            </a:r>
          </a:p>
        </p:txBody>
      </p:sp>
      <p:sp>
        <p:nvSpPr>
          <p:cNvPr id="18" name="cause-2">
            <a:extLst xmlns:a="http://schemas.openxmlformats.org/drawingml/2006/main">
              <a:ext uri="{FF2B5EF4-FFF2-40B4-BE49-F238E27FC236}">
                <a16:creationId xmlns:a16="http://schemas.microsoft.com/office/drawing/2014/main" id="{A09130C3-4529-4383-AAD0-B946A48E8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91000"/>
            <a:ext cx="228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协议漂移</a:t>
            </a:r>
          </a:p>
        </p:txBody>
      </p:sp>
      <p:sp>
        <p:nvSpPr>
          <p:cNvPr id="19" name="cause-3">
            <a:extLst xmlns:a="http://schemas.openxmlformats.org/drawingml/2006/main">
              <a:ext uri="{FF2B5EF4-FFF2-40B4-BE49-F238E27FC236}">
                <a16:creationId xmlns:a16="http://schemas.microsoft.com/office/drawing/2014/main" id="{F352D74D-03D0-467B-AB5D-476DA6EAE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524000"/>
            <a:ext cx="228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数据依赖</a:t>
            </a:r>
          </a:p>
        </p:txBody>
      </p:sp>
      <p:sp>
        <p:nvSpPr>
          <p:cNvPr id="20" name="cause-4">
            <a:extLst xmlns:a="http://schemas.openxmlformats.org/drawingml/2006/main">
              <a:ext uri="{FF2B5EF4-FFF2-40B4-BE49-F238E27FC236}">
                <a16:creationId xmlns:a16="http://schemas.microsoft.com/office/drawing/2014/main" id="{3A58AC70-A587-4C86-A89B-FDDA67DFD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857500"/>
            <a:ext cx="228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配置债</a:t>
            </a:r>
          </a:p>
        </p:txBody>
      </p:sp>
      <p:sp>
        <p:nvSpPr>
          <p:cNvPr id="21" name="cause-5">
            <a:extLst xmlns:a="http://schemas.openxmlformats.org/drawingml/2006/main">
              <a:ext uri="{FF2B5EF4-FFF2-40B4-BE49-F238E27FC236}">
                <a16:creationId xmlns:a16="http://schemas.microsoft.com/office/drawing/2014/main" id="{EA8F3F68-04A4-4491-BEDE-68AB0FFAA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191000"/>
            <a:ext cx="228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无效建议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运行 ID 连接失败日志与人工审核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27921A4-25C4-3DB4-06B1-32693CEE2241}" type="slidenum">
              <a:t>14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738B512B-C32D-4577-96FE-0D7589673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d1b67db4f94433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47CF77B2-B22C-421F-8D4E-5C362CEA8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运行 ID 连接失败日志与人工审核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4095FFC4-383A-4F2F-832C-8FA73F0DF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来源：lesson-13/slides.md；课程工件与讲义见 speaker notes</a:t>
            </a:r>
          </a:p>
        </p:txBody>
      </p:sp>
      <p:sp>
        <p:nvSpPr>
          <p:cNvPr id="10" name="fiction">
            <a:extLst xmlns:a="http://schemas.openxmlformats.org/drawingml/2006/main">
              <a:ext uri="{FF2B5EF4-FFF2-40B4-BE49-F238E27FC236}">
                <a16:creationId xmlns:a16="http://schemas.microsoft.com/office/drawing/2014/main" id="{FAC9BBD1-724D-4ED9-AEE7-66A98D131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85825"/>
            <a:ext cx="105727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课程虚构教学案例</a:t>
            </a:r>
          </a:p>
        </p:txBody>
      </p:sp>
      <p:sp>
        <p:nvSpPr>
          <p:cNvPr id="11" name="doc-12-bg">
            <a:extLst xmlns:a="http://schemas.openxmlformats.org/drawingml/2006/main">
              <a:ext uri="{FF2B5EF4-FFF2-40B4-BE49-F238E27FC236}">
                <a16:creationId xmlns:a16="http://schemas.microsoft.com/office/drawing/2014/main" id="{DA936E32-723F-485D-966E-C61652D03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381125"/>
            <a:ext cx="4953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2" name="doc-12-title-bg">
            <a:extLst xmlns:a="http://schemas.openxmlformats.org/drawingml/2006/main">
              <a:ext uri="{FF2B5EF4-FFF2-40B4-BE49-F238E27FC236}">
                <a16:creationId xmlns:a16="http://schemas.microsoft.com/office/drawing/2014/main" id="{6ACD2E4F-C6B6-460A-B636-92742540D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381125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3" name="doc-12-title">
            <a:extLst xmlns:a="http://schemas.openxmlformats.org/drawingml/2006/main">
              <a:ext uri="{FF2B5EF4-FFF2-40B4-BE49-F238E27FC236}">
                <a16:creationId xmlns:a16="http://schemas.microsoft.com/office/drawing/2014/main" id="{A0A9D3E6-AF38-4E49-8EB7-2AAEA784B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1400175"/>
            <a:ext cx="3276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failure-log.md｜run-042</a:t>
            </a:r>
          </a:p>
        </p:txBody>
      </p:sp>
      <p:sp>
        <p:nvSpPr>
          <p:cNvPr id="14" name="doc-12-line-0">
            <a:extLst xmlns:a="http://schemas.openxmlformats.org/drawingml/2006/main">
              <a:ext uri="{FF2B5EF4-FFF2-40B4-BE49-F238E27FC236}">
                <a16:creationId xmlns:a16="http://schemas.microsoft.com/office/drawing/2014/main" id="{53A596B9-C975-4793-9D72-94CE27CE3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1876425"/>
            <a:ext cx="4495800" cy="55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发生：run-042</a:t>
            </a:r>
          </a:p>
        </p:txBody>
      </p:sp>
      <p:sp>
        <p:nvSpPr>
          <p:cNvPr id="15" name="doc-12-line-1">
            <a:extLst xmlns:a="http://schemas.openxmlformats.org/drawingml/2006/main">
              <a:ext uri="{FF2B5EF4-FFF2-40B4-BE49-F238E27FC236}">
                <a16:creationId xmlns:a16="http://schemas.microsoft.com/office/drawing/2014/main" id="{1ED63676-CCAC-461D-90F6-CCB7FD33E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444750"/>
            <a:ext cx="4495800" cy="55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表现：图表论文遗漏率反高</a:t>
            </a:r>
          </a:p>
        </p:txBody>
      </p:sp>
      <p:sp>
        <p:nvSpPr>
          <p:cNvPr id="16" name="doc-12-line-2">
            <a:extLst xmlns:a="http://schemas.openxmlformats.org/drawingml/2006/main">
              <a:ext uri="{FF2B5EF4-FFF2-40B4-BE49-F238E27FC236}">
                <a16:creationId xmlns:a16="http://schemas.microsoft.com/office/drawing/2014/main" id="{1DAA1464-D683-4075-944C-879F9526A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013075"/>
            <a:ext cx="4495800" cy="55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根因：任务契约 / 文档结构不匹配</a:t>
            </a:r>
          </a:p>
        </p:txBody>
      </p:sp>
      <p:sp>
        <p:nvSpPr>
          <p:cNvPr id="17" name="doc-12-line-3">
            <a:extLst xmlns:a="http://schemas.openxmlformats.org/drawingml/2006/main">
              <a:ext uri="{FF2B5EF4-FFF2-40B4-BE49-F238E27FC236}">
                <a16:creationId xmlns:a16="http://schemas.microsoft.com/office/drawing/2014/main" id="{3648383C-DF9B-4D44-B5B1-54B7B6A3F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581400"/>
            <a:ext cx="4495800" cy="55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红线检查：无编造 / 隐瞒 / 越权</a:t>
            </a:r>
          </a:p>
        </p:txBody>
      </p:sp>
      <p:sp>
        <p:nvSpPr>
          <p:cNvPr id="18" name="doc-12-line-4">
            <a:extLst xmlns:a="http://schemas.openxmlformats.org/drawingml/2006/main">
              <a:ext uri="{FF2B5EF4-FFF2-40B4-BE49-F238E27FC236}">
                <a16:creationId xmlns:a16="http://schemas.microsoft.com/office/drawing/2014/main" id="{7602FD7E-724B-4CBC-BBA3-61B7C6041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4149725"/>
            <a:ext cx="4495800" cy="55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下一步：补不适用范围</a:t>
            </a:r>
          </a:p>
        </p:txBody>
      </p:sp>
      <p:sp>
        <p:nvSpPr>
          <p:cNvPr id="19" name="doc-12-line-5">
            <a:extLst xmlns:a="http://schemas.openxmlformats.org/drawingml/2006/main">
              <a:ext uri="{FF2B5EF4-FFF2-40B4-BE49-F238E27FC236}">
                <a16:creationId xmlns:a16="http://schemas.microsoft.com/office/drawing/2014/main" id="{DAA1C8FF-DEC3-4324-9BB2-FF7861E61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4718050"/>
            <a:ext cx="4495800" cy="55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修订后：待验证</a:t>
            </a:r>
          </a:p>
        </p:txBody>
      </p:sp>
      <p:sp>
        <p:nvSpPr>
          <p:cNvPr id="20" name="doc-13-bg">
            <a:extLst xmlns:a="http://schemas.openxmlformats.org/drawingml/2006/main">
              <a:ext uri="{FF2B5EF4-FFF2-40B4-BE49-F238E27FC236}">
                <a16:creationId xmlns:a16="http://schemas.microsoft.com/office/drawing/2014/main" id="{829E124C-5CFD-4D52-9E37-78F868E5A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1381125"/>
            <a:ext cx="4953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21" name="doc-13-title-bg">
            <a:extLst xmlns:a="http://schemas.openxmlformats.org/drawingml/2006/main">
              <a:ext uri="{FF2B5EF4-FFF2-40B4-BE49-F238E27FC236}">
                <a16:creationId xmlns:a16="http://schemas.microsoft.com/office/drawing/2014/main" id="{54085F95-571B-485F-907C-B0EBBAB84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1381125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22" name="doc-13-title">
            <a:extLst xmlns:a="http://schemas.openxmlformats.org/drawingml/2006/main">
              <a:ext uri="{FF2B5EF4-FFF2-40B4-BE49-F238E27FC236}">
                <a16:creationId xmlns:a16="http://schemas.microsoft.com/office/drawing/2014/main" id="{E0FCC7D5-D31C-4DEF-B423-EB2D2E852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1400175"/>
            <a:ext cx="3276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review.md｜run-042</a:t>
            </a:r>
          </a:p>
        </p:txBody>
      </p:sp>
      <p:sp>
        <p:nvSpPr>
          <p:cNvPr id="23" name="doc-13-line-0">
            <a:extLst xmlns:a="http://schemas.openxmlformats.org/drawingml/2006/main">
              <a:ext uri="{FF2B5EF4-FFF2-40B4-BE49-F238E27FC236}">
                <a16:creationId xmlns:a16="http://schemas.microsoft.com/office/drawing/2014/main" id="{616B9A10-E26A-4AB1-AE0A-D24ADABC6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1876425"/>
            <a:ext cx="4495800" cy="670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对象：结构化阅读卡输出</a:t>
            </a:r>
          </a:p>
        </p:txBody>
      </p:sp>
      <p:sp>
        <p:nvSpPr>
          <p:cNvPr id="24" name="doc-13-line-1">
            <a:extLst xmlns:a="http://schemas.openxmlformats.org/drawingml/2006/main">
              <a:ext uri="{FF2B5EF4-FFF2-40B4-BE49-F238E27FC236}">
                <a16:creationId xmlns:a16="http://schemas.microsoft.com/office/drawing/2014/main" id="{89C58AED-497F-4640-B5AD-0E7DC08F0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2558415"/>
            <a:ext cx="4495800" cy="670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审核人：学生本人</a:t>
            </a:r>
          </a:p>
        </p:txBody>
      </p:sp>
      <p:sp>
        <p:nvSpPr>
          <p:cNvPr id="25" name="doc-13-line-2">
            <a:extLst xmlns:a="http://schemas.openxmlformats.org/drawingml/2006/main">
              <a:ext uri="{FF2B5EF4-FFF2-40B4-BE49-F238E27FC236}">
                <a16:creationId xmlns:a16="http://schemas.microsoft.com/office/drawing/2014/main" id="{4562BA62-295B-4BC5-8E6C-86B1AF888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3240405"/>
            <a:ext cx="4495800" cy="670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结果：修改后采纳</a:t>
            </a:r>
          </a:p>
        </p:txBody>
      </p:sp>
      <p:sp>
        <p:nvSpPr>
          <p:cNvPr id="26" name="doc-13-line-3">
            <a:extLst xmlns:a="http://schemas.openxmlformats.org/drawingml/2006/main">
              <a:ext uri="{FF2B5EF4-FFF2-40B4-BE49-F238E27FC236}">
                <a16:creationId xmlns:a16="http://schemas.microsoft.com/office/drawing/2014/main" id="{274FA2FC-F44F-4022-974C-BA4752497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3922395"/>
            <a:ext cx="4495800" cy="670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理由：补标图表位置字段</a:t>
            </a:r>
          </a:p>
        </p:txBody>
      </p:sp>
      <p:sp>
        <p:nvSpPr>
          <p:cNvPr id="27" name="doc-13-line-4">
            <a:extLst xmlns:a="http://schemas.openxmlformats.org/drawingml/2006/main">
              <a:ext uri="{FF2B5EF4-FFF2-40B4-BE49-F238E27FC236}">
                <a16:creationId xmlns:a16="http://schemas.microsoft.com/office/drawing/2014/main" id="{785B893C-6D64-4AAA-A324-8BC8F4B69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4604385"/>
            <a:ext cx="4495800" cy="670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关联 run ID：run-042</a:t>
            </a:r>
          </a:p>
        </p:txBody>
      </p:sp>
      <p:sp>
        <p:nvSpPr>
          <p:cNvPr id="28" name="run-link">
            <a:extLst xmlns:a="http://schemas.openxmlformats.org/drawingml/2006/main">
              <a:ext uri="{FF2B5EF4-FFF2-40B4-BE49-F238E27FC236}">
                <a16:creationId xmlns:a16="http://schemas.microsoft.com/office/drawing/2014/main" id="{F95A1C93-83A9-4328-993B-8029ACE7D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000375"/>
            <a:ext cx="95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验证门 10 项检查当前项目版本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A83FA91-883A-0168-8075-96CEB9DCA3C2}" type="slidenum">
              <a:t>15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15CBC811-6BB7-4413-BE04-E5C5B446B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69c8df050549a9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2A5951BC-60A0-443A-90D0-EACD8DEAA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验证门 10 项检查当前项目版本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F0AA4F45-8C1F-4EBD-9363-7263F14AF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来源：lesson-13/slides.md；课程工件与讲义见 speaker notes</a:t>
            </a:r>
          </a:p>
        </p:txBody>
      </p:sp>
      <p:sp>
        <p:nvSpPr>
          <p:cNvPr id="10" name="left-h">
            <a:extLst xmlns:a="http://schemas.openxmlformats.org/drawingml/2006/main">
              <a:ext uri="{FF2B5EF4-FFF2-40B4-BE49-F238E27FC236}">
                <a16:creationId xmlns:a16="http://schemas.microsoft.com/office/drawing/2014/main" id="{2F4DFABD-241E-425A-B3D4-68F7DE4FB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第 12 课已建立</a:t>
            </a:r>
          </a:p>
        </p:txBody>
      </p:sp>
      <p:sp>
        <p:nvSpPr>
          <p:cNvPr id="11" name="right-h">
            <a:extLst xmlns:a="http://schemas.openxmlformats.org/drawingml/2006/main">
              <a:ext uri="{FF2B5EF4-FFF2-40B4-BE49-F238E27FC236}">
                <a16:creationId xmlns:a16="http://schemas.microsoft.com/office/drawing/2014/main" id="{41CA1959-0DA7-41D5-A17F-099ABA260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476375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本课收口与课后补全</a:t>
            </a:r>
          </a:p>
        </p:txBody>
      </p:sp>
      <p:sp>
        <p:nvSpPr>
          <p:cNvPr id="12" name="split">
            <a:extLst xmlns:a="http://schemas.openxmlformats.org/drawingml/2006/main">
              <a:ext uri="{FF2B5EF4-FFF2-40B4-BE49-F238E27FC236}">
                <a16:creationId xmlns:a16="http://schemas.microsoft.com/office/drawing/2014/main" id="{6792336A-16FF-48D0-BA89-7BFE26636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476375"/>
            <a:ext cx="95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3" name="list-64-217-0">
            <a:extLst xmlns:a="http://schemas.openxmlformats.org/drawingml/2006/main">
              <a:ext uri="{FF2B5EF4-FFF2-40B4-BE49-F238E27FC236}">
                <a16:creationId xmlns:a16="http://schemas.microsoft.com/office/drawing/2014/main" id="{871A4364-9C15-4DE3-87F2-D51030B94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66925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— 1 明确科研动作与边界</a:t>
            </a:r>
          </a:p>
        </p:txBody>
      </p:sp>
      <p:sp>
        <p:nvSpPr>
          <p:cNvPr id="14" name="list-64-217-1">
            <a:extLst xmlns:a="http://schemas.openxmlformats.org/drawingml/2006/main">
              <a:ext uri="{FF2B5EF4-FFF2-40B4-BE49-F238E27FC236}">
                <a16:creationId xmlns:a16="http://schemas.microsoft.com/office/drawing/2014/main" id="{D5CC1AC4-4FEB-40F0-99CC-942A90FCA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4125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— 2 可运行或可演示原型</a:t>
            </a:r>
          </a:p>
        </p:txBody>
      </p:sp>
      <p:sp>
        <p:nvSpPr>
          <p:cNvPr id="15" name="list-64-217-2">
            <a:extLst xmlns:a="http://schemas.openxmlformats.org/drawingml/2006/main">
              <a:ext uri="{FF2B5EF4-FFF2-40B4-BE49-F238E27FC236}">
                <a16:creationId xmlns:a16="http://schemas.microsoft.com/office/drawing/2014/main" id="{75C8DF84-D989-4D1D-AAC1-D77676914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81325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— 3 Context / 状态 / 数据来源</a:t>
            </a:r>
          </a:p>
        </p:txBody>
      </p:sp>
      <p:sp>
        <p:nvSpPr>
          <p:cNvPr id="16" name="list-64-217-3">
            <a:extLst xmlns:a="http://schemas.openxmlformats.org/drawingml/2006/main">
              <a:ext uri="{FF2B5EF4-FFF2-40B4-BE49-F238E27FC236}">
                <a16:creationId xmlns:a16="http://schemas.microsoft.com/office/drawing/2014/main" id="{7511CC47-10AB-4A7A-8F7B-4863F8370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38525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— 4 权限 / 预算 / 停止</a:t>
            </a:r>
          </a:p>
        </p:txBody>
      </p:sp>
      <p:sp>
        <p:nvSpPr>
          <p:cNvPr id="17" name="list-696-217-0">
            <a:extLst xmlns:a="http://schemas.openxmlformats.org/drawingml/2006/main">
              <a:ext uri="{FF2B5EF4-FFF2-40B4-BE49-F238E27FC236}">
                <a16:creationId xmlns:a16="http://schemas.microsoft.com/office/drawing/2014/main" id="{0670D99C-F73F-48EA-B385-E6420A5C4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066925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— 5 可重复评价</a:t>
            </a:r>
          </a:p>
        </p:txBody>
      </p:sp>
      <p:sp>
        <p:nvSpPr>
          <p:cNvPr id="18" name="list-696-217-1">
            <a:extLst xmlns:a="http://schemas.openxmlformats.org/drawingml/2006/main">
              <a:ext uri="{FF2B5EF4-FFF2-40B4-BE49-F238E27FC236}">
                <a16:creationId xmlns:a16="http://schemas.microsoft.com/office/drawing/2014/main" id="{84A655B5-99DC-4CF6-B6E7-8CF8A29C1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524125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— 6 失败或局限</a:t>
            </a:r>
          </a:p>
        </p:txBody>
      </p:sp>
      <p:sp>
        <p:nvSpPr>
          <p:cNvPr id="19" name="list-696-217-2">
            <a:extLst xmlns:a="http://schemas.openxmlformats.org/drawingml/2006/main">
              <a:ext uri="{FF2B5EF4-FFF2-40B4-BE49-F238E27FC236}">
                <a16:creationId xmlns:a16="http://schemas.microsoft.com/office/drawing/2014/main" id="{AB929E6E-3AD1-4F73-BCFB-05D584A96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981325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— 7 人工审核</a:t>
            </a:r>
          </a:p>
        </p:txBody>
      </p:sp>
      <p:sp>
        <p:nvSpPr>
          <p:cNvPr id="20" name="list-696-217-3">
            <a:extLst xmlns:a="http://schemas.openxmlformats.org/drawingml/2006/main">
              <a:ext uri="{FF2B5EF4-FFF2-40B4-BE49-F238E27FC236}">
                <a16:creationId xmlns:a16="http://schemas.microsoft.com/office/drawing/2014/main" id="{9F4327DE-41FE-48DD-82E9-6BF705100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438525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— 8 实际影响</a:t>
            </a:r>
          </a:p>
        </p:txBody>
      </p:sp>
      <p:sp>
        <p:nvSpPr>
          <p:cNvPr id="21" name="list-696-217-4">
            <a:extLst xmlns:a="http://schemas.openxmlformats.org/drawingml/2006/main">
              <a:ext uri="{FF2B5EF4-FFF2-40B4-BE49-F238E27FC236}">
                <a16:creationId xmlns:a16="http://schemas.microsoft.com/office/drawing/2014/main" id="{645FC812-A8F0-4199-BBBC-F852023E3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895725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— 9 证据与风险</a:t>
            </a:r>
          </a:p>
        </p:txBody>
      </p:sp>
      <p:sp>
        <p:nvSpPr>
          <p:cNvPr id="22" name="list-696-217-5">
            <a:extLst xmlns:a="http://schemas.openxmlformats.org/drawingml/2006/main">
              <a:ext uri="{FF2B5EF4-FFF2-40B4-BE49-F238E27FC236}">
                <a16:creationId xmlns:a16="http://schemas.microsoft.com/office/drawing/2014/main" id="{DD5D7150-827B-41B3-9282-1C7B84A36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352925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— 10 伦理与合规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工作流原型收口为三件评价工件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C9C7607-4BA3-B4DC-A00F-2E67A9FCFF7E}" type="slidenum">
              <a:t>16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239FC9DE-1DA2-4862-A2EB-4A4B7B7C4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82f45832414bfc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CBEEF5ED-C591-40A4-BF10-85F7899D3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工作流原型收口为三件评价工件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35299CA1-6901-4ACE-896B-C45810D88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来源：lesson-13/slides.md；课程工件与讲义见 speaker notes</a:t>
            </a:r>
          </a:p>
        </p:txBody>
      </p:sp>
      <p:sp>
        <p:nvSpPr>
          <p:cNvPr id="10" name="fiction">
            <a:extLst xmlns:a="http://schemas.openxmlformats.org/drawingml/2006/main">
              <a:ext uri="{FF2B5EF4-FFF2-40B4-BE49-F238E27FC236}">
                <a16:creationId xmlns:a16="http://schemas.microsoft.com/office/drawing/2014/main" id="{DE5C8824-8C9A-4C32-8302-B84F361AA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85825"/>
            <a:ext cx="105727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课程虚构教学案例</a:t>
            </a:r>
          </a:p>
        </p:txBody>
      </p:sp>
      <p:sp>
        <p:nvSpPr>
          <p:cNvPr id="11" name="chain-line-0">
            <a:extLst xmlns:a="http://schemas.openxmlformats.org/drawingml/2006/main">
              <a:ext uri="{FF2B5EF4-FFF2-40B4-BE49-F238E27FC236}">
                <a16:creationId xmlns:a16="http://schemas.microsoft.com/office/drawing/2014/main" id="{C8BCC864-9EB3-4F38-AB37-79B179171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914650"/>
            <a:ext cx="2381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2" name="chain-0">
            <a:extLst xmlns:a="http://schemas.openxmlformats.org/drawingml/2006/main">
              <a:ext uri="{FF2B5EF4-FFF2-40B4-BE49-F238E27FC236}">
                <a16:creationId xmlns:a16="http://schemas.microsoft.com/office/drawing/2014/main" id="{1C5C4EB3-981B-48BB-BF69-8EDD5BB77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190750"/>
            <a:ext cx="2381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结果对照</a:t>
            </a:r>
          </a:p>
        </p:txBody>
      </p:sp>
      <p:sp>
        <p:nvSpPr>
          <p:cNvPr id="13" name="chain-arrow-0">
            <a:extLst xmlns:a="http://schemas.openxmlformats.org/drawingml/2006/main">
              <a:ext uri="{FF2B5EF4-FFF2-40B4-BE49-F238E27FC236}">
                <a16:creationId xmlns:a16="http://schemas.microsoft.com/office/drawing/2014/main" id="{7F5C0185-01E1-4F3F-9931-E53ED0C17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362200"/>
            <a:ext cx="10953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4" name="chain-sub-0">
            <a:extLst xmlns:a="http://schemas.openxmlformats.org/drawingml/2006/main">
              <a:ext uri="{FF2B5EF4-FFF2-40B4-BE49-F238E27FC236}">
                <a16:creationId xmlns:a16="http://schemas.microsoft.com/office/drawing/2014/main" id="{12CBD0C4-F1B1-4CEB-A53A-25264C313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067050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0.18 vs 0.31</a:t>
            </a:r>
          </a:p>
        </p:txBody>
      </p:sp>
      <p:sp>
        <p:nvSpPr>
          <p:cNvPr id="15" name="chain-line-1">
            <a:extLst xmlns:a="http://schemas.openxmlformats.org/drawingml/2006/main">
              <a:ext uri="{FF2B5EF4-FFF2-40B4-BE49-F238E27FC236}">
                <a16:creationId xmlns:a16="http://schemas.microsoft.com/office/drawing/2014/main" id="{805AF173-972A-4444-9FD7-D0DF906D7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2914650"/>
            <a:ext cx="2381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6" name="chain-1">
            <a:extLst xmlns:a="http://schemas.openxmlformats.org/drawingml/2006/main">
              <a:ext uri="{FF2B5EF4-FFF2-40B4-BE49-F238E27FC236}">
                <a16:creationId xmlns:a16="http://schemas.microsoft.com/office/drawing/2014/main" id="{D0CDBCA1-F9C9-4CB6-A1CD-DE7784C57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2190750"/>
            <a:ext cx="2381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失败 / 局限</a:t>
            </a:r>
          </a:p>
        </p:txBody>
      </p:sp>
      <p:sp>
        <p:nvSpPr>
          <p:cNvPr id="17" name="chain-arrow-1">
            <a:extLst xmlns:a="http://schemas.openxmlformats.org/drawingml/2006/main">
              <a:ext uri="{FF2B5EF4-FFF2-40B4-BE49-F238E27FC236}">
                <a16:creationId xmlns:a16="http://schemas.microsoft.com/office/drawing/2014/main" id="{A40E673D-A2CD-4631-B637-7E364EEF5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2362200"/>
            <a:ext cx="10953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8" name="chain-sub-1">
            <a:extLst xmlns:a="http://schemas.openxmlformats.org/drawingml/2006/main">
              <a:ext uri="{FF2B5EF4-FFF2-40B4-BE49-F238E27FC236}">
                <a16:creationId xmlns:a16="http://schemas.microsoft.com/office/drawing/2014/main" id="{B497F05C-C975-413F-A162-9D74BB600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3067050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图表论文反高</a:t>
            </a:r>
          </a:p>
        </p:txBody>
      </p:sp>
      <p:sp>
        <p:nvSpPr>
          <p:cNvPr id="19" name="chain-line-2">
            <a:extLst xmlns:a="http://schemas.openxmlformats.org/drawingml/2006/main">
              <a:ext uri="{FF2B5EF4-FFF2-40B4-BE49-F238E27FC236}">
                <a16:creationId xmlns:a16="http://schemas.microsoft.com/office/drawing/2014/main" id="{1E0D638A-EECA-4F8A-846B-AED1FAC1B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914650"/>
            <a:ext cx="2381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20" name="chain-2">
            <a:extLst xmlns:a="http://schemas.openxmlformats.org/drawingml/2006/main">
              <a:ext uri="{FF2B5EF4-FFF2-40B4-BE49-F238E27FC236}">
                <a16:creationId xmlns:a16="http://schemas.microsoft.com/office/drawing/2014/main" id="{C51B0395-EB37-44E8-A357-B722F8222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190750"/>
            <a:ext cx="2381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判断修订</a:t>
            </a:r>
          </a:p>
        </p:txBody>
      </p:sp>
      <p:sp>
        <p:nvSpPr>
          <p:cNvPr id="21" name="chain-sub-2">
            <a:extLst xmlns:a="http://schemas.openxmlformats.org/drawingml/2006/main">
              <a:ext uri="{FF2B5EF4-FFF2-40B4-BE49-F238E27FC236}">
                <a16:creationId xmlns:a16="http://schemas.microsoft.com/office/drawing/2014/main" id="{5C6CD8AD-D4C3-4B74-8EBC-ACF62452A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067050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方向支持，机制未决</a:t>
            </a:r>
          </a:p>
        </p:txBody>
      </p:sp>
      <p:sp>
        <p:nvSpPr>
          <p:cNvPr id="22" name="rest">
            <a:extLst xmlns:a="http://schemas.openxmlformats.org/drawingml/2006/main">
              <a:ext uri="{FF2B5EF4-FFF2-40B4-BE49-F238E27FC236}">
                <a16:creationId xmlns:a16="http://schemas.microsoft.com/office/drawing/2014/main" id="{6757793E-0463-4C7E-A3A2-DE0FCBD2C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4476750"/>
            <a:ext cx="8667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人工审核、充分性、威胁、伦理与 10 项自查课后补全。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实践停留页：完成三件最低产出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0F7333B-44AC-F7E9-D49D-FE92F45E0477}" type="slidenum">
              <a:t>17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80A4F2AF-EC29-4FDE-AB8C-7344F9094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d4f3f34c0a4087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B14DAF7D-F387-4945-8BE2-F97459345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实践停留页：完成三件最低产出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688D1864-8BB6-47B1-8742-285114012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来源：lesson-13/slides.md；课程工件与讲义见 speaker notes</a:t>
            </a:r>
          </a:p>
        </p:txBody>
      </p:sp>
      <p:sp>
        <p:nvSpPr>
          <p:cNvPr id="10" name="num-0">
            <a:extLst xmlns:a="http://schemas.openxmlformats.org/drawingml/2006/main">
              <a:ext uri="{FF2B5EF4-FFF2-40B4-BE49-F238E27FC236}">
                <a16:creationId xmlns:a16="http://schemas.microsoft.com/office/drawing/2014/main" id="{9445F035-E492-4AC0-B626-871355E82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0"/>
            <a:ext cx="323850" cy="101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1" name="row-0">
            <a:extLst xmlns:a="http://schemas.openxmlformats.org/drawingml/2006/main">
              <a:ext uri="{FF2B5EF4-FFF2-40B4-BE49-F238E27FC236}">
                <a16:creationId xmlns:a16="http://schemas.microsoft.com/office/drawing/2014/main" id="{2DFA4062-4E8C-4D30-9C98-A408E4DD1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524000"/>
            <a:ext cx="6191250" cy="101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一张对照｜输入、条件、运行数、指标、结果</a:t>
            </a:r>
          </a:p>
        </p:txBody>
      </p:sp>
      <p:sp>
        <p:nvSpPr>
          <p:cNvPr id="12" name="row-rule-0">
            <a:extLst xmlns:a="http://schemas.openxmlformats.org/drawingml/2006/main">
              <a:ext uri="{FF2B5EF4-FFF2-40B4-BE49-F238E27FC236}">
                <a16:creationId xmlns:a16="http://schemas.microsoft.com/office/drawing/2014/main" id="{C1B7C796-84A1-4873-9104-EC0397767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578100"/>
            <a:ext cx="6191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3" name="num-1">
            <a:extLst xmlns:a="http://schemas.openxmlformats.org/drawingml/2006/main">
              <a:ext uri="{FF2B5EF4-FFF2-40B4-BE49-F238E27FC236}">
                <a16:creationId xmlns:a16="http://schemas.microsoft.com/office/drawing/2014/main" id="{EA5D4021-BE4D-4957-8411-AED345E12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35250"/>
            <a:ext cx="323850" cy="101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row-1">
            <a:extLst xmlns:a="http://schemas.openxmlformats.org/drawingml/2006/main">
              <a:ext uri="{FF2B5EF4-FFF2-40B4-BE49-F238E27FC236}">
                <a16:creationId xmlns:a16="http://schemas.microsoft.com/office/drawing/2014/main" id="{08EA6E16-C328-4BC4-9B0C-C5886DCF2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635250"/>
            <a:ext cx="6191250" cy="101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一项失败或局限｜表现、根因、边界、下一步</a:t>
            </a:r>
          </a:p>
        </p:txBody>
      </p:sp>
      <p:sp>
        <p:nvSpPr>
          <p:cNvPr id="15" name="row-rule-1">
            <a:extLst xmlns:a="http://schemas.openxmlformats.org/drawingml/2006/main">
              <a:ext uri="{FF2B5EF4-FFF2-40B4-BE49-F238E27FC236}">
                <a16:creationId xmlns:a16="http://schemas.microsoft.com/office/drawing/2014/main" id="{2C25FC32-FFB0-46D8-8FB3-5B44A44D1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89350"/>
            <a:ext cx="6191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16" name="num-2">
            <a:extLst xmlns:a="http://schemas.openxmlformats.org/drawingml/2006/main">
              <a:ext uri="{FF2B5EF4-FFF2-40B4-BE49-F238E27FC236}">
                <a16:creationId xmlns:a16="http://schemas.microsoft.com/office/drawing/2014/main" id="{741A00EB-3CE3-41D7-B24B-9311C551D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46500"/>
            <a:ext cx="323850" cy="101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row-2">
            <a:extLst xmlns:a="http://schemas.openxmlformats.org/drawingml/2006/main">
              <a:ext uri="{FF2B5EF4-FFF2-40B4-BE49-F238E27FC236}">
                <a16:creationId xmlns:a16="http://schemas.microsoft.com/office/drawing/2014/main" id="{680D7DA6-D6BB-4421-A338-D49B388AD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746500"/>
            <a:ext cx="6191250" cy="101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一条判断修订｜支持 / 反驳 / 仍不能判断</a:t>
            </a:r>
          </a:p>
        </p:txBody>
      </p:sp>
      <p:sp>
        <p:nvSpPr>
          <p:cNvPr id="18" name="practice-side">
            <a:extLst xmlns:a="http://schemas.openxmlformats.org/drawingml/2006/main">
              <a:ext uri="{FF2B5EF4-FFF2-40B4-BE49-F238E27FC236}">
                <a16:creationId xmlns:a16="http://schemas.microsoft.com/office/drawing/2014/main" id="{BAC3B011-F981-434B-8F9C-A35A05F50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666875"/>
            <a:ext cx="3429000" cy="2619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9" name="practice-h">
            <a:extLst xmlns:a="http://schemas.openxmlformats.org/drawingml/2006/main">
              <a:ext uri="{FF2B5EF4-FFF2-40B4-BE49-F238E27FC236}">
                <a16:creationId xmlns:a16="http://schemas.microsoft.com/office/drawing/2014/main" id="{FEFD2E8B-BF50-488C-BB94-F502A4494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952625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evaluation-report.md</a:t>
            </a:r>
          </a:p>
        </p:txBody>
      </p:sp>
      <p:sp>
        <p:nvSpPr>
          <p:cNvPr id="20" name="practice-note">
            <a:extLst xmlns:a="http://schemas.openxmlformats.org/drawingml/2006/main">
              <a:ext uri="{FF2B5EF4-FFF2-40B4-BE49-F238E27FC236}">
                <a16:creationId xmlns:a16="http://schemas.microsoft.com/office/drawing/2014/main" id="{F24E8C3D-5D58-4251-A865-AEF6D6972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619375"/>
            <a:ext cx="2762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完成标志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三项都有证据项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并保留未决解释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同伴只问证据是否足够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1C6C81E-38B9-7560-621D-5A151A79DF9B}" type="slidenum">
              <a:t>18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27AB9983-C6D0-4E04-95F5-40801F8E7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a400c586d84d23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224F083D-AA2B-40BB-A64B-781786C64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同伴只问证据是否足够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BFBA3517-E8F9-4769-AA56-B53A7796F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来源：lesson-13/slides.md；课程工件与讲义见 speaker notes</a:t>
            </a:r>
          </a:p>
        </p:txBody>
      </p:sp>
      <p:sp>
        <p:nvSpPr>
          <p:cNvPr id="10" name="doc-14-bg">
            <a:extLst xmlns:a="http://schemas.openxmlformats.org/drawingml/2006/main">
              <a:ext uri="{FF2B5EF4-FFF2-40B4-BE49-F238E27FC236}">
                <a16:creationId xmlns:a16="http://schemas.microsoft.com/office/drawing/2014/main" id="{1319A607-173B-4B03-96B9-174F190E7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476375"/>
            <a:ext cx="5524500" cy="3667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1" name="doc-14-title-bg">
            <a:extLst xmlns:a="http://schemas.openxmlformats.org/drawingml/2006/main">
              <a:ext uri="{FF2B5EF4-FFF2-40B4-BE49-F238E27FC236}">
                <a16:creationId xmlns:a16="http://schemas.microsoft.com/office/drawing/2014/main" id="{47017246-161B-419F-8E23-019D9A463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476375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2" name="doc-14-title">
            <a:extLst xmlns:a="http://schemas.openxmlformats.org/drawingml/2006/main">
              <a:ext uri="{FF2B5EF4-FFF2-40B4-BE49-F238E27FC236}">
                <a16:creationId xmlns:a16="http://schemas.microsoft.com/office/drawing/2014/main" id="{5245809E-0CA5-43AF-8C0E-D1C30889B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495425"/>
            <a:ext cx="3276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作者的三项最低产出</a:t>
            </a:r>
          </a:p>
        </p:txBody>
      </p:sp>
      <p:sp>
        <p:nvSpPr>
          <p:cNvPr id="13" name="doc-14-line-0">
            <a:extLst xmlns:a="http://schemas.openxmlformats.org/drawingml/2006/main">
              <a:ext uri="{FF2B5EF4-FFF2-40B4-BE49-F238E27FC236}">
                <a16:creationId xmlns:a16="http://schemas.microsoft.com/office/drawing/2014/main" id="{61935C2B-E8D4-4A05-BDBA-A41F98A74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971675"/>
            <a:ext cx="5067300" cy="974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结果对照｜口径可比吗</a:t>
            </a:r>
          </a:p>
        </p:txBody>
      </p:sp>
      <p:sp>
        <p:nvSpPr>
          <p:cNvPr id="14" name="doc-14-line-1">
            <a:extLst xmlns:a="http://schemas.openxmlformats.org/drawingml/2006/main">
              <a:ext uri="{FF2B5EF4-FFF2-40B4-BE49-F238E27FC236}">
                <a16:creationId xmlns:a16="http://schemas.microsoft.com/office/drawing/2014/main" id="{ACD499CD-4F29-4EFC-91F4-1F72A4283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965450"/>
            <a:ext cx="5067300" cy="974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失败 / 局限｜根因具体吗</a:t>
            </a:r>
          </a:p>
        </p:txBody>
      </p:sp>
      <p:sp>
        <p:nvSpPr>
          <p:cNvPr id="15" name="doc-14-line-2">
            <a:extLst xmlns:a="http://schemas.openxmlformats.org/drawingml/2006/main">
              <a:ext uri="{FF2B5EF4-FFF2-40B4-BE49-F238E27FC236}">
                <a16:creationId xmlns:a16="http://schemas.microsoft.com/office/drawing/2014/main" id="{63CE1D16-09A0-4F41-A51E-2E221A05E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959225"/>
            <a:ext cx="5067300" cy="974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判断修订｜证据支持三态吗</a:t>
            </a:r>
          </a:p>
        </p:txBody>
      </p:sp>
      <p:sp>
        <p:nvSpPr>
          <p:cNvPr id="16" name="peer">
            <a:extLst xmlns:a="http://schemas.openxmlformats.org/drawingml/2006/main">
              <a:ext uri="{FF2B5EF4-FFF2-40B4-BE49-F238E27FC236}">
                <a16:creationId xmlns:a16="http://schemas.microsoft.com/office/drawing/2014/main" id="{D195C913-D541-41A1-BB2B-881A2BCB7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333625"/>
            <a:ext cx="2190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同伴问题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契约 / 评价 / 证据 / 伦理</a:t>
            </a:r>
          </a:p>
        </p:txBody>
      </p:sp>
      <p:sp>
        <p:nvSpPr>
          <p:cNvPr id="17" name="author">
            <a:extLst xmlns:a="http://schemas.openxmlformats.org/drawingml/2006/main">
              <a:ext uri="{FF2B5EF4-FFF2-40B4-BE49-F238E27FC236}">
                <a16:creationId xmlns:a16="http://schemas.microsoft.com/office/drawing/2014/main" id="{A0F7B284-2C9E-486C-924F-20B6B9303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143125"/>
            <a:ext cx="22860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作者处理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2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采纳 / 澄清 / 补证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2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保留异议 / 暂缓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本讲知识点总结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F91274-D221-1BB4-3BF9-836E3AD31EBE}" type="slidenum">
              <a:t>19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629A1350-C521-492D-9172-C91E782CB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d6b3f1061b4053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7EB01D12-2E4F-4A63-97F4-80FD2AF58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本讲知识点总结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D9D38E52-D502-40DE-B211-D20A4D531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来源：lesson-13/slides.md；课程工件与讲义见 speaker notes</a:t>
            </a:r>
          </a:p>
        </p:txBody>
      </p:sp>
      <p:sp>
        <p:nvSpPr>
          <p:cNvPr id="10" name="chain-line-0">
            <a:extLst xmlns:a="http://schemas.openxmlformats.org/drawingml/2006/main">
              <a:ext uri="{FF2B5EF4-FFF2-40B4-BE49-F238E27FC236}">
                <a16:creationId xmlns:a16="http://schemas.microsoft.com/office/drawing/2014/main" id="{439C1CA4-0CB8-4F17-BAB2-642005053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57525"/>
            <a:ext cx="195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1" name="chain-0">
            <a:extLst xmlns:a="http://schemas.openxmlformats.org/drawingml/2006/main">
              <a:ext uri="{FF2B5EF4-FFF2-40B4-BE49-F238E27FC236}">
                <a16:creationId xmlns:a16="http://schemas.microsoft.com/office/drawing/2014/main" id="{367F1D46-08ED-429B-B776-E5AB8FA89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33625"/>
            <a:ext cx="1952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固定对照</a:t>
            </a:r>
          </a:p>
        </p:txBody>
      </p:sp>
      <p:sp>
        <p:nvSpPr>
          <p:cNvPr id="12" name="chain-arrow-0">
            <a:extLst xmlns:a="http://schemas.openxmlformats.org/drawingml/2006/main">
              <a:ext uri="{FF2B5EF4-FFF2-40B4-BE49-F238E27FC236}">
                <a16:creationId xmlns:a16="http://schemas.microsoft.com/office/drawing/2014/main" id="{7C18F7D9-4746-43EA-9F5D-C5F61B8FB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7475" y="2505075"/>
            <a:ext cx="92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3" name="chain-sub-0">
            <a:extLst xmlns:a="http://schemas.openxmlformats.org/drawingml/2006/main">
              <a:ext uri="{FF2B5EF4-FFF2-40B4-BE49-F238E27FC236}">
                <a16:creationId xmlns:a16="http://schemas.microsoft.com/office/drawing/2014/main" id="{CA57C9FD-8305-43DB-A8DE-97DE4A451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09925"/>
            <a:ext cx="1952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本讲输入</a:t>
            </a:r>
          </a:p>
        </p:txBody>
      </p:sp>
      <p:sp>
        <p:nvSpPr>
          <p:cNvPr id="14" name="chain-line-1">
            <a:extLst xmlns:a="http://schemas.openxmlformats.org/drawingml/2006/main">
              <a:ext uri="{FF2B5EF4-FFF2-40B4-BE49-F238E27FC236}">
                <a16:creationId xmlns:a16="http://schemas.microsoft.com/office/drawing/2014/main" id="{5E3FDE9A-06FC-4010-B88A-47E053A70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8225" y="3057525"/>
            <a:ext cx="195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5" name="chain-1">
            <a:extLst xmlns:a="http://schemas.openxmlformats.org/drawingml/2006/main">
              <a:ext uri="{FF2B5EF4-FFF2-40B4-BE49-F238E27FC236}">
                <a16:creationId xmlns:a16="http://schemas.microsoft.com/office/drawing/2014/main" id="{D1A09309-B7F2-4476-95A4-AE629B0D9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8225" y="2333625"/>
            <a:ext cx="1952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结果三态</a:t>
            </a:r>
          </a:p>
        </p:txBody>
      </p:sp>
      <p:sp>
        <p:nvSpPr>
          <p:cNvPr id="16" name="chain-arrow-1">
            <a:extLst xmlns:a="http://schemas.openxmlformats.org/drawingml/2006/main">
              <a:ext uri="{FF2B5EF4-FFF2-40B4-BE49-F238E27FC236}">
                <a16:creationId xmlns:a16="http://schemas.microsoft.com/office/drawing/2014/main" id="{FFFBAA93-C92E-4CC2-A612-0C64442D5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0850" y="2505075"/>
            <a:ext cx="92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7" name="chain-sub-1">
            <a:extLst xmlns:a="http://schemas.openxmlformats.org/drawingml/2006/main">
              <a:ext uri="{FF2B5EF4-FFF2-40B4-BE49-F238E27FC236}">
                <a16:creationId xmlns:a16="http://schemas.microsoft.com/office/drawing/2014/main" id="{35B8A6F4-3EEE-49CD-8D6B-5FF4A5134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8225" y="3209925"/>
            <a:ext cx="1952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本讲执行</a:t>
            </a:r>
          </a:p>
        </p:txBody>
      </p:sp>
      <p:sp>
        <p:nvSpPr>
          <p:cNvPr id="18" name="chain-line-2">
            <a:extLst xmlns:a="http://schemas.openxmlformats.org/drawingml/2006/main">
              <a:ext uri="{FF2B5EF4-FFF2-40B4-BE49-F238E27FC236}">
                <a16:creationId xmlns:a16="http://schemas.microsoft.com/office/drawing/2014/main" id="{C27A74BB-C845-440A-8B60-B85E6B12E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1600" y="3057525"/>
            <a:ext cx="195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9" name="chain-2">
            <a:extLst xmlns:a="http://schemas.openxmlformats.org/drawingml/2006/main">
              <a:ext uri="{FF2B5EF4-FFF2-40B4-BE49-F238E27FC236}">
                <a16:creationId xmlns:a16="http://schemas.microsoft.com/office/drawing/2014/main" id="{7F2D5F98-A906-4701-AD35-C5614BBFD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1600" y="2333625"/>
            <a:ext cx="1952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失败审计</a:t>
            </a:r>
          </a:p>
        </p:txBody>
      </p:sp>
      <p:sp>
        <p:nvSpPr>
          <p:cNvPr id="20" name="chain-arrow-2">
            <a:extLst xmlns:a="http://schemas.openxmlformats.org/drawingml/2006/main">
              <a:ext uri="{FF2B5EF4-FFF2-40B4-BE49-F238E27FC236}">
                <a16:creationId xmlns:a16="http://schemas.microsoft.com/office/drawing/2014/main" id="{18823D17-1697-4D46-811D-C1D2BB9D6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4225" y="2505075"/>
            <a:ext cx="92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1" name="chain-sub-2">
            <a:extLst xmlns:a="http://schemas.openxmlformats.org/drawingml/2006/main">
              <a:ext uri="{FF2B5EF4-FFF2-40B4-BE49-F238E27FC236}">
                <a16:creationId xmlns:a16="http://schemas.microsoft.com/office/drawing/2014/main" id="{3215A685-A55E-4D73-8A05-E4FBA6A0D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1600" y="3209925"/>
            <a:ext cx="1952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本讲证据</a:t>
            </a:r>
          </a:p>
        </p:txBody>
      </p:sp>
      <p:sp>
        <p:nvSpPr>
          <p:cNvPr id="22" name="chain-line-3">
            <a:extLst xmlns:a="http://schemas.openxmlformats.org/drawingml/2006/main">
              <a:ext uri="{FF2B5EF4-FFF2-40B4-BE49-F238E27FC236}">
                <a16:creationId xmlns:a16="http://schemas.microsoft.com/office/drawing/2014/main" id="{73D9F0A8-5088-4069-AEB6-8F407F63A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3057525"/>
            <a:ext cx="195262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23" name="chain-3">
            <a:extLst xmlns:a="http://schemas.openxmlformats.org/drawingml/2006/main">
              <a:ext uri="{FF2B5EF4-FFF2-40B4-BE49-F238E27FC236}">
                <a16:creationId xmlns:a16="http://schemas.microsoft.com/office/drawing/2014/main" id="{944F9669-5D94-4AEE-AC88-BEA5DE29D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2333625"/>
            <a:ext cx="1952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验证门</a:t>
            </a:r>
          </a:p>
        </p:txBody>
      </p:sp>
      <p:sp>
        <p:nvSpPr>
          <p:cNvPr id="24" name="chain-sub-3">
            <a:extLst xmlns:a="http://schemas.openxmlformats.org/drawingml/2006/main">
              <a:ext uri="{FF2B5EF4-FFF2-40B4-BE49-F238E27FC236}">
                <a16:creationId xmlns:a16="http://schemas.microsoft.com/office/drawing/2014/main" id="{93D11A77-4F4E-4001-AAA5-B0A6E5A4C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3209925"/>
            <a:ext cx="1952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下一步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57150"/>
            <a:ext cx="10668000" cy="571500"/>
          </a:xfrm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评价材料直接进入第 14 课写作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44E025A-983C-6D44-79C6-4612AACD43FC}" type="slidenum">
              <a:t>20</a:t>
            </a:fld>
            <a:endParaRPr/>
          </a:p>
        </p:txBody>
      </p:sp>
      <p:sp>
        <p:nvSpPr>
          <p:cNvPr id="6" name="brand-header">
            <a:extLst xmlns:a="http://schemas.openxmlformats.org/drawingml/2006/main">
              <a:ext uri="{FF2B5EF4-FFF2-40B4-BE49-F238E27FC236}">
                <a16:creationId xmlns:a16="http://schemas.microsoft.com/office/drawing/2014/main" id="{25442F73-AC2E-4E5C-A840-A747C0EC9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887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39c59555d24caf"/>
          <a:stretch xmlns:a="http://schemas.openxmlformats.org/drawingml/2006/main"/>
        </p:blipFill>
        <p:spPr>
          <a:xfrm xmlns:a="http://schemas.openxmlformats.org/drawingml/2006/main">
            <a:off x="323850" y="7620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8" name="brand-title">
            <a:extLst xmlns:a="http://schemas.openxmlformats.org/drawingml/2006/main">
              <a:ext uri="{FF2B5EF4-FFF2-40B4-BE49-F238E27FC236}">
                <a16:creationId xmlns:a16="http://schemas.microsoft.com/office/drawing/2014/main" id="{834B78B6-270C-48E9-80FB-2B0347AF0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评价材料直接进入第 14 课写作</a:t>
            </a:r>
          </a:p>
        </p:txBody>
      </p:sp>
      <p:sp>
        <p:nvSpPr>
          <p:cNvPr id="9" name="source">
            <a:extLst xmlns:a="http://schemas.openxmlformats.org/drawingml/2006/main">
              <a:ext uri="{FF2B5EF4-FFF2-40B4-BE49-F238E27FC236}">
                <a16:creationId xmlns:a16="http://schemas.microsoft.com/office/drawing/2014/main" id="{E56F65F0-10F7-47D6-AA77-C62E9DA19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来源：lesson-13/slides.md；课程工件与讲义见 speaker notes</a:t>
            </a:r>
          </a:p>
        </p:txBody>
      </p:sp>
      <p:sp>
        <p:nvSpPr>
          <p:cNvPr id="10" name="doc-15-bg">
            <a:extLst xmlns:a="http://schemas.openxmlformats.org/drawingml/2006/main">
              <a:ext uri="{FF2B5EF4-FFF2-40B4-BE49-F238E27FC236}">
                <a16:creationId xmlns:a16="http://schemas.microsoft.com/office/drawing/2014/main" id="{83624BE2-34D0-4904-820E-5884DBDFC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47625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1" name="doc-15-title-bg">
            <a:extLst xmlns:a="http://schemas.openxmlformats.org/drawingml/2006/main">
              <a:ext uri="{FF2B5EF4-FFF2-40B4-BE49-F238E27FC236}">
                <a16:creationId xmlns:a16="http://schemas.microsoft.com/office/drawing/2014/main" id="{60FDAC97-DD0A-4F1D-820A-7AFEFCF97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12" name="doc-15-title">
            <a:extLst xmlns:a="http://schemas.openxmlformats.org/drawingml/2006/main">
              <a:ext uri="{FF2B5EF4-FFF2-40B4-BE49-F238E27FC236}">
                <a16:creationId xmlns:a16="http://schemas.microsoft.com/office/drawing/2014/main" id="{48EFE941-60D1-4E61-BF67-57D554A31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590675"/>
            <a:ext cx="3276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evaluation-report.md</a:t>
            </a:r>
          </a:p>
        </p:txBody>
      </p:sp>
      <p:sp>
        <p:nvSpPr>
          <p:cNvPr id="13" name="doc-15-line-0">
            <a:extLst xmlns:a="http://schemas.openxmlformats.org/drawingml/2006/main">
              <a:ext uri="{FF2B5EF4-FFF2-40B4-BE49-F238E27FC236}">
                <a16:creationId xmlns:a16="http://schemas.microsoft.com/office/drawing/2014/main" id="{38E35CAC-BD86-4497-940B-22CDD990E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066925"/>
            <a:ext cx="4305300" cy="6715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结果对照</a:t>
            </a:r>
          </a:p>
        </p:txBody>
      </p:sp>
      <p:sp>
        <p:nvSpPr>
          <p:cNvPr id="14" name="doc-15-line-1">
            <a:extLst xmlns:a="http://schemas.openxmlformats.org/drawingml/2006/main">
              <a:ext uri="{FF2B5EF4-FFF2-40B4-BE49-F238E27FC236}">
                <a16:creationId xmlns:a16="http://schemas.microsoft.com/office/drawing/2014/main" id="{789CAE4D-0F20-44A1-AE28-1D58F3F85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752725"/>
            <a:ext cx="4305300" cy="6715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判断修订</a:t>
            </a:r>
          </a:p>
        </p:txBody>
      </p:sp>
      <p:sp>
        <p:nvSpPr>
          <p:cNvPr id="15" name="doc-15-line-2">
            <a:extLst xmlns:a="http://schemas.openxmlformats.org/drawingml/2006/main">
              <a:ext uri="{FF2B5EF4-FFF2-40B4-BE49-F238E27FC236}">
                <a16:creationId xmlns:a16="http://schemas.microsoft.com/office/drawing/2014/main" id="{22C93E29-2AE2-4BEB-B55B-631CA95D0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438525"/>
            <a:ext cx="4305300" cy="6715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失败 / 局限</a:t>
            </a:r>
          </a:p>
        </p:txBody>
      </p:sp>
      <p:sp>
        <p:nvSpPr>
          <p:cNvPr id="16" name="doc-15-line-3">
            <a:extLst xmlns:a="http://schemas.openxmlformats.org/drawingml/2006/main">
              <a:ext uri="{FF2B5EF4-FFF2-40B4-BE49-F238E27FC236}">
                <a16:creationId xmlns:a16="http://schemas.microsoft.com/office/drawing/2014/main" id="{DC4BC316-EA99-4F3B-B80B-435CBFD53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124325"/>
            <a:ext cx="4305300" cy="6715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证据与威胁</a:t>
            </a:r>
          </a:p>
        </p:txBody>
      </p:sp>
      <p:sp>
        <p:nvSpPr>
          <p:cNvPr id="17" name="to14">
            <a:extLst xmlns:a="http://schemas.openxmlformats.org/drawingml/2006/main">
              <a:ext uri="{FF2B5EF4-FFF2-40B4-BE49-F238E27FC236}">
                <a16:creationId xmlns:a16="http://schemas.microsoft.com/office/drawing/2014/main" id="{3C4B0D77-0A3E-4C73-AEEA-4A280571E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952750"/>
            <a:ext cx="762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8" name="doc-16-bg">
            <a:extLst xmlns:a="http://schemas.openxmlformats.org/drawingml/2006/main">
              <a:ext uri="{FF2B5EF4-FFF2-40B4-BE49-F238E27FC236}">
                <a16:creationId xmlns:a16="http://schemas.microsoft.com/office/drawing/2014/main" id="{FCA9384D-6A1D-4B9F-9704-703BBD8A3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571625"/>
            <a:ext cx="44767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8"/>
          </a:solidFill>
          <a:ln xmlns:a="http://schemas.openxmlformats.org/drawingml/2006/main" w="0">
            <a:noFill/>
          </a:ln>
        </p:spPr>
      </p:sp>
      <p:sp>
        <p:nvSpPr>
          <p:cNvPr id="19" name="doc-16-title-bg">
            <a:extLst xmlns:a="http://schemas.openxmlformats.org/drawingml/2006/main">
              <a:ext uri="{FF2B5EF4-FFF2-40B4-BE49-F238E27FC236}">
                <a16:creationId xmlns:a16="http://schemas.microsoft.com/office/drawing/2014/main" id="{463AEB6A-220D-4C60-B3C0-FAB1F463C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571625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7D5B"/>
          </a:solidFill>
          <a:ln xmlns:a="http://schemas.openxmlformats.org/drawingml/2006/main" w="0">
            <a:noFill/>
          </a:ln>
        </p:spPr>
      </p:sp>
      <p:sp>
        <p:nvSpPr>
          <p:cNvPr id="20" name="doc-16-title">
            <a:extLst xmlns:a="http://schemas.openxmlformats.org/drawingml/2006/main">
              <a:ext uri="{FF2B5EF4-FFF2-40B4-BE49-F238E27FC236}">
                <a16:creationId xmlns:a16="http://schemas.microsoft.com/office/drawing/2014/main" id="{1C697B70-2DC7-4C23-A2D5-19D4C7705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1590675"/>
            <a:ext cx="3276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 14 课论文结构</a:t>
            </a:r>
          </a:p>
        </p:txBody>
      </p:sp>
      <p:sp>
        <p:nvSpPr>
          <p:cNvPr id="21" name="doc-16-line-0">
            <a:extLst xmlns:a="http://schemas.openxmlformats.org/drawingml/2006/main">
              <a:ext uri="{FF2B5EF4-FFF2-40B4-BE49-F238E27FC236}">
                <a16:creationId xmlns:a16="http://schemas.microsoft.com/office/drawing/2014/main" id="{B6E61F73-156C-474B-B068-3C32474C8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066925"/>
            <a:ext cx="40195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Results｜对照与结果</a:t>
            </a:r>
          </a:p>
        </p:txBody>
      </p:sp>
      <p:sp>
        <p:nvSpPr>
          <p:cNvPr id="22" name="doc-16-line-1">
            <a:extLst xmlns:a="http://schemas.openxmlformats.org/drawingml/2006/main">
              <a:ext uri="{FF2B5EF4-FFF2-40B4-BE49-F238E27FC236}">
                <a16:creationId xmlns:a16="http://schemas.microsoft.com/office/drawing/2014/main" id="{70293B27-B9AE-4DD4-A47B-8087AAA52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981325"/>
            <a:ext cx="40195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Discussion｜局限与替代解释</a:t>
            </a:r>
          </a:p>
        </p:txBody>
      </p:sp>
      <p:sp>
        <p:nvSpPr>
          <p:cNvPr id="23" name="doc-16-line-2">
            <a:extLst xmlns:a="http://schemas.openxmlformats.org/drawingml/2006/main">
              <a:ext uri="{FF2B5EF4-FFF2-40B4-BE49-F238E27FC236}">
                <a16:creationId xmlns:a16="http://schemas.microsoft.com/office/drawing/2014/main" id="{1CA24C00-ECBB-43B0-8541-875A820F6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895725"/>
            <a:ext cx="40195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Disclosure｜人工审核与 AI 使用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theme/theme1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2026-09-12T11:49:39.1450000Z</dcterms:created>
  <dcterms:modified xsi:type="dcterms:W3CDTF">2026-09-12T11:49:39.1450000Z</dcterms:modified>
</coreProperties>
</file>