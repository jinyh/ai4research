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2.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3.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55e8082dcab946d5" /><Relationship Type="http://schemas.openxmlformats.org/officeDocument/2006/relationships/extended-properties" Target="/docProps/app.xml" Id="R70b69537760c4ccb" /><Relationship Type="http://schemas.openxmlformats.org/officeDocument/2006/relationships/officeDocument" Target="/ppt/presentation.xml" Id="R816b3ba25f2d4674" /></Relationships>
</file>

<file path=ppt/presentation.xml><?xml version="1.0" encoding="utf-8"?>
<p:presentation xmlns:p="http://schemas.openxmlformats.org/presentationml/2006/main">
  <p:sldMasterIdLst>
    <p:sldMasterId xmlns:r="http://schemas.openxmlformats.org/officeDocument/2006/relationships" id="2147483648" r:id="R9ca50eabc6b64644"/>
  </p:sldMasterIdLst>
  <p:notesMasterIdLst>
    <p:notesMasterId xmlns:r="http://schemas.openxmlformats.org/officeDocument/2006/relationships" r:id="R744262a8c35a493c"/>
  </p:notesMasterIdLst>
  <p:sldIdLst>
    <p:sldId xmlns:r="http://schemas.openxmlformats.org/officeDocument/2006/relationships" id="256" r:id="R22ca6d53977a417d"/>
    <p:sldId xmlns:r="http://schemas.openxmlformats.org/officeDocument/2006/relationships" id="257" r:id="R8f5af7a9b6af4d79"/>
    <p:sldId xmlns:r="http://schemas.openxmlformats.org/officeDocument/2006/relationships" id="258" r:id="Rb1efaed365934074"/>
    <p:sldId xmlns:r="http://schemas.openxmlformats.org/officeDocument/2006/relationships" id="259" r:id="R55259e30f440452d"/>
    <p:sldId xmlns:r="http://schemas.openxmlformats.org/officeDocument/2006/relationships" id="260" r:id="R2af68e944b654279"/>
    <p:sldId xmlns:r="http://schemas.openxmlformats.org/officeDocument/2006/relationships" id="261" r:id="R2c1ef11b45a04b9c"/>
    <p:sldId xmlns:r="http://schemas.openxmlformats.org/officeDocument/2006/relationships" id="262" r:id="R0ce5838fd798432d"/>
    <p:sldId xmlns:r="http://schemas.openxmlformats.org/officeDocument/2006/relationships" id="263" r:id="Raee23e8df57e4573"/>
    <p:sldId xmlns:r="http://schemas.openxmlformats.org/officeDocument/2006/relationships" id="264" r:id="R9bf3f2b1011e4516"/>
    <p:sldId xmlns:r="http://schemas.openxmlformats.org/officeDocument/2006/relationships" id="265" r:id="Rfc1acaed73f74dfb"/>
    <p:sldId xmlns:r="http://schemas.openxmlformats.org/officeDocument/2006/relationships" id="266" r:id="Rd04efa2ecbc04465"/>
    <p:sldId xmlns:r="http://schemas.openxmlformats.org/officeDocument/2006/relationships" id="267" r:id="Rd7433a660ca54245"/>
    <p:sldId xmlns:r="http://schemas.openxmlformats.org/officeDocument/2006/relationships" id="268" r:id="R720e5fbcbe014f0e"/>
    <p:sldId xmlns:r="http://schemas.openxmlformats.org/officeDocument/2006/relationships" id="269" r:id="R6fc098c76b6645c0"/>
    <p:sldId xmlns:r="http://schemas.openxmlformats.org/officeDocument/2006/relationships" id="270" r:id="R3a227b77451846fe"/>
    <p:sldId xmlns:r="http://schemas.openxmlformats.org/officeDocument/2006/relationships" id="271" r:id="Re06b5af9b247464e"/>
    <p:sldId xmlns:r="http://schemas.openxmlformats.org/officeDocument/2006/relationships" id="272" r:id="R03c8e8ce7cb54d83"/>
    <p:sldId xmlns:r="http://schemas.openxmlformats.org/officeDocument/2006/relationships" id="273" r:id="Rb202783f8d14436f"/>
    <p:sldId xmlns:r="http://schemas.openxmlformats.org/officeDocument/2006/relationships" id="274" r:id="R43c304fe79d04ff4"/>
    <p:sldId xmlns:r="http://schemas.openxmlformats.org/officeDocument/2006/relationships" id="275" r:id="R5489c9905ba542b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6E25E649-3F16-4E02-A733-19D2CDBF48F0}" styleName="中度样式 3 - 强调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BC89EF96-8CEA-46FF-86C4-4CE0E7609802}" styleName="浅色样式 3 - 强调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p="http://schemas.openxmlformats.org/presentationml/2006/main">
  <p:slideViewPr>
    <p:cSldViewPr snapToGrid="0" showGuides="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13e23317fe5d43ff" /><Relationship Type="http://schemas.openxmlformats.org/officeDocument/2006/relationships/slideMaster" Target="/ppt/slideMasters/slideMaster1.xml" Id="R9ca50eabc6b64644" /><Relationship Type="http://schemas.openxmlformats.org/officeDocument/2006/relationships/notesMaster" Target="/ppt/notesMasters/notesMaster1.xml" Id="R744262a8c35a493c" /><Relationship Type="http://schemas.openxmlformats.org/officeDocument/2006/relationships/presProps" Target="/ppt/presProps.xml" Id="Rc8ec614ac75c4e92" /><Relationship Type="http://schemas.openxmlformats.org/officeDocument/2006/relationships/viewProps" Target="/ppt/viewProps.xml" Id="R0fc6a279d7e34418" /><Relationship Type="http://schemas.openxmlformats.org/officeDocument/2006/relationships/tableStyles" Target="/ppt/tableStyles.xml" Id="R351f3b430bc641ce" /><Relationship Type="http://schemas.openxmlformats.org/officeDocument/2006/relationships/slide" Target="/ppt/slides/slide1.xml" Id="R22ca6d53977a417d" /><Relationship Type="http://schemas.openxmlformats.org/officeDocument/2006/relationships/slide" Target="/ppt/slides/slide2.xml" Id="R8f5af7a9b6af4d79" /><Relationship Type="http://schemas.openxmlformats.org/officeDocument/2006/relationships/slide" Target="/ppt/slides/slide3.xml" Id="Rb1efaed365934074" /><Relationship Type="http://schemas.openxmlformats.org/officeDocument/2006/relationships/slide" Target="/ppt/slides/slide4.xml" Id="R55259e30f440452d" /><Relationship Type="http://schemas.openxmlformats.org/officeDocument/2006/relationships/slide" Target="/ppt/slides/slide5.xml" Id="R2af68e944b654279" /><Relationship Type="http://schemas.openxmlformats.org/officeDocument/2006/relationships/slide" Target="/ppt/slides/slide6.xml" Id="R2c1ef11b45a04b9c" /><Relationship Type="http://schemas.openxmlformats.org/officeDocument/2006/relationships/slide" Target="/ppt/slides/slide7.xml" Id="R0ce5838fd798432d" /><Relationship Type="http://schemas.openxmlformats.org/officeDocument/2006/relationships/slide" Target="/ppt/slides/slide8.xml" Id="Raee23e8df57e4573" /><Relationship Type="http://schemas.openxmlformats.org/officeDocument/2006/relationships/slide" Target="/ppt/slides/slide9.xml" Id="R9bf3f2b1011e4516" /><Relationship Type="http://schemas.openxmlformats.org/officeDocument/2006/relationships/slide" Target="/ppt/slides/slide10.xml" Id="Rfc1acaed73f74dfb" /><Relationship Type="http://schemas.openxmlformats.org/officeDocument/2006/relationships/slide" Target="/ppt/slides/slide11.xml" Id="Rd04efa2ecbc04465" /><Relationship Type="http://schemas.openxmlformats.org/officeDocument/2006/relationships/slide" Target="/ppt/slides/slide12.xml" Id="Rd7433a660ca54245" /><Relationship Type="http://schemas.openxmlformats.org/officeDocument/2006/relationships/slide" Target="/ppt/slides/slide13.xml" Id="R720e5fbcbe014f0e" /><Relationship Type="http://schemas.openxmlformats.org/officeDocument/2006/relationships/slide" Target="/ppt/slides/slide14.xml" Id="R6fc098c76b6645c0" /><Relationship Type="http://schemas.openxmlformats.org/officeDocument/2006/relationships/slide" Target="/ppt/slides/slide15.xml" Id="R3a227b77451846fe" /><Relationship Type="http://schemas.openxmlformats.org/officeDocument/2006/relationships/slide" Target="/ppt/slides/slide16.xml" Id="Re06b5af9b247464e" /><Relationship Type="http://schemas.openxmlformats.org/officeDocument/2006/relationships/slide" Target="/ppt/slides/slide17.xml" Id="R03c8e8ce7cb54d83" /><Relationship Type="http://schemas.openxmlformats.org/officeDocument/2006/relationships/slide" Target="/ppt/slides/slide18.xml" Id="Rb202783f8d14436f" /><Relationship Type="http://schemas.openxmlformats.org/officeDocument/2006/relationships/slide" Target="/ppt/slides/slide19.xml" Id="R43c304fe79d04ff4" /><Relationship Type="http://schemas.openxmlformats.org/officeDocument/2006/relationships/slide" Target="/ppt/slides/slide20.xml" Id="R5489c9905ba542b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186eb888d6e41a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主题​​">
  <a:themeElements>
    <a:clrScheme name="SJTU-2019">
      <a:dk1>
        <a:srgbClr val="000000"/>
      </a:dk1>
      <a:lt1>
        <a:srgbClr val="FFFFFF"/>
      </a:lt1>
      <a:dk2>
        <a:srgbClr val="1B1C21"/>
      </a:dk2>
      <a:lt2>
        <a:srgbClr val="DBDBDB"/>
      </a:lt2>
      <a:accent1>
        <a:srgbClr val="C8161E"/>
      </a:accent1>
      <a:accent2>
        <a:srgbClr val="44546A"/>
      </a:accent2>
      <a:accent3>
        <a:srgbClr val="1F4D78"/>
      </a:accent3>
      <a:accent4>
        <a:srgbClr val="ED7D31"/>
      </a:accent4>
      <a:accent5>
        <a:srgbClr val="FFC000"/>
      </a:accent5>
      <a:accent6>
        <a:srgbClr val="A5A5A5"/>
      </a:accent6>
      <a:hlink>
        <a:srgbClr val="196E7D"/>
      </a:hlink>
      <a:folHlink>
        <a:srgbClr val="BEBEBE"/>
      </a:folHlink>
    </a:clrScheme>
    <a:fontScheme name="外宣普适">
      <a:majorFont>
        <a:latin typeface="Arial"/>
        <a:ea typeface="微软雅黑"/>
        <a:cs typeface=""/>
      </a:majorFont>
      <a:minorFont>
        <a:latin typeface="Arial"/>
        <a:ea typeface="微软雅黑"/>
        <a:cs typeface=""/>
      </a:minorFont>
    </a:fontScheme>
    <a:fmtScheme name="SJTU-2019">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54aae14fe1d4fc6" /><Relationship Type="http://schemas.openxmlformats.org/officeDocument/2006/relationships/notesMaster" Target="/ppt/notesMasters/notesMaster1.xml" Id="Re62f7fcc1b214d14" /></Relationships>
</file>

<file path=ppt/notesSlides/_rels/notesSlide2.xml.rels>&#65279;<?xml version="1.0" encoding="utf-8"?><Relationships xmlns="http://schemas.openxmlformats.org/package/2006/relationships"><Relationship Type="http://schemas.openxmlformats.org/officeDocument/2006/relationships/slide" Target="/ppt/slides/slide2.xml" Id="R8fd7b2198d3c4935" /><Relationship Type="http://schemas.openxmlformats.org/officeDocument/2006/relationships/notesMaster" Target="/ppt/notesMasters/notesMaster1.xml" Id="R11a98abf78b04536" /></Relationships>
</file>

<file path=ppt/notesSlides/_rels/notesSlide3.xml.rels>&#65279;<?xml version="1.0" encoding="utf-8"?><Relationships xmlns="http://schemas.openxmlformats.org/package/2006/relationships"><Relationship Type="http://schemas.openxmlformats.org/officeDocument/2006/relationships/slide" Target="/ppt/slides/slide3.xml" Id="Rad21b6d2823f4a3f" /><Relationship Type="http://schemas.openxmlformats.org/officeDocument/2006/relationships/notesMaster" Target="/ppt/notesMasters/notesMaster1.xml" Id="R334a39bf698f4522" /></Relationships>
</file>

<file path=ppt/notesSlides/_rels/notesSlide4.xml.rels>&#65279;<?xml version="1.0" encoding="utf-8"?><Relationships xmlns="http://schemas.openxmlformats.org/package/2006/relationships"><Relationship Type="http://schemas.openxmlformats.org/officeDocument/2006/relationships/slide" Target="/ppt/slides/slide4.xml" Id="R19cd37788c4d43eb" /><Relationship Type="http://schemas.openxmlformats.org/officeDocument/2006/relationships/notesMaster" Target="/ppt/notesMasters/notesMaster1.xml" Id="R692578f266c7402e" /></Relationships>
</file>

<file path=ppt/notesSlides/_rels/notesSlide5.xml.rels>&#65279;<?xml version="1.0" encoding="utf-8"?><Relationships xmlns="http://schemas.openxmlformats.org/package/2006/relationships"><Relationship Type="http://schemas.openxmlformats.org/officeDocument/2006/relationships/slide" Target="/ppt/slides/slide5.xml" Id="R49713ee637c5405f" /><Relationship Type="http://schemas.openxmlformats.org/officeDocument/2006/relationships/notesMaster" Target="/ppt/notesMasters/notesMaster1.xml" Id="R1893e86e97744c8b" /></Relationships>
</file>

<file path=ppt/notesSlides/_rels/notesSlide6.xml.rels>&#65279;<?xml version="1.0" encoding="utf-8"?><Relationships xmlns="http://schemas.openxmlformats.org/package/2006/relationships"><Relationship Type="http://schemas.openxmlformats.org/officeDocument/2006/relationships/slide" Target="/ppt/slides/slide6.xml" Id="R4fdd3df6ed1440b4" /><Relationship Type="http://schemas.openxmlformats.org/officeDocument/2006/relationships/notesMaster" Target="/ppt/notesMasters/notesMaster1.xml" Id="Rbe2f6b7a92784c30" /></Relationships>
</file>

<file path=ppt/notesSlides/_rels/notesSlide7.xml.rels>&#65279;<?xml version="1.0" encoding="utf-8"?><Relationships xmlns="http://schemas.openxmlformats.org/package/2006/relationships"><Relationship Type="http://schemas.openxmlformats.org/officeDocument/2006/relationships/slide" Target="/ppt/slides/slide7.xml" Id="Rf6579ddae8c84dfe" /><Relationship Type="http://schemas.openxmlformats.org/officeDocument/2006/relationships/notesMaster" Target="/ppt/notesMasters/notesMaster1.xml" Id="Ra3d5fcca366747a2" /></Relationships>
</file>

<file path=ppt/notesSlides/_rels/notesSlide8.xml.rels>&#65279;<?xml version="1.0" encoding="utf-8"?><Relationships xmlns="http://schemas.openxmlformats.org/package/2006/relationships"><Relationship Type="http://schemas.openxmlformats.org/officeDocument/2006/relationships/slide" Target="/ppt/slides/slide8.xml" Id="Rbbe50cf0f72a4337" /><Relationship Type="http://schemas.openxmlformats.org/officeDocument/2006/relationships/notesMaster" Target="/ppt/notesMasters/notesMaster1.xml" Id="R96f60f24a6e749f6" /></Relationships>
</file>

<file path=ppt/notesSlides/_rels/notesSlide9.xml.rels>&#65279;<?xml version="1.0" encoding="utf-8"?><Relationships xmlns="http://schemas.openxmlformats.org/package/2006/relationships"><Relationship Type="http://schemas.openxmlformats.org/officeDocument/2006/relationships/slide" Target="/ppt/slides/slide9.xml" Id="Rc6d510bc1d7a48b0" /><Relationship Type="http://schemas.openxmlformats.org/officeDocument/2006/relationships/notesMaster" Target="/ppt/notesMasters/notesMaster1.xml" Id="R9168f3927e83448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5bc04e29f4e44ce" /><Relationship Type="http://schemas.openxmlformats.org/officeDocument/2006/relationships/notesMaster" Target="/ppt/notesMasters/notesMaster1.xml" Id="R54857ae7172d499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de5024a13844736" /><Relationship Type="http://schemas.openxmlformats.org/officeDocument/2006/relationships/notesMaster" Target="/ppt/notesMasters/notesMaster1.xml" Id="R6bd741a72db2421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4795c63b241424e" /><Relationship Type="http://schemas.openxmlformats.org/officeDocument/2006/relationships/notesMaster" Target="/ppt/notesMasters/notesMaster1.xml" Id="R5f30f41c540a486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54f5ee312db44c0" /><Relationship Type="http://schemas.openxmlformats.org/officeDocument/2006/relationships/notesMaster" Target="/ppt/notesMasters/notesMaster1.xml" Id="Rf6c6d47c7bc4492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77c1a4678d84056" /><Relationship Type="http://schemas.openxmlformats.org/officeDocument/2006/relationships/notesMaster" Target="/ppt/notesMasters/notesMaster1.xml" Id="Rfb8c2d2618d347a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cc5d00b2ba74329" /><Relationship Type="http://schemas.openxmlformats.org/officeDocument/2006/relationships/notesMaster" Target="/ppt/notesMasters/notesMaster1.xml" Id="Rd61fa5e5e72445a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e06f57dea594fe7" /><Relationship Type="http://schemas.openxmlformats.org/officeDocument/2006/relationships/notesMaster" Target="/ppt/notesMasters/notesMaster1.xml" Id="R0da95b04aa9246f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71caa2c1d50418e" /><Relationship Type="http://schemas.openxmlformats.org/officeDocument/2006/relationships/notesMaster" Target="/ppt/notesMasters/notesMaster1.xml" Id="R95f6afe7dbef43c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2f0d5928d1c45e2" /><Relationship Type="http://schemas.openxmlformats.org/officeDocument/2006/relationships/notesMaster" Target="/ppt/notesMasters/notesMaster1.xml" Id="R09e4a9e8fdf349b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dcd107f3fb04f6b" /><Relationship Type="http://schemas.openxmlformats.org/officeDocument/2006/relationships/notesMaster" Target="/ppt/notesMasters/notesMaster1.xml" Id="R19a7f96e2b07450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c722953662a4e08" /><Relationship Type="http://schemas.openxmlformats.org/officeDocument/2006/relationships/notesMaster" Target="/ppt/notesMasters/notesMaster1.xml" Id="R420ecf6d6b6b41a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第13讲 工作流评价、结果分析与失败复盘</a:t>
            </a:r>
          </a:p>
          <a:p xmlns:a="http://schemas.openxmlformats.org/drawingml/2006/main">
            <a:r>
              <a:t/>
            </a:r>
          </a:p>
          <a:p xmlns:a="http://schemas.openxmlformats.org/drawingml/2006/main">
            <a:r>
              <a:t>讲义对应：§导读；课程入口</a:t>
            </a:r>
          </a:p>
          <a:p xmlns:a="http://schemas.openxmlformats.org/drawingml/2006/main">
            <a:r>
              <a:t/>
            </a:r>
          </a:p>
          <a:p xmlns:a="http://schemas.openxmlformats.org/drawingml/2006/main">
            <a:r>
              <a:t>[Teaching]</a:t>
            </a:r>
          </a:p>
          <a:p xmlns:a="http://schemas.openxmlformats.org/drawingml/2006/main">
            <a:r>
              <a:t>开场放下工作流原型。第 10-12 课你完成了受限 Agent 执行、实验自动化和个人 Agent Workflow 设计，但"能运行"和"经过评价"之间还有距离。本课把原型收口为评价材料，并完成第三次正式提交——验证门。</a:t>
            </a:r>
          </a:p>
          <a:p xmlns:a="http://schemas.openxmlformats.org/drawingml/2006/main">
            <a:r>
              <a:t/>
            </a:r>
          </a:p>
          <a:p xmlns:a="http://schemas.openxmlformats.org/drawingml/2006/main">
            <a:r>
              <a:t>[Student action]</a:t>
            </a:r>
          </a:p>
          <a:p xmlns:a="http://schemas.openxmlformats.org/drawingml/2006/main">
            <a:r>
              <a:t>不展开课程行政信息，直接进入下一页回扣。</a:t>
            </a:r>
          </a:p>
          <a:p xmlns:a="http://schemas.openxmlformats.org/drawingml/2006/main">
            <a:r>
              <a:t/>
            </a:r>
          </a:p>
          <a:p xmlns:a="http://schemas.openxmlformats.org/drawingml/2006/main">
            <a:r>
              <a:t>[Timing]</a:t>
            </a:r>
          </a:p>
          <a:p xmlns:a="http://schemas.openxmlformats.org/drawingml/2006/main">
            <a:r>
              <a:t>2 分钟。</a:t>
            </a:r>
          </a:p>
          <a:p xmlns:a="http://schemas.openxmlformats.org/drawingml/2006/main">
            <a:r>
              <a:t/>
            </a:r>
          </a:p>
          <a:p xmlns:a="http://schemas.openxmlformats.org/drawingml/2006/main">
            <a:r>
              <a:t>[Evidence boundary]</a:t>
            </a:r>
          </a:p>
          <a:p xmlns:a="http://schemas.openxmlformats.org/drawingml/2006/main">
            <a:r>
              <a:t>课程定位以 [syllabus.md](../../course/syllabus.md) 与 [备课规划.md](../备课规划.md) 第 13 课段为准。</a:t>
            </a:r>
          </a:p>
          <a:p xmlns:a="http://schemas.openxmlformats.org/drawingml/2006/main">
            <a:r>
              <a:t/>
            </a:r>
          </a:p>
          <a:p xmlns:a="http://schemas.openxmlformats.org/drawingml/2006/main">
            <a:r>
              <a:t>[Sources]</a:t>
            </a:r>
          </a:p>
          <a:p xmlns:a="http://schemas.openxmlformats.org/drawingml/2006/main">
            <a:r>
              <a:t>- lessons/lesson-13/slides.md P01</a:t>
            </a:r>
          </a:p>
          <a:p xmlns:a="http://schemas.openxmlformats.org/drawingml/2006/main">
            <a:r>
              <a:t>- lessons/lesson-13/handout.md §导读；课程入口</a:t>
            </a:r>
          </a:p>
          <a:p xmlns:a="http://schemas.openxmlformats.org/drawingml/2006/main">
            <a:r>
              <a:t>- lessons/lesson-13/teaching-plan.md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工作流原型还缺评价闭环</a:t>
            </a:r>
          </a:p>
          <a:p xmlns:a="http://schemas.openxmlformats.org/drawingml/2006/main">
            <a:r>
              <a:t/>
            </a:r>
          </a:p>
          <a:p xmlns:a="http://schemas.openxmlformats.org/drawingml/2006/main">
            <a:r>
              <a:t>讲义对应：§一 在研究链路中的位置；§导读（承接第 10-12 课）</a:t>
            </a:r>
          </a:p>
          <a:p xmlns:a="http://schemas.openxmlformats.org/drawingml/2006/main">
            <a:r>
              <a:t/>
            </a:r>
          </a:p>
          <a:p xmlns:a="http://schemas.openxmlformats.org/drawingml/2006/main">
            <a:r>
              <a:t>[Teaching]</a:t>
            </a:r>
          </a:p>
          <a:p xmlns:a="http://schemas.openxmlformats.org/drawingml/2006/main">
            <a:r>
              <a:t>回扣第 10-12 课：任务契约、执行循环和工作流原型让"做什么"和"怎么做"可见，但没有回答"是否改善了目标科研动作""结果支持还是反驳假设""失败怎么处理"。本课进入阶段七成案+评价，把原型变成验证门可检查材料。</a:t>
            </a:r>
          </a:p>
          <a:p xmlns:a="http://schemas.openxmlformats.org/drawingml/2006/main">
            <a:r>
              <a:t/>
            </a:r>
          </a:p>
          <a:p xmlns:a="http://schemas.openxmlformats.org/drawingml/2006/main">
            <a:r>
              <a:t>[Student action]</a:t>
            </a:r>
          </a:p>
          <a:p xmlns:a="http://schemas.openxmlformats.org/drawingml/2006/main">
            <a:r>
              <a:t>快问：你第 12 课的工作流原型跑过几次？有没有 baseline 对比？只听回答，不评价。</a:t>
            </a:r>
          </a:p>
          <a:p xmlns:a="http://schemas.openxmlformats.org/drawingml/2006/main">
            <a:r>
              <a:t/>
            </a:r>
          </a:p>
          <a:p xmlns:a="http://schemas.openxmlformats.org/drawingml/2006/main">
            <a:r>
              <a:t>[Timing]</a:t>
            </a:r>
          </a:p>
          <a:p xmlns:a="http://schemas.openxmlformats.org/drawingml/2006/main">
            <a:r>
              <a:t>3 分钟。</a:t>
            </a:r>
          </a:p>
          <a:p xmlns:a="http://schemas.openxmlformats.org/drawingml/2006/main">
            <a:r>
              <a:t/>
            </a:r>
          </a:p>
          <a:p xmlns:a="http://schemas.openxmlformats.org/drawingml/2006/main">
            <a:r>
              <a:t>[Evidence boundary]</a:t>
            </a:r>
          </a:p>
          <a:p xmlns:a="http://schemas.openxmlformats.org/drawingml/2006/main">
            <a:r>
              <a:t>回扣第 10-12 课讲义；[AGENTS.md](../../AGENTS.md) 证据标准。</a:t>
            </a:r>
          </a:p>
          <a:p xmlns:a="http://schemas.openxmlformats.org/drawingml/2006/main">
            <a:r>
              <a:t/>
            </a:r>
          </a:p>
          <a:p xmlns:a="http://schemas.openxmlformats.org/drawingml/2006/main">
            <a:r>
              <a:t>[Sources]</a:t>
            </a:r>
          </a:p>
          <a:p xmlns:a="http://schemas.openxmlformats.org/drawingml/2006/main">
            <a:r>
              <a:t>- lessons/lesson-13/slides.md P02</a:t>
            </a:r>
          </a:p>
          <a:p xmlns:a="http://schemas.openxmlformats.org/drawingml/2006/main">
            <a:r>
              <a:t>- lessons/lesson-13/handout.md §一 在研究链路中的位置；§导读（承接第 10-12 课）</a:t>
            </a:r>
          </a:p>
          <a:p xmlns:a="http://schemas.openxmlformats.org/drawingml/2006/main">
            <a:r>
              <a:t>- lessons/lesson-13/teaching-plan.md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评价报告先完成三个可检查字段</a:t>
            </a:r>
          </a:p>
          <a:p xmlns:a="http://schemas.openxmlformats.org/drawingml/2006/main">
            <a:r>
              <a:t/>
            </a:r>
          </a:p>
          <a:p xmlns:a="http://schemas.openxmlformats.org/drawingml/2006/main">
            <a:r>
              <a:t>讲义对应：§学习目标；§六 验证门提交清单</a:t>
            </a:r>
          </a:p>
          <a:p xmlns:a="http://schemas.openxmlformats.org/drawingml/2006/main">
            <a:r>
              <a:t/>
            </a:r>
          </a:p>
          <a:p xmlns:a="http://schemas.openxmlformats.org/drawingml/2006/main">
            <a:r>
              <a:t>[Teaching]</a:t>
            </a:r>
          </a:p>
          <a:p xmlns:a="http://schemas.openxmlformats.org/drawingml/2006/main">
            <a:r>
              <a:t>明确边界：课堂只把课前已有结果收口为三项最低产出，不现场重跑完整研究。验证门条件仍以 [assignments.md](../../course/assignments.md) Checkpoint 3 为权威来源，其余字段课后补全。</a:t>
            </a:r>
          </a:p>
          <a:p xmlns:a="http://schemas.openxmlformats.org/drawingml/2006/main">
            <a:r>
              <a:t/>
            </a:r>
          </a:p>
          <a:p xmlns:a="http://schemas.openxmlformats.org/drawingml/2006/main">
            <a:r>
              <a:t>[Student action]</a:t>
            </a:r>
          </a:p>
          <a:p xmlns:a="http://schemas.openxmlformats.org/drawingml/2006/main">
            <a:r>
              <a:t>无。</a:t>
            </a:r>
          </a:p>
          <a:p xmlns:a="http://schemas.openxmlformats.org/drawingml/2006/main">
            <a:r>
              <a:t/>
            </a:r>
          </a:p>
          <a:p xmlns:a="http://schemas.openxmlformats.org/drawingml/2006/main">
            <a:r>
              <a:t>[Timing]</a:t>
            </a:r>
          </a:p>
          <a:p xmlns:a="http://schemas.openxmlformats.org/drawingml/2006/main">
            <a:r>
              <a:t>2 分钟。</a:t>
            </a:r>
          </a:p>
          <a:p xmlns:a="http://schemas.openxmlformats.org/drawingml/2006/main">
            <a:r>
              <a:t/>
            </a:r>
          </a:p>
          <a:p xmlns:a="http://schemas.openxmlformats.org/drawingml/2006/main">
            <a:r>
              <a:t>[Evidence boundary]</a:t>
            </a:r>
          </a:p>
          <a:p xmlns:a="http://schemas.openxmlformats.org/drawingml/2006/main">
            <a:r>
              <a:t>[备课规划.md](../备课规划.md) 第 13 课目标段；[assignments.md](../../course/assignments.md) Checkpoint 3 验证门条件。</a:t>
            </a:r>
          </a:p>
          <a:p xmlns:a="http://schemas.openxmlformats.org/drawingml/2006/main">
            <a:r>
              <a:t/>
            </a:r>
          </a:p>
          <a:p xmlns:a="http://schemas.openxmlformats.org/drawingml/2006/main">
            <a:r>
              <a:t>[Sources]</a:t>
            </a:r>
          </a:p>
          <a:p xmlns:a="http://schemas.openxmlformats.org/drawingml/2006/main">
            <a:r>
              <a:t>- lessons/lesson-13/slides.md P03</a:t>
            </a:r>
          </a:p>
          <a:p xmlns:a="http://schemas.openxmlformats.org/drawingml/2006/main">
            <a:r>
              <a:t>- lessons/lesson-13/handout.md §学习目标；§六 验证门提交清单</a:t>
            </a:r>
          </a:p>
          <a:p xmlns:a="http://schemas.openxmlformats.org/drawingml/2006/main">
            <a:r>
              <a:t>- lessons/lesson-13/teaching-plan.md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实际影响需要结果对照与结论边界</a:t>
            </a:r>
          </a:p>
          <a:p xmlns:a="http://schemas.openxmlformats.org/drawingml/2006/main">
            <a:r>
              <a:t/>
            </a:r>
          </a:p>
          <a:p xmlns:a="http://schemas.openxmlformats.org/drawingml/2006/main">
            <a:r>
              <a:t>讲义对应：§二·1 评价不是功能清单</a:t>
            </a:r>
          </a:p>
          <a:p xmlns:a="http://schemas.openxmlformats.org/drawingml/2006/main">
            <a:r>
              <a:t/>
            </a:r>
          </a:p>
          <a:p xmlns:a="http://schemas.openxmlformats.org/drawingml/2006/main">
            <a:r>
              <a:t>[Teaching]</a:t>
            </a:r>
          </a:p>
          <a:p xmlns:a="http://schemas.openxmlformats.org/drawingml/2006/main">
            <a:r>
              <a:t>最常见的错误是把评价写成功能清单。功能清单回答“能做什么”，但验证门要的是“改善了哪个科研动作、改变了哪个判断、哪些没变”。右侧把结果对照与结论边界放在一起：方向一致不等于机制已被证明。</a:t>
            </a:r>
          </a:p>
          <a:p xmlns:a="http://schemas.openxmlformats.org/drawingml/2006/main">
            <a:r>
              <a:t/>
            </a:r>
          </a:p>
          <a:p xmlns:a="http://schemas.openxmlformats.org/drawingml/2006/main">
            <a:r>
              <a:t>[Student action]</a:t>
            </a:r>
          </a:p>
          <a:p xmlns:a="http://schemas.openxmlformats.org/drawingml/2006/main">
            <a:r>
              <a:t>让学生把自己的工作流评价改写为实际影响表述。如果写不出 baseline 和指标变化，说明还停留在功能清单。</a:t>
            </a:r>
          </a:p>
          <a:p xmlns:a="http://schemas.openxmlformats.org/drawingml/2006/main">
            <a:r>
              <a:t/>
            </a:r>
          </a:p>
          <a:p xmlns:a="http://schemas.openxmlformats.org/drawingml/2006/main">
            <a:r>
              <a:t>[Timing]</a:t>
            </a:r>
          </a:p>
          <a:p xmlns:a="http://schemas.openxmlformats.org/drawingml/2006/main">
            <a:r>
              <a:t>2 分钟。</a:t>
            </a:r>
          </a:p>
          <a:p xmlns:a="http://schemas.openxmlformats.org/drawingml/2006/main">
            <a:r>
              <a:t/>
            </a:r>
          </a:p>
          <a:p xmlns:a="http://schemas.openxmlformats.org/drawingml/2006/main">
            <a:r>
              <a:t>[Evidence boundary]</a:t>
            </a:r>
          </a:p>
          <a:p xmlns:a="http://schemas.openxmlformats.org/drawingml/2006/main">
            <a:r>
              <a:t>直接来源：[正式来源](https://research.google/pubs/the-ml-test-score-a-rubric-for-ml-production-readiness-and-technical-debt-reduction/)。</a:t>
            </a:r>
          </a:p>
          <a:p xmlns:a="http://schemas.openxmlformats.org/drawingml/2006/main">
            <a:r>
              <a:t/>
            </a:r>
          </a:p>
          <a:p xmlns:a="http://schemas.openxmlformats.org/drawingml/2006/main">
            <a:r>
              <a:t>本页数值、论文反例与运行 ID 属课程虚构教学示例，不是实际学生实验结果。</a:t>
            </a:r>
          </a:p>
          <a:p xmlns:a="http://schemas.openxmlformats.org/drawingml/2006/main">
            <a:r>
              <a:t/>
            </a:r>
          </a:p>
          <a:p xmlns:a="http://schemas.openxmlformats.org/drawingml/2006/main">
            <a:r>
              <a:t>讲义 §二·1；[assignments.md](../../course/assignments.md) Checkpoint 3 条件之八。</a:t>
            </a:r>
          </a:p>
          <a:p xmlns:a="http://schemas.openxmlformats.org/drawingml/2006/main">
            <a:r>
              <a:t/>
            </a:r>
          </a:p>
          <a:p xmlns:a="http://schemas.openxmlformats.org/drawingml/2006/main">
            <a:r>
              <a:t>[Sources]</a:t>
            </a:r>
          </a:p>
          <a:p xmlns:a="http://schemas.openxmlformats.org/drawingml/2006/main">
            <a:r>
              <a:t>- lessons/lesson-13/slides.md P04</a:t>
            </a:r>
          </a:p>
          <a:p xmlns:a="http://schemas.openxmlformats.org/drawingml/2006/main">
            <a:r>
              <a:t>- lessons/lesson-13/handout.md §二·1 评价不是功能清单</a:t>
            </a:r>
          </a:p>
          <a:p xmlns:a="http://schemas.openxmlformats.org/drawingml/2006/main">
            <a:r>
              <a:t>- lessons/lesson-13/teaching-plan.md</a:t>
            </a:r>
          </a:p>
          <a:p xmlns:a="http://schemas.openxmlformats.org/drawingml/2006/main">
            <a:r>
              <a:t>- https://research.google/pubs/the-ml-test-score-a-rubric-for-ml-production-readiness-and-technical-debt-reduction/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评价维度由科研问题决定</a:t>
            </a:r>
          </a:p>
          <a:p xmlns:a="http://schemas.openxmlformats.org/drawingml/2006/main">
            <a:r>
              <a:t/>
            </a:r>
          </a:p>
          <a:p xmlns:a="http://schemas.openxmlformats.org/drawingml/2006/main">
            <a:r>
              <a:t>讲义对应：§二·2 评价维度</a:t>
            </a:r>
          </a:p>
          <a:p xmlns:a="http://schemas.openxmlformats.org/drawingml/2006/main">
            <a:r>
              <a:t/>
            </a:r>
          </a:p>
          <a:p xmlns:a="http://schemas.openxmlformats.org/drawingml/2006/main">
            <a:r>
              <a:t>[Teaching]</a:t>
            </a:r>
          </a:p>
          <a:p xmlns:a="http://schemas.openxmlformats.org/drawingml/2006/main">
            <a:r>
              <a:t>先由科研问题确定主指标。贯穿案例主指标为人工基准限定条件遗漏率；屏显另列运行失败、人工修订代价与权限风险，帮助观察工作流的局限，不要求把每个维度都做成研究假设。评价必须有 baseline、前后对比、对照或与研究问题相称的等价依据。</a:t>
            </a:r>
          </a:p>
          <a:p xmlns:a="http://schemas.openxmlformats.org/drawingml/2006/main">
            <a:r>
              <a:t/>
            </a:r>
          </a:p>
          <a:p xmlns:a="http://schemas.openxmlformats.org/drawingml/2006/main">
            <a:r>
              <a:t>[Student action]</a:t>
            </a:r>
          </a:p>
          <a:p xmlns:a="http://schemas.openxmlformats.org/drawingml/2006/main">
            <a:r>
              <a:t>让学生为自己的工作流选至少 2 个维度，并说明为什么不选其他。</a:t>
            </a:r>
          </a:p>
          <a:p xmlns:a="http://schemas.openxmlformats.org/drawingml/2006/main">
            <a:r>
              <a:t/>
            </a:r>
          </a:p>
          <a:p xmlns:a="http://schemas.openxmlformats.org/drawingml/2006/main">
            <a:r>
              <a:t>[Timing]</a:t>
            </a:r>
          </a:p>
          <a:p xmlns:a="http://schemas.openxmlformats.org/drawingml/2006/main">
            <a:r>
              <a:t>2 分钟。</a:t>
            </a:r>
          </a:p>
          <a:p xmlns:a="http://schemas.openxmlformats.org/drawingml/2006/main">
            <a:r>
              <a:t/>
            </a:r>
          </a:p>
          <a:p xmlns:a="http://schemas.openxmlformats.org/drawingml/2006/main">
            <a:r>
              <a:t>[Evidence boundary]</a:t>
            </a:r>
          </a:p>
          <a:p xmlns:a="http://schemas.openxmlformats.org/drawingml/2006/main">
            <a:r>
              <a:t>讲义 §二·2；[备课规划.md](../备课规划.md) 第 13 课评价维度段。</a:t>
            </a:r>
          </a:p>
          <a:p xmlns:a="http://schemas.openxmlformats.org/drawingml/2006/main">
            <a:r>
              <a:t/>
            </a:r>
          </a:p>
          <a:p xmlns:a="http://schemas.openxmlformats.org/drawingml/2006/main">
            <a:r>
              <a:t>[Sources]</a:t>
            </a:r>
          </a:p>
          <a:p xmlns:a="http://schemas.openxmlformats.org/drawingml/2006/main">
            <a:r>
              <a:t>- lessons/lesson-13/slides.md P05</a:t>
            </a:r>
          </a:p>
          <a:p xmlns:a="http://schemas.openxmlformats.org/drawingml/2006/main">
            <a:r>
              <a:t>- lessons/lesson-13/handout.md §二·2 评价维度</a:t>
            </a:r>
          </a:p>
          <a:p xmlns:a="http://schemas.openxmlformats.org/drawingml/2006/main">
            <a:r>
              <a:t>- lessons/lesson-13/teaching-plan.md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评价协议固定输入、对照与独立评分</a:t>
            </a:r>
          </a:p>
          <a:p xmlns:a="http://schemas.openxmlformats.org/drawingml/2006/main">
            <a:r>
              <a:t/>
            </a:r>
          </a:p>
          <a:p xmlns:a="http://schemas.openxmlformats.org/drawingml/2006/main">
            <a:r>
              <a:t>讲义对应：§二·3 可重复评价与 baseline/前后对比/对照</a:t>
            </a:r>
          </a:p>
          <a:p xmlns:a="http://schemas.openxmlformats.org/drawingml/2006/main">
            <a:r>
              <a:t/>
            </a:r>
          </a:p>
          <a:p xmlns:a="http://schemas.openxmlformats.org/drawingml/2006/main">
            <a:r>
              <a:t>[Teaching]</a:t>
            </a:r>
          </a:p>
          <a:p xmlns:a="http://schemas.openxmlformats.org/drawingml/2006/main">
            <a:r>
              <a:t>可重复评价要求另一位检查者用同一份输入、配置、协议得到可比结果。最常见缺失是固定输入集合——学生"随手挑几篇"跑一次就声称方法有效。Bouthillier 等说明随机性 ML benchmark 中需要报告方差与不确定性；这支持对该类项目采用多种子，不构成所有项目“≥3 次”的统一门槛。单次评价必须写明理由、边界并标记待验证，不能写成稳定结论。</a:t>
            </a:r>
          </a:p>
          <a:p xmlns:a="http://schemas.openxmlformats.org/drawingml/2006/main">
            <a:r>
              <a:t/>
            </a:r>
          </a:p>
          <a:p xmlns:a="http://schemas.openxmlformats.org/drawingml/2006/main">
            <a:r>
              <a:t>[Student action]</a:t>
            </a:r>
          </a:p>
          <a:p xmlns:a="http://schemas.openxmlformats.org/drawingml/2006/main">
            <a:r>
              <a:t>让学生对照四项，标注自己的评价缺哪一项。</a:t>
            </a:r>
          </a:p>
          <a:p xmlns:a="http://schemas.openxmlformats.org/drawingml/2006/main">
            <a:r>
              <a:t/>
            </a:r>
          </a:p>
          <a:p xmlns:a="http://schemas.openxmlformats.org/drawingml/2006/main">
            <a:r>
              <a:t>[Timing]</a:t>
            </a:r>
          </a:p>
          <a:p xmlns:a="http://schemas.openxmlformats.org/drawingml/2006/main">
            <a:r>
              <a:t>2 分钟。</a:t>
            </a:r>
          </a:p>
          <a:p xmlns:a="http://schemas.openxmlformats.org/drawingml/2006/main">
            <a:r>
              <a:t/>
            </a:r>
          </a:p>
          <a:p xmlns:a="http://schemas.openxmlformats.org/drawingml/2006/main">
            <a:r>
              <a:t>[Evidence boundary]</a:t>
            </a:r>
          </a:p>
          <a:p xmlns:a="http://schemas.openxmlformats.org/drawingml/2006/main">
            <a:r>
              <a:t>直接来源：[正式来源](https://proceedings.mlsys.org/paper_files/paper/2021/hash/0184b0cd3cfb185989f858a1d9f5c1eb-Abstract.html)。</a:t>
            </a:r>
          </a:p>
          <a:p xmlns:a="http://schemas.openxmlformats.org/drawingml/2006/main">
            <a:r>
              <a:t/>
            </a:r>
          </a:p>
          <a:p xmlns:a="http://schemas.openxmlformats.org/drawingml/2006/main">
            <a:r>
              <a:t>讲义 §二·3；Bouthillier et al. 2021（[reading-list.md](../../course/reading-list.md) 第 13 课，第 9 课已用作 baseline 公平性来源，本课重读比较协议部分）。</a:t>
            </a:r>
          </a:p>
          <a:p xmlns:a="http://schemas.openxmlformats.org/drawingml/2006/main">
            <a:r>
              <a:t/>
            </a:r>
          </a:p>
          <a:p xmlns:a="http://schemas.openxmlformats.org/drawingml/2006/main">
            <a:r>
              <a:t>[Sources]</a:t>
            </a:r>
          </a:p>
          <a:p xmlns:a="http://schemas.openxmlformats.org/drawingml/2006/main">
            <a:r>
              <a:t>- lessons/lesson-13/slides.md P06</a:t>
            </a:r>
          </a:p>
          <a:p xmlns:a="http://schemas.openxmlformats.org/drawingml/2006/main">
            <a:r>
              <a:t>- lessons/lesson-13/handout.md §二·3 可重复评价与 baseline/前后对比/对照</a:t>
            </a:r>
          </a:p>
          <a:p xmlns:a="http://schemas.openxmlformats.org/drawingml/2006/main">
            <a:r>
              <a:t>- lessons/lesson-13/teaching-plan.md</a:t>
            </a:r>
          </a:p>
          <a:p xmlns:a="http://schemas.openxmlformats.org/drawingml/2006/main">
            <a:r>
              <a:t>- https://proceedings.mlsys.org/paper_files/paper/2021/hash/0184b0cd3cfb185989f858a1d9f5c1eb-Abstract.html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评价报告必须写出判断变化</a:t>
            </a:r>
          </a:p>
          <a:p xmlns:a="http://schemas.openxmlformats.org/drawingml/2006/main">
            <a:r>
              <a:t/>
            </a:r>
          </a:p>
          <a:p xmlns:a="http://schemas.openxmlformats.org/drawingml/2006/main">
            <a:r>
              <a:t>讲义对应：§二·4 评价报告说明实际影响</a:t>
            </a:r>
          </a:p>
          <a:p xmlns:a="http://schemas.openxmlformats.org/drawingml/2006/main">
            <a:r>
              <a:t/>
            </a:r>
          </a:p>
          <a:p xmlns:a="http://schemas.openxmlformats.org/drawingml/2006/main">
            <a:r>
              <a:t>[Teaching]</a:t>
            </a:r>
          </a:p>
          <a:p xmlns:a="http://schemas.openxmlformats.org/drawingml/2006/main">
            <a:r>
              <a:t>评价报告必须回答"工作流改变了哪个研究判断"。如果回答不出，说明评价还停留在功能清单层。组件保留/修改/移除的判断要写依据，不能只写"感觉有用"。</a:t>
            </a:r>
          </a:p>
          <a:p xmlns:a="http://schemas.openxmlformats.org/drawingml/2006/main">
            <a:r>
              <a:t/>
            </a:r>
          </a:p>
          <a:p xmlns:a="http://schemas.openxmlformats.org/drawingml/2006/main">
            <a:r>
              <a:t>[Student action]</a:t>
            </a:r>
          </a:p>
          <a:p xmlns:a="http://schemas.openxmlformats.org/drawingml/2006/main">
            <a:r>
              <a:t>让学生检查自己的评价报告是否回答了"改变了哪个判断"。</a:t>
            </a:r>
          </a:p>
          <a:p xmlns:a="http://schemas.openxmlformats.org/drawingml/2006/main">
            <a:r>
              <a:t/>
            </a:r>
          </a:p>
          <a:p xmlns:a="http://schemas.openxmlformats.org/drawingml/2006/main">
            <a:r>
              <a:t>[Timing]</a:t>
            </a:r>
          </a:p>
          <a:p xmlns:a="http://schemas.openxmlformats.org/drawingml/2006/main">
            <a:r>
              <a:t>2 分钟。</a:t>
            </a:r>
          </a:p>
          <a:p xmlns:a="http://schemas.openxmlformats.org/drawingml/2006/main">
            <a:r>
              <a:t/>
            </a:r>
          </a:p>
          <a:p xmlns:a="http://schemas.openxmlformats.org/drawingml/2006/main">
            <a:r>
              <a:t>[Evidence boundary]</a:t>
            </a:r>
          </a:p>
          <a:p xmlns:a="http://schemas.openxmlformats.org/drawingml/2006/main">
            <a:r>
              <a:t>本页数值、论文反例与运行 ID 属课程虚构教学示例，不是实际学生实验结果。</a:t>
            </a:r>
          </a:p>
          <a:p xmlns:a="http://schemas.openxmlformats.org/drawingml/2006/main">
            <a:r>
              <a:t/>
            </a:r>
          </a:p>
          <a:p xmlns:a="http://schemas.openxmlformats.org/drawingml/2006/main">
            <a:r>
              <a:t>讲义 §二·4；[project-template.md](../../course/project-template.md) §8.5-8.6。</a:t>
            </a:r>
          </a:p>
          <a:p xmlns:a="http://schemas.openxmlformats.org/drawingml/2006/main">
            <a:r>
              <a:t/>
            </a:r>
          </a:p>
          <a:p xmlns:a="http://schemas.openxmlformats.org/drawingml/2006/main">
            <a:r>
              <a:t>[Sources]</a:t>
            </a:r>
          </a:p>
          <a:p xmlns:a="http://schemas.openxmlformats.org/drawingml/2006/main">
            <a:r>
              <a:t>- lessons/lesson-13/slides.md P07</a:t>
            </a:r>
          </a:p>
          <a:p xmlns:a="http://schemas.openxmlformats.org/drawingml/2006/main">
            <a:r>
              <a:t>- lessons/lesson-13/handout.md §二·4 评价报告说明实际影响</a:t>
            </a:r>
          </a:p>
          <a:p xmlns:a="http://schemas.openxmlformats.org/drawingml/2006/main">
            <a:r>
              <a:t>- lessons/lesson-13/teaching-plan.md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结果进入三态判断，机制仍待区分</a:t>
            </a:r>
          </a:p>
          <a:p xmlns:a="http://schemas.openxmlformats.org/drawingml/2006/main">
            <a:r>
              <a:t/>
            </a:r>
          </a:p>
          <a:p xmlns:a="http://schemas.openxmlformats.org/drawingml/2006/main">
            <a:r>
              <a:t>讲义对应：§三·1 结果与原假设关系</a:t>
            </a:r>
          </a:p>
          <a:p xmlns:a="http://schemas.openxmlformats.org/drawingml/2006/main">
            <a:r>
              <a:t/>
            </a:r>
          </a:p>
          <a:p xmlns:a="http://schemas.openxmlformats.org/drawingml/2006/main">
            <a:r>
              <a:t>[Teaching]</a:t>
            </a:r>
          </a:p>
          <a:p xmlns:a="http://schemas.openxmlformats.org/drawingml/2006/main">
            <a:r>
              <a:t>最常见的错误是报告数字而不映射回假设。学生必须回答“支持、反驳还是仍不能判断”。当前结果方向与 H1 一致，不等于机制已被证明；A1/A2/A3 未被排除就应写“仍不能判断”。不显著也不能直接证明某个机制不存在。</a:t>
            </a:r>
          </a:p>
          <a:p xmlns:a="http://schemas.openxmlformats.org/drawingml/2006/main">
            <a:r>
              <a:t/>
            </a:r>
          </a:p>
          <a:p xmlns:a="http://schemas.openxmlformats.org/drawingml/2006/main">
            <a:r>
              <a:t>[Student action]</a:t>
            </a:r>
          </a:p>
          <a:p xmlns:a="http://schemas.openxmlformats.org/drawingml/2006/main">
            <a:r>
              <a:t>让学生把自己的最近一次运行结果映射回 H1 和 A1/A2/A3。</a:t>
            </a:r>
          </a:p>
          <a:p xmlns:a="http://schemas.openxmlformats.org/drawingml/2006/main">
            <a:r>
              <a:t/>
            </a:r>
          </a:p>
          <a:p xmlns:a="http://schemas.openxmlformats.org/drawingml/2006/main">
            <a:r>
              <a:t>[Timing]</a:t>
            </a:r>
          </a:p>
          <a:p xmlns:a="http://schemas.openxmlformats.org/drawingml/2006/main">
            <a:r>
              <a:t>3 分钟。</a:t>
            </a:r>
          </a:p>
          <a:p xmlns:a="http://schemas.openxmlformats.org/drawingml/2006/main">
            <a:r>
              <a:t/>
            </a:r>
          </a:p>
          <a:p xmlns:a="http://schemas.openxmlformats.org/drawingml/2006/main">
            <a:r>
              <a:t>[Evidence boundary]</a:t>
            </a:r>
          </a:p>
          <a:p xmlns:a="http://schemas.openxmlformats.org/drawingml/2006/main">
            <a:r>
              <a:t>本页数值、论文反例与运行 ID 属课程虚构教学示例，不是实际学生实验结果。</a:t>
            </a:r>
          </a:p>
          <a:p xmlns:a="http://schemas.openxmlformats.org/drawingml/2006/main">
            <a:r>
              <a:t/>
            </a:r>
          </a:p>
          <a:p xmlns:a="http://schemas.openxmlformats.org/drawingml/2006/main">
            <a:r>
              <a:t>讲义 §三·1；[AGENTS.md](../../AGENTS.md) 证据标准。</a:t>
            </a:r>
          </a:p>
          <a:p xmlns:a="http://schemas.openxmlformats.org/drawingml/2006/main">
            <a:r>
              <a:t/>
            </a:r>
          </a:p>
          <a:p xmlns:a="http://schemas.openxmlformats.org/drawingml/2006/main">
            <a:r>
              <a:t>[Sources]</a:t>
            </a:r>
          </a:p>
          <a:p xmlns:a="http://schemas.openxmlformats.org/drawingml/2006/main">
            <a:r>
              <a:t>- lessons/lesson-13/slides.md P08</a:t>
            </a:r>
          </a:p>
          <a:p xmlns:a="http://schemas.openxmlformats.org/drawingml/2006/main">
            <a:r>
              <a:t>- lessons/lesson-13/handout.md §三·1 结果与原假设关系</a:t>
            </a:r>
          </a:p>
          <a:p xmlns:a="http://schemas.openxmlformats.org/drawingml/2006/main">
            <a:r>
              <a:t>- lessons/lesson-13/teaching-plan.md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正向、负向与冲突结果在同一记录中</a:t>
            </a:r>
          </a:p>
          <a:p xmlns:a="http://schemas.openxmlformats.org/drawingml/2006/main">
            <a:r>
              <a:t/>
            </a:r>
          </a:p>
          <a:p xmlns:a="http://schemas.openxmlformats.org/drawingml/2006/main">
            <a:r>
              <a:t>讲义对应：§三·2 正向与负向均记录</a:t>
            </a:r>
          </a:p>
          <a:p xmlns:a="http://schemas.openxmlformats.org/drawingml/2006/main">
            <a:r>
              <a:t/>
            </a:r>
          </a:p>
          <a:p xmlns:a="http://schemas.openxmlformats.org/drawingml/2006/main">
            <a:r>
              <a:t>[Teaching]</a:t>
            </a:r>
          </a:p>
          <a:p xmlns:a="http://schemas.openxmlformats.org/drawingml/2006/main">
            <a:r>
              <a:t>与当前结论相关的正向、负向和冲突结果应进入同一记录；隐瞒失败或选择性删除结果属于规范问题。虚构案例的两篇图表为主论文提示可能存在任务契约或文档结构边界，保留对应运行并复测后才能判断机制。它们仍计入总体汇总。</a:t>
            </a:r>
          </a:p>
          <a:p xmlns:a="http://schemas.openxmlformats.org/drawingml/2006/main">
            <a:r>
              <a:t/>
            </a:r>
          </a:p>
          <a:p xmlns:a="http://schemas.openxmlformats.org/drawingml/2006/main">
            <a:r>
              <a:t>[Student action]</a:t>
            </a:r>
          </a:p>
          <a:p xmlns:a="http://schemas.openxmlformats.org/drawingml/2006/main">
            <a:r>
              <a:t>让学生检查自己的实验目录：有没有保留失败运行的日志？还是只展示成功？</a:t>
            </a:r>
          </a:p>
          <a:p xmlns:a="http://schemas.openxmlformats.org/drawingml/2006/main">
            <a:r>
              <a:t/>
            </a:r>
          </a:p>
          <a:p xmlns:a="http://schemas.openxmlformats.org/drawingml/2006/main">
            <a:r>
              <a:t>[Timing]</a:t>
            </a:r>
          </a:p>
          <a:p xmlns:a="http://schemas.openxmlformats.org/drawingml/2006/main">
            <a:r>
              <a:t>2 分钟。</a:t>
            </a:r>
          </a:p>
          <a:p xmlns:a="http://schemas.openxmlformats.org/drawingml/2006/main">
            <a:r>
              <a:t/>
            </a:r>
          </a:p>
          <a:p xmlns:a="http://schemas.openxmlformats.org/drawingml/2006/main">
            <a:r>
              <a:t>[Evidence boundary]</a:t>
            </a:r>
          </a:p>
          <a:p xmlns:a="http://schemas.openxmlformats.org/drawingml/2006/main">
            <a:r>
              <a:t>本页数值、论文反例与运行 ID 属课程虚构教学示例，不是实际学生实验结果。</a:t>
            </a:r>
          </a:p>
          <a:p xmlns:a="http://schemas.openxmlformats.org/drawingml/2006/main">
            <a:r>
              <a:t/>
            </a:r>
          </a:p>
          <a:p xmlns:a="http://schemas.openxmlformats.org/drawingml/2006/main">
            <a:r>
              <a:t>讲义 §三·2；[AGENTS.md](../../AGENTS.md)；[assessment.md](../../course/assessment.md) 学术规范红线。</a:t>
            </a:r>
          </a:p>
          <a:p xmlns:a="http://schemas.openxmlformats.org/drawingml/2006/main">
            <a:r>
              <a:t/>
            </a:r>
          </a:p>
          <a:p xmlns:a="http://schemas.openxmlformats.org/drawingml/2006/main">
            <a:r>
              <a:t>[Sources]</a:t>
            </a:r>
          </a:p>
          <a:p xmlns:a="http://schemas.openxmlformats.org/drawingml/2006/main">
            <a:r>
              <a:t>- lessons/lesson-13/slides.md P09</a:t>
            </a:r>
          </a:p>
          <a:p xmlns:a="http://schemas.openxmlformats.org/drawingml/2006/main">
            <a:r>
              <a:t>- lessons/lesson-13/handout.md §三·2 正向与负向均记录</a:t>
            </a:r>
          </a:p>
          <a:p xmlns:a="http://schemas.openxmlformats.org/drawingml/2006/main">
            <a:r>
              <a:t>- lessons/lesson-13/teaching-plan.md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证据地图显示替代解释仍未排除</a:t>
            </a:r>
          </a:p>
          <a:p xmlns:a="http://schemas.openxmlformats.org/drawingml/2006/main">
            <a:r>
              <a:t/>
            </a:r>
          </a:p>
          <a:p xmlns:a="http://schemas.openxmlformats.org/drawingml/2006/main">
            <a:r>
              <a:t>讲义对应：§三·3 证据充分性检查</a:t>
            </a:r>
          </a:p>
          <a:p xmlns:a="http://schemas.openxmlformats.org/drawingml/2006/main">
            <a:r>
              <a:t/>
            </a:r>
          </a:p>
          <a:p xmlns:a="http://schemas.openxmlformats.org/drawingml/2006/main">
            <a:r>
              <a:t>[Teaching]</a:t>
            </a:r>
          </a:p>
          <a:p xmlns:a="http://schemas.openxmlformats.org/drawingml/2006/main">
            <a:r>
              <a:t>证据充分性检查是验证门条件之九的核心。贯穿案例的方向性结果尚不足以区分 H1 与 A1/A2/A3，因此机制状态是“仍不能判断”，不能标 `stable`。独立证据指来源、测量、重复实验、对照、消融或分析路径的实质差异，不是两个网页。</a:t>
            </a:r>
          </a:p>
          <a:p xmlns:a="http://schemas.openxmlformats.org/drawingml/2006/main">
            <a:r>
              <a:t/>
            </a:r>
          </a:p>
          <a:p xmlns:a="http://schemas.openxmlformats.org/drawingml/2006/main">
            <a:r>
              <a:t>[Student action]</a:t>
            </a:r>
          </a:p>
          <a:p xmlns:a="http://schemas.openxmlformats.org/drawingml/2006/main">
            <a:r>
              <a:t>让学生为自己的关键结论填这张表。检查 `stable` 标记是否满足两项独立证据。</a:t>
            </a:r>
          </a:p>
          <a:p xmlns:a="http://schemas.openxmlformats.org/drawingml/2006/main">
            <a:r>
              <a:t/>
            </a:r>
          </a:p>
          <a:p xmlns:a="http://schemas.openxmlformats.org/drawingml/2006/main">
            <a:r>
              <a:t>[Timing]</a:t>
            </a:r>
          </a:p>
          <a:p xmlns:a="http://schemas.openxmlformats.org/drawingml/2006/main">
            <a:r>
              <a:t>3 分钟。</a:t>
            </a:r>
          </a:p>
          <a:p xmlns:a="http://schemas.openxmlformats.org/drawingml/2006/main">
            <a:r>
              <a:t/>
            </a:r>
          </a:p>
          <a:p xmlns:a="http://schemas.openxmlformats.org/drawingml/2006/main">
            <a:r>
              <a:t>[Evidence boundary]</a:t>
            </a:r>
          </a:p>
          <a:p xmlns:a="http://schemas.openxmlformats.org/drawingml/2006/main">
            <a:r>
              <a:t>本页数值、论文反例与运行 ID 属课程虚构教学示例，不是实际学生实验结果。</a:t>
            </a:r>
          </a:p>
          <a:p xmlns:a="http://schemas.openxmlformats.org/drawingml/2006/main">
            <a:r>
              <a:t/>
            </a:r>
          </a:p>
          <a:p xmlns:a="http://schemas.openxmlformats.org/drawingml/2006/main">
            <a:r>
              <a:t>讲义 §三·3；[AGENTS.md](../../AGENTS.md)；[project-template.md](../../course/project-template.md) §8.4。</a:t>
            </a:r>
          </a:p>
          <a:p xmlns:a="http://schemas.openxmlformats.org/drawingml/2006/main">
            <a:r>
              <a:t/>
            </a:r>
          </a:p>
          <a:p xmlns:a="http://schemas.openxmlformats.org/drawingml/2006/main">
            <a:r>
              <a:t>[Sources]</a:t>
            </a:r>
          </a:p>
          <a:p xmlns:a="http://schemas.openxmlformats.org/drawingml/2006/main">
            <a:r>
              <a:t>- lessons/lesson-13/slides.md P10</a:t>
            </a:r>
          </a:p>
          <a:p xmlns:a="http://schemas.openxmlformats.org/drawingml/2006/main">
            <a:r>
              <a:t>- lessons/lesson-13/handout.md §三·3 证据充分性检查</a:t>
            </a:r>
          </a:p>
          <a:p xmlns:a="http://schemas.openxmlformats.org/drawingml/2006/main">
            <a:r>
              <a:t>- lessons/lesson-13/teaching-plan.md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有效性威胁贴在同一结果上</a:t>
            </a:r>
          </a:p>
          <a:p xmlns:a="http://schemas.openxmlformats.org/drawingml/2006/main">
            <a:r>
              <a:t/>
            </a:r>
          </a:p>
          <a:p xmlns:a="http://schemas.openxmlformats.org/drawingml/2006/main">
            <a:r>
              <a:t>讲义对应：§三·4 威胁有效性</a:t>
            </a:r>
          </a:p>
          <a:p xmlns:a="http://schemas.openxmlformats.org/drawingml/2006/main">
            <a:r>
              <a:t/>
            </a:r>
          </a:p>
          <a:p xmlns:a="http://schemas.openxmlformats.org/drawingml/2006/main">
            <a:r>
              <a:t>[Teaching]</a:t>
            </a:r>
          </a:p>
          <a:p xmlns:a="http://schemas.openxmlformats.org/drawingml/2006/main">
            <a:r>
              <a:t>威胁有效性每条要写具体：对照哪里可能不公平？样本为什么不能外推？人工基准遗漏率是否覆盖目标动作？构念有效性不能退化成检查字段是否填满。</a:t>
            </a:r>
          </a:p>
          <a:p xmlns:a="http://schemas.openxmlformats.org/drawingml/2006/main">
            <a:r>
              <a:t/>
            </a:r>
          </a:p>
          <a:p xmlns:a="http://schemas.openxmlformats.org/drawingml/2006/main">
            <a:r>
              <a:t>[Student action]</a:t>
            </a:r>
          </a:p>
          <a:p xmlns:a="http://schemas.openxmlformats.org/drawingml/2006/main">
            <a:r>
              <a:t>让学生写出自己项目的至少两类具体威胁。</a:t>
            </a:r>
          </a:p>
          <a:p xmlns:a="http://schemas.openxmlformats.org/drawingml/2006/main">
            <a:r>
              <a:t/>
            </a:r>
          </a:p>
          <a:p xmlns:a="http://schemas.openxmlformats.org/drawingml/2006/main">
            <a:r>
              <a:t>[Timing]</a:t>
            </a:r>
          </a:p>
          <a:p xmlns:a="http://schemas.openxmlformats.org/drawingml/2006/main">
            <a:r>
              <a:t>2 分钟。</a:t>
            </a:r>
          </a:p>
          <a:p xmlns:a="http://schemas.openxmlformats.org/drawingml/2006/main">
            <a:r>
              <a:t/>
            </a:r>
          </a:p>
          <a:p xmlns:a="http://schemas.openxmlformats.org/drawingml/2006/main">
            <a:r>
              <a:t>[Evidence boundary]</a:t>
            </a:r>
          </a:p>
          <a:p xmlns:a="http://schemas.openxmlformats.org/drawingml/2006/main">
            <a:r>
              <a:t>本页数值、论文反例与运行 ID 属课程虚构教学示例，不是实际学生实验结果。</a:t>
            </a:r>
          </a:p>
          <a:p xmlns:a="http://schemas.openxmlformats.org/drawingml/2006/main">
            <a:r>
              <a:t/>
            </a:r>
          </a:p>
          <a:p xmlns:a="http://schemas.openxmlformats.org/drawingml/2006/main">
            <a:r>
              <a:t>讲义 §三·4；[project-template.md](../../course/project-template.md) §8.3。</a:t>
            </a:r>
          </a:p>
          <a:p xmlns:a="http://schemas.openxmlformats.org/drawingml/2006/main">
            <a:r>
              <a:t/>
            </a:r>
          </a:p>
          <a:p xmlns:a="http://schemas.openxmlformats.org/drawingml/2006/main">
            <a:r>
              <a:t>[Sources]</a:t>
            </a:r>
          </a:p>
          <a:p xmlns:a="http://schemas.openxmlformats.org/drawingml/2006/main">
            <a:r>
              <a:t>- lessons/lesson-13/slides.md P11</a:t>
            </a:r>
          </a:p>
          <a:p xmlns:a="http://schemas.openxmlformats.org/drawingml/2006/main">
            <a:r>
              <a:t>- lessons/lesson-13/handout.md §三·4 威胁有效性</a:t>
            </a:r>
          </a:p>
          <a:p xmlns:a="http://schemas.openxmlformats.org/drawingml/2006/main">
            <a:r>
              <a:t>- lessons/lesson-13/teaching-plan.md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失败必须留在运行账本中</a:t>
            </a:r>
          </a:p>
          <a:p xmlns:a="http://schemas.openxmlformats.org/drawingml/2006/main">
            <a:r>
              <a:t/>
            </a:r>
          </a:p>
          <a:p xmlns:a="http://schemas.openxmlformats.org/drawingml/2006/main">
            <a:r>
              <a:t>讲义对应：§四·1 失败审计原则</a:t>
            </a:r>
          </a:p>
          <a:p xmlns:a="http://schemas.openxmlformats.org/drawingml/2006/main">
            <a:r>
              <a:t/>
            </a:r>
          </a:p>
          <a:p xmlns:a="http://schemas.openxmlformats.org/drawingml/2006/main">
            <a:r>
              <a:t>[Teaching]</a:t>
            </a:r>
          </a:p>
          <a:p xmlns:a="http://schemas.openxmlformats.org/drawingml/2006/main">
            <a:r>
              <a:t>失败审计要对每次失败做根因。最严重的错误是静默重跑删除失败痕迹——这是学术规范红线。第 1 课 §五·4 已说"失败不是重跑到成功，而是工作流评价材料"，本课把它落到验证门。</a:t>
            </a:r>
          </a:p>
          <a:p xmlns:a="http://schemas.openxmlformats.org/drawingml/2006/main">
            <a:r>
              <a:t/>
            </a:r>
          </a:p>
          <a:p xmlns:a="http://schemas.openxmlformats.org/drawingml/2006/main">
            <a:r>
              <a:t>[Student action]</a:t>
            </a:r>
          </a:p>
          <a:p xmlns:a="http://schemas.openxmlformats.org/drawingml/2006/main">
            <a:r>
              <a:t>让学生检查自己的实验目录：失败运行的日志还在吗？还是被删了？</a:t>
            </a:r>
          </a:p>
          <a:p xmlns:a="http://schemas.openxmlformats.org/drawingml/2006/main">
            <a:r>
              <a:t/>
            </a:r>
          </a:p>
          <a:p xmlns:a="http://schemas.openxmlformats.org/drawingml/2006/main">
            <a:r>
              <a:t>[Timing]</a:t>
            </a:r>
          </a:p>
          <a:p xmlns:a="http://schemas.openxmlformats.org/drawingml/2006/main">
            <a:r>
              <a:t>3 分钟。</a:t>
            </a:r>
          </a:p>
          <a:p xmlns:a="http://schemas.openxmlformats.org/drawingml/2006/main">
            <a:r>
              <a:t/>
            </a:r>
          </a:p>
          <a:p xmlns:a="http://schemas.openxmlformats.org/drawingml/2006/main">
            <a:r>
              <a:t>[Evidence boundary]</a:t>
            </a:r>
          </a:p>
          <a:p xmlns:a="http://schemas.openxmlformats.org/drawingml/2006/main">
            <a:r>
              <a:t>本页数值、论文反例与运行 ID 属课程虚构教学示例，不是实际学生实验结果。</a:t>
            </a:r>
          </a:p>
          <a:p xmlns:a="http://schemas.openxmlformats.org/drawingml/2006/main">
            <a:r>
              <a:t/>
            </a:r>
          </a:p>
          <a:p xmlns:a="http://schemas.openxmlformats.org/drawingml/2006/main">
            <a:r>
              <a:t>讲义 §四·1；[AGENTS.md](../../AGENTS.md)；[assessment.md](../../course/assessment.md) 学术规范红线；第 1 课 §五·4。</a:t>
            </a:r>
          </a:p>
          <a:p xmlns:a="http://schemas.openxmlformats.org/drawingml/2006/main">
            <a:r>
              <a:t/>
            </a:r>
          </a:p>
          <a:p xmlns:a="http://schemas.openxmlformats.org/drawingml/2006/main">
            <a:r>
              <a:t>[Sources]</a:t>
            </a:r>
          </a:p>
          <a:p xmlns:a="http://schemas.openxmlformats.org/drawingml/2006/main">
            <a:r>
              <a:t>- lessons/lesson-13/slides.md P12</a:t>
            </a:r>
          </a:p>
          <a:p xmlns:a="http://schemas.openxmlformats.org/drawingml/2006/main">
            <a:r>
              <a:t>- lessons/lesson-13/handout.md §四·1 失败审计原则</a:t>
            </a:r>
          </a:p>
          <a:p xmlns:a="http://schemas.openxmlformats.org/drawingml/2006/main">
            <a:r>
              <a:t>- lessons/lesson-13/teaching-plan.md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六类根因围绕一次失败定位</a:t>
            </a:r>
          </a:p>
          <a:p xmlns:a="http://schemas.openxmlformats.org/drawingml/2006/main">
            <a:r>
              <a:t/>
            </a:r>
          </a:p>
          <a:p xmlns:a="http://schemas.openxmlformats.org/drawingml/2006/main">
            <a:r>
              <a:t>讲义对应：§四·2 失败分类与根因（Sculley et al. 骨架）</a:t>
            </a:r>
          </a:p>
          <a:p xmlns:a="http://schemas.openxmlformats.org/drawingml/2006/main">
            <a:r>
              <a:t/>
            </a:r>
          </a:p>
          <a:p xmlns:a="http://schemas.openxmlformats.org/drawingml/2006/main">
            <a:r>
              <a:t>[Teaching]</a:t>
            </a:r>
          </a:p>
          <a:p xmlns:a="http://schemas.openxmlformats.org/drawingml/2006/main">
            <a:r>
              <a:t>Sculley 等人的论文讨论 ML 系统隐性技术债，本课借用其分类思路组织六类审计问题。中央 run-042 为虚构教学记录，示例将任务契约与文档结构不匹配列为待复测的根因解释。学生为自己的一次失败写具体表现、候选根因和验证动作，不能只写“模型不行”，也不能把示例分类当成已经证明的机制。</a:t>
            </a:r>
          </a:p>
          <a:p xmlns:a="http://schemas.openxmlformats.org/drawingml/2006/main">
            <a:r>
              <a:t/>
            </a:r>
          </a:p>
          <a:p xmlns:a="http://schemas.openxmlformats.org/drawingml/2006/main">
            <a:r>
              <a:t>[Student action]</a:t>
            </a:r>
          </a:p>
          <a:p xmlns:a="http://schemas.openxmlformats.org/drawingml/2006/main">
            <a:r>
              <a:t>让学生为自己的一次失败用六类骨架归类。</a:t>
            </a:r>
          </a:p>
          <a:p xmlns:a="http://schemas.openxmlformats.org/drawingml/2006/main">
            <a:r>
              <a:t/>
            </a:r>
          </a:p>
          <a:p xmlns:a="http://schemas.openxmlformats.org/drawingml/2006/main">
            <a:r>
              <a:t>[Timing]</a:t>
            </a:r>
          </a:p>
          <a:p xmlns:a="http://schemas.openxmlformats.org/drawingml/2006/main">
            <a:r>
              <a:t>3 分钟。</a:t>
            </a:r>
          </a:p>
          <a:p xmlns:a="http://schemas.openxmlformats.org/drawingml/2006/main">
            <a:r>
              <a:t/>
            </a:r>
          </a:p>
          <a:p xmlns:a="http://schemas.openxmlformats.org/drawingml/2006/main">
            <a:r>
              <a:t>[Evidence boundary]</a:t>
            </a:r>
          </a:p>
          <a:p xmlns:a="http://schemas.openxmlformats.org/drawingml/2006/main">
            <a:r>
              <a:t>直接来源：[正式来源](https://research.google/pubs/hidden-technical-debt-in-machine-learning-systems/)。</a:t>
            </a:r>
          </a:p>
          <a:p xmlns:a="http://schemas.openxmlformats.org/drawingml/2006/main">
            <a:r>
              <a:t/>
            </a:r>
          </a:p>
          <a:p xmlns:a="http://schemas.openxmlformats.org/drawingml/2006/main">
            <a:r>
              <a:t>本页数值、论文反例与运行 ID 属课程虚构教学示例，不是实际学生实验结果。六类是课程借用技术债思路的审计框架，不是 Sculley 原文中的固定六类。</a:t>
            </a:r>
          </a:p>
          <a:p xmlns:a="http://schemas.openxmlformats.org/drawingml/2006/main">
            <a:r>
              <a:t/>
            </a:r>
          </a:p>
          <a:p xmlns:a="http://schemas.openxmlformats.org/drawingml/2006/main">
            <a:r>
              <a:t>讲义 §四·2；Sculley et al. 2015（[reading-list.md](../../course/reading-list.md) 第 13 课核心阅读）。</a:t>
            </a:r>
          </a:p>
          <a:p xmlns:a="http://schemas.openxmlformats.org/drawingml/2006/main">
            <a:r>
              <a:t/>
            </a:r>
          </a:p>
          <a:p xmlns:a="http://schemas.openxmlformats.org/drawingml/2006/main">
            <a:r>
              <a:t>[Sources]</a:t>
            </a:r>
          </a:p>
          <a:p xmlns:a="http://schemas.openxmlformats.org/drawingml/2006/main">
            <a:r>
              <a:t>- lessons/lesson-13/slides.md P13</a:t>
            </a:r>
          </a:p>
          <a:p xmlns:a="http://schemas.openxmlformats.org/drawingml/2006/main">
            <a:r>
              <a:t>- lessons/lesson-13/handout.md §四·2 失败分类与根因（Sculley et al. 骨架）</a:t>
            </a:r>
          </a:p>
          <a:p xmlns:a="http://schemas.openxmlformats.org/drawingml/2006/main">
            <a:r>
              <a:t>- lessons/lesson-13/teaching-plan.md</a:t>
            </a:r>
          </a:p>
          <a:p xmlns:a="http://schemas.openxmlformats.org/drawingml/2006/main">
            <a:r>
              <a:t>- https://research.google/pubs/hidden-technical-debt-in-machine-learning-systems/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运行 ID 连接失败日志与人工审核</a:t>
            </a:r>
          </a:p>
          <a:p xmlns:a="http://schemas.openxmlformats.org/drawingml/2006/main">
            <a:r>
              <a:t/>
            </a:r>
          </a:p>
          <a:p xmlns:a="http://schemas.openxmlformats.org/drawingml/2006/main">
            <a:r>
              <a:t>讲义对应：§四·3 失败日志与 §四·4 人工审核记录</a:t>
            </a:r>
          </a:p>
          <a:p xmlns:a="http://schemas.openxmlformats.org/drawingml/2006/main">
            <a:r>
              <a:t/>
            </a:r>
          </a:p>
          <a:p xmlns:a="http://schemas.openxmlformats.org/drawingml/2006/main">
            <a:r>
              <a:t>[Teaching]</a:t>
            </a:r>
          </a:p>
          <a:p xmlns:a="http://schemas.openxmlformats.org/drawingml/2006/main">
            <a:r>
              <a:t>本页“根因”记录是虚构案例的待复测解释，补字段后的修订状态仍为待验证；不能据此把 A3 文档结构认定为已排除。</a:t>
            </a:r>
          </a:p>
          <a:p xmlns:a="http://schemas.openxmlformats.org/drawingml/2006/main">
            <a:r>
              <a:t/>
            </a:r>
          </a:p>
          <a:p xmlns:a="http://schemas.openxmlformats.org/drawingml/2006/main">
            <a:r>
              <a:t>普通技术失败进入修复与复盘，不自动成为红线；越权、擅改评价协议、编造、隐瞒或伪造记录才按学术规范红线处理。人工审核要留下可追溯记录；被拒绝的建议可进入失败审计，成为工作流的局限证据。</a:t>
            </a:r>
          </a:p>
          <a:p xmlns:a="http://schemas.openxmlformats.org/drawingml/2006/main">
            <a:r>
              <a:t/>
            </a:r>
          </a:p>
          <a:p xmlns:a="http://schemas.openxmlformats.org/drawingml/2006/main">
            <a:r>
              <a:t>[Student action]</a:t>
            </a:r>
          </a:p>
          <a:p xmlns:a="http://schemas.openxmlformats.org/drawingml/2006/main">
            <a:r>
              <a:t>让学生为自己的工作流写一条失败日志（六字段）和一条人工审核记录（五字段）。</a:t>
            </a:r>
          </a:p>
          <a:p xmlns:a="http://schemas.openxmlformats.org/drawingml/2006/main">
            <a:r>
              <a:t/>
            </a:r>
          </a:p>
          <a:p xmlns:a="http://schemas.openxmlformats.org/drawingml/2006/main">
            <a:r>
              <a:t>[Timing]</a:t>
            </a:r>
          </a:p>
          <a:p xmlns:a="http://schemas.openxmlformats.org/drawingml/2006/main">
            <a:r>
              <a:t>4 分钟。</a:t>
            </a:r>
          </a:p>
          <a:p xmlns:a="http://schemas.openxmlformats.org/drawingml/2006/main">
            <a:r>
              <a:t/>
            </a:r>
          </a:p>
          <a:p xmlns:a="http://schemas.openxmlformats.org/drawingml/2006/main">
            <a:r>
              <a:t>[Evidence boundary]</a:t>
            </a:r>
          </a:p>
          <a:p xmlns:a="http://schemas.openxmlformats.org/drawingml/2006/main">
            <a:r>
              <a:t>直接来源：[正式来源](https://proceedings.mlr.press/v235/huang24y.html)。</a:t>
            </a:r>
          </a:p>
          <a:p xmlns:a="http://schemas.openxmlformats.org/drawingml/2006/main">
            <a:r>
              <a:t/>
            </a:r>
          </a:p>
          <a:p xmlns:a="http://schemas.openxmlformats.org/drawingml/2006/main">
            <a:r>
              <a:t>本页数值、论文反例与运行 ID 属课程虚构教学示例，不是实际学生实验结果。</a:t>
            </a:r>
          </a:p>
          <a:p xmlns:a="http://schemas.openxmlformats.org/drawingml/2006/main">
            <a:r>
              <a:t/>
            </a:r>
          </a:p>
          <a:p xmlns:a="http://schemas.openxmlformats.org/drawingml/2006/main">
            <a:r>
              <a:t>讲义 §四·3+§四·4；Huang et al. MLAgentBench（[reading-list.md](../../course/reading-list.md) 第 13 课课堂案例）；[assignments.md](../../course/assignments.md) Checkpoint 3 条件之七。</a:t>
            </a:r>
          </a:p>
          <a:p xmlns:a="http://schemas.openxmlformats.org/drawingml/2006/main">
            <a:r>
              <a:t/>
            </a:r>
          </a:p>
          <a:p xmlns:a="http://schemas.openxmlformats.org/drawingml/2006/main">
            <a:r>
              <a:t>[Sources]</a:t>
            </a:r>
          </a:p>
          <a:p xmlns:a="http://schemas.openxmlformats.org/drawingml/2006/main">
            <a:r>
              <a:t>- lessons/lesson-13/slides.md P14</a:t>
            </a:r>
          </a:p>
          <a:p xmlns:a="http://schemas.openxmlformats.org/drawingml/2006/main">
            <a:r>
              <a:t>- lessons/lesson-13/handout.md §四·3 失败日志与 §四·4 人工审核记录</a:t>
            </a:r>
          </a:p>
          <a:p xmlns:a="http://schemas.openxmlformats.org/drawingml/2006/main">
            <a:r>
              <a:t>- lessons/lesson-13/teaching-plan.md</a:t>
            </a:r>
          </a:p>
          <a:p xmlns:a="http://schemas.openxmlformats.org/drawingml/2006/main">
            <a:r>
              <a:t>- https://proceedings.mlr.press/v235/huang24y.html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验证门 10 项检查当前项目版本</a:t>
            </a:r>
          </a:p>
          <a:p xmlns:a="http://schemas.openxmlformats.org/drawingml/2006/main">
            <a:r>
              <a:t/>
            </a:r>
          </a:p>
          <a:p xmlns:a="http://schemas.openxmlformats.org/drawingml/2006/main">
            <a:r>
              <a:t>讲义对应：§六·2 验证门 10 项条件自查清单</a:t>
            </a:r>
          </a:p>
          <a:p xmlns:a="http://schemas.openxmlformats.org/drawingml/2006/main">
            <a:r>
              <a:t/>
            </a:r>
          </a:p>
          <a:p xmlns:a="http://schemas.openxmlformats.org/drawingml/2006/main">
            <a:r>
              <a:t>[Teaching]</a:t>
            </a:r>
          </a:p>
          <a:p xmlns:a="http://schemas.openxmlformats.org/drawingml/2006/main">
            <a:r>
              <a:t>本页只定位验证门字段，不逐条复述。第 1–4 项承接第 12 课，本课课堂先推进第 5、6、8、9 项所需的对照、失败/局限与判断修订，其余课后补全。验证门检查当前项目版本，不重新制作材料。</a:t>
            </a:r>
          </a:p>
          <a:p xmlns:a="http://schemas.openxmlformats.org/drawingml/2006/main">
            <a:r>
              <a:t/>
            </a:r>
          </a:p>
          <a:p xmlns:a="http://schemas.openxmlformats.org/drawingml/2006/main">
            <a:r>
              <a:t>[Student action]</a:t>
            </a:r>
          </a:p>
          <a:p xmlns:a="http://schemas.openxmlformats.org/drawingml/2006/main">
            <a:r>
              <a:t>让学生对照清单，标注当前项目哪些已满足、哪些待补全。</a:t>
            </a:r>
          </a:p>
          <a:p xmlns:a="http://schemas.openxmlformats.org/drawingml/2006/main">
            <a:r>
              <a:t/>
            </a:r>
          </a:p>
          <a:p xmlns:a="http://schemas.openxmlformats.org/drawingml/2006/main">
            <a:r>
              <a:t>[Timing]</a:t>
            </a:r>
          </a:p>
          <a:p xmlns:a="http://schemas.openxmlformats.org/drawingml/2006/main">
            <a:r>
              <a:t>2 分钟。</a:t>
            </a:r>
          </a:p>
          <a:p xmlns:a="http://schemas.openxmlformats.org/drawingml/2006/main">
            <a:r>
              <a:t/>
            </a:r>
          </a:p>
          <a:p xmlns:a="http://schemas.openxmlformats.org/drawingml/2006/main">
            <a:r>
              <a:t>[Evidence boundary]</a:t>
            </a:r>
          </a:p>
          <a:p xmlns:a="http://schemas.openxmlformats.org/drawingml/2006/main">
            <a:r>
              <a:t>[assignments.md](../../course/assignments.md) Checkpoint 3 验证门条件（权威来源）；[project-template.md](../../course/project-template.md) §6、§8、§10 字段模板。</a:t>
            </a:r>
          </a:p>
          <a:p xmlns:a="http://schemas.openxmlformats.org/drawingml/2006/main">
            <a:r>
              <a:t/>
            </a:r>
          </a:p>
          <a:p xmlns:a="http://schemas.openxmlformats.org/drawingml/2006/main">
            <a:r>
              <a:t>[Sources]</a:t>
            </a:r>
          </a:p>
          <a:p xmlns:a="http://schemas.openxmlformats.org/drawingml/2006/main">
            <a:r>
              <a:t>- lessons/lesson-13/slides.md P15</a:t>
            </a:r>
          </a:p>
          <a:p xmlns:a="http://schemas.openxmlformats.org/drawingml/2006/main">
            <a:r>
              <a:t>- lessons/lesson-13/handout.md §六·2 验证门 10 项条件自查清单</a:t>
            </a:r>
          </a:p>
          <a:p xmlns:a="http://schemas.openxmlformats.org/drawingml/2006/main">
            <a:r>
              <a:t>- lessons/lesson-13/teaching-plan.md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工作流原型收口为三件评价工件</a:t>
            </a:r>
          </a:p>
          <a:p xmlns:a="http://schemas.openxmlformats.org/drawingml/2006/main">
            <a:r>
              <a:t/>
            </a:r>
          </a:p>
          <a:p xmlns:a="http://schemas.openxmlformats.org/drawingml/2006/main">
            <a:r>
              <a:t>讲义对应：§五 贯穿案例第一至八步</a:t>
            </a:r>
          </a:p>
          <a:p xmlns:a="http://schemas.openxmlformats.org/drawingml/2006/main">
            <a:r>
              <a:t/>
            </a:r>
          </a:p>
          <a:p xmlns:a="http://schemas.openxmlformats.org/drawingml/2006/main">
            <a:r>
              <a:t>[Teaching]</a:t>
            </a:r>
          </a:p>
          <a:p xmlns:a="http://schemas.openxmlformats.org/drawingml/2006/main">
            <a:r>
              <a:t>贯穿案例延续第 10–12 课同一工作流。教师重点演示如何从课前已有结果形成对照、局限和判断修订；0.18/0.31 与图表论文反例均为虚构教学示例。学生不在课堂从零运行完整研究。</a:t>
            </a:r>
          </a:p>
          <a:p xmlns:a="http://schemas.openxmlformats.org/drawingml/2006/main">
            <a:r>
              <a:t/>
            </a:r>
          </a:p>
          <a:p xmlns:a="http://schemas.openxmlformats.org/drawingml/2006/main">
            <a:r>
              <a:t>[Student action]</a:t>
            </a:r>
          </a:p>
          <a:p xmlns:a="http://schemas.openxmlformats.org/drawingml/2006/main">
            <a:r>
              <a:t>让学生对照九步，标注自己已跑通哪几步、还缺哪几步。</a:t>
            </a:r>
          </a:p>
          <a:p xmlns:a="http://schemas.openxmlformats.org/drawingml/2006/main">
            <a:r>
              <a:t/>
            </a:r>
          </a:p>
          <a:p xmlns:a="http://schemas.openxmlformats.org/drawingml/2006/main">
            <a:r>
              <a:t>[Timing]</a:t>
            </a:r>
          </a:p>
          <a:p xmlns:a="http://schemas.openxmlformats.org/drawingml/2006/main">
            <a:r>
              <a:t>3 分钟。</a:t>
            </a:r>
          </a:p>
          <a:p xmlns:a="http://schemas.openxmlformats.org/drawingml/2006/main">
            <a:r>
              <a:t/>
            </a:r>
          </a:p>
          <a:p xmlns:a="http://schemas.openxmlformats.org/drawingml/2006/main">
            <a:r>
              <a:t>[Evidence boundary]</a:t>
            </a:r>
          </a:p>
          <a:p xmlns:a="http://schemas.openxmlformats.org/drawingml/2006/main">
            <a:r>
              <a:t>本页数值、论文反例与运行 ID 属课程虚构教学示例，不是实际学生实验结果。</a:t>
            </a:r>
          </a:p>
          <a:p xmlns:a="http://schemas.openxmlformats.org/drawingml/2006/main">
            <a:r>
              <a:t/>
            </a:r>
          </a:p>
          <a:p xmlns:a="http://schemas.openxmlformats.org/drawingml/2006/main">
            <a:r>
              <a:t>讲义 §五 贯穿案例；第 12 课工作流原型；第 9 课实验规格与 baseline。</a:t>
            </a:r>
          </a:p>
          <a:p xmlns:a="http://schemas.openxmlformats.org/drawingml/2006/main">
            <a:r>
              <a:t/>
            </a:r>
          </a:p>
          <a:p xmlns:a="http://schemas.openxmlformats.org/drawingml/2006/main">
            <a:r>
              <a:t>[Sources]</a:t>
            </a:r>
          </a:p>
          <a:p xmlns:a="http://schemas.openxmlformats.org/drawingml/2006/main">
            <a:r>
              <a:t>- lessons/lesson-13/slides.md P16</a:t>
            </a:r>
          </a:p>
          <a:p xmlns:a="http://schemas.openxmlformats.org/drawingml/2006/main">
            <a:r>
              <a:t>- lessons/lesson-13/handout.md §五 贯穿案例第一至八步</a:t>
            </a:r>
          </a:p>
          <a:p xmlns:a="http://schemas.openxmlformats.org/drawingml/2006/main">
            <a:r>
              <a:t>- lessons/lesson-13/teaching-plan.md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实践停留页：完成三件最低产出</a:t>
            </a:r>
          </a:p>
          <a:p xmlns:a="http://schemas.openxmlformats.org/drawingml/2006/main">
            <a:r>
              <a:t/>
            </a:r>
          </a:p>
          <a:p xmlns:a="http://schemas.openxmlformats.org/drawingml/2006/main">
            <a:r>
              <a:t>讲义对应：两段个人实践，中间教师点评 | 课堂最低产出</a:t>
            </a:r>
          </a:p>
          <a:p xmlns:a="http://schemas.openxmlformats.org/drawingml/2006/main">
            <a:r>
              <a:t/>
            </a:r>
          </a:p>
          <a:p xmlns:a="http://schemas.openxmlformats.org/drawingml/2006/main">
            <a:r>
              <a:t>[Teaching]</a:t>
            </a:r>
          </a:p>
          <a:p xmlns:a="http://schemas.openxmlformats.org/drawingml/2006/main">
            <a:r>
              <a:t>第一段先完成对照表与结果状态；教师中点点评统一纠正不公平对照、字段填满率和机制过推。第二段补一项失败/局限并修订一条判断。不能读取个人结果者使用教师预置同口径虚构数据包。</a:t>
            </a:r>
          </a:p>
          <a:p xmlns:a="http://schemas.openxmlformats.org/drawingml/2006/main">
            <a:r>
              <a:t/>
            </a:r>
          </a:p>
          <a:p xmlns:a="http://schemas.openxmlformats.org/drawingml/2006/main">
            <a:r>
              <a:t>[Student action]</a:t>
            </a:r>
          </a:p>
          <a:p xmlns:a="http://schemas.openxmlformats.org/drawingml/2006/main">
            <a:r>
              <a:t>个人实践第一段后暂停，听取教师中点点评，再继续第二段。</a:t>
            </a:r>
          </a:p>
          <a:p xmlns:a="http://schemas.openxmlformats.org/drawingml/2006/main">
            <a:r>
              <a:t/>
            </a:r>
          </a:p>
          <a:p xmlns:a="http://schemas.openxmlformats.org/drawingml/2006/main">
            <a:r>
              <a:t>[Timing]</a:t>
            </a:r>
          </a:p>
          <a:p xmlns:a="http://schemas.openxmlformats.org/drawingml/2006/main">
            <a:r>
              <a:t>30 分钟：个人实践 12 分钟 + 教师中点点评 5 分钟 + 个人实践 13 分钟。</a:t>
            </a:r>
          </a:p>
          <a:p xmlns:a="http://schemas.openxmlformats.org/drawingml/2006/main">
            <a:r>
              <a:t/>
            </a:r>
          </a:p>
          <a:p xmlns:a="http://schemas.openxmlformats.org/drawingml/2006/main">
            <a:r>
              <a:t>[Evidence boundary]</a:t>
            </a:r>
          </a:p>
          <a:p xmlns:a="http://schemas.openxmlformats.org/drawingml/2006/main">
            <a:r>
              <a:t>讲义 §六·3；[project-template.md](../../course/project-template.md)；[assignments.md](../../course/assignments.md) Checkpoint 3。</a:t>
            </a:r>
          </a:p>
          <a:p xmlns:a="http://schemas.openxmlformats.org/drawingml/2006/main">
            <a:r>
              <a:t/>
            </a:r>
          </a:p>
          <a:p xmlns:a="http://schemas.openxmlformats.org/drawingml/2006/main">
            <a:r>
              <a:t>[Sources]</a:t>
            </a:r>
          </a:p>
          <a:p xmlns:a="http://schemas.openxmlformats.org/drawingml/2006/main">
            <a:r>
              <a:t>- lessons/lesson-13/slides.md P17</a:t>
            </a:r>
          </a:p>
          <a:p xmlns:a="http://schemas.openxmlformats.org/drawingml/2006/main">
            <a:r>
              <a:t>- lessons/lesson-13/handout.md 两段个人实践，中间教师点评 | 课堂最低产出</a:t>
            </a:r>
          </a:p>
          <a:p xmlns:a="http://schemas.openxmlformats.org/drawingml/2006/main">
            <a:r>
              <a:t>- lessons/lesson-13/teaching-plan.md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同伴只问证据是否足够</a:t>
            </a:r>
          </a:p>
          <a:p xmlns:a="http://schemas.openxmlformats.org/drawingml/2006/main">
            <a:r>
              <a:t/>
            </a:r>
          </a:p>
          <a:p xmlns:a="http://schemas.openxmlformats.org/drawingml/2006/main">
            <a:r>
              <a:t>讲义对应：同伴质询与作者处理 | 互查记录</a:t>
            </a:r>
          </a:p>
          <a:p xmlns:a="http://schemas.openxmlformats.org/drawingml/2006/main">
            <a:r>
              <a:t/>
            </a:r>
          </a:p>
          <a:p xmlns:a="http://schemas.openxmlformats.org/drawingml/2006/main">
            <a:r>
              <a:t>[Teaching]</a:t>
            </a:r>
          </a:p>
          <a:p xmlns:a="http://schemas.openxmlformats.org/drawingml/2006/main">
            <a:r>
              <a:t>每位作者简述对照、失败/局限和判断修订；同伴只问证据是否足以支持该结果状态。作者记录采纳、澄清、补证、保留异议或暂缓及真实理由，不形成共同提交。</a:t>
            </a:r>
          </a:p>
          <a:p xmlns:a="http://schemas.openxmlformats.org/drawingml/2006/main">
            <a:r>
              <a:t/>
            </a:r>
          </a:p>
          <a:p xmlns:a="http://schemas.openxmlformats.org/drawingml/2006/main">
            <a:r>
              <a:t>[Student action]</a:t>
            </a:r>
          </a:p>
          <a:p xmlns:a="http://schemas.openxmlformats.org/drawingml/2006/main">
            <a:r>
              <a:t>同伴互查；人数为奇数时组成三人组。</a:t>
            </a:r>
          </a:p>
          <a:p xmlns:a="http://schemas.openxmlformats.org/drawingml/2006/main">
            <a:r>
              <a:t/>
            </a:r>
          </a:p>
          <a:p xmlns:a="http://schemas.openxmlformats.org/drawingml/2006/main">
            <a:r>
              <a:t>[Timing]</a:t>
            </a:r>
          </a:p>
          <a:p xmlns:a="http://schemas.openxmlformats.org/drawingml/2006/main">
            <a:r>
              <a:t>15 分钟。</a:t>
            </a:r>
          </a:p>
          <a:p xmlns:a="http://schemas.openxmlformats.org/drawingml/2006/main">
            <a:r>
              <a:t/>
            </a:r>
          </a:p>
          <a:p xmlns:a="http://schemas.openxmlformats.org/drawingml/2006/main">
            <a:r>
              <a:t>[Evidence boundary]</a:t>
            </a:r>
          </a:p>
          <a:p xmlns:a="http://schemas.openxmlformats.org/drawingml/2006/main">
            <a:r>
              <a:t>同伴反馈为形成性活动，不单独计分，不共同提交（[assignments.md](../../course/assignments.md)）。</a:t>
            </a:r>
          </a:p>
          <a:p xmlns:a="http://schemas.openxmlformats.org/drawingml/2006/main">
            <a:r>
              <a:t/>
            </a:r>
          </a:p>
          <a:p xmlns:a="http://schemas.openxmlformats.org/drawingml/2006/main">
            <a:r>
              <a:t>[Sources]</a:t>
            </a:r>
          </a:p>
          <a:p xmlns:a="http://schemas.openxmlformats.org/drawingml/2006/main">
            <a:r>
              <a:t>- lessons/lesson-13/slides.md P18</a:t>
            </a:r>
          </a:p>
          <a:p xmlns:a="http://schemas.openxmlformats.org/drawingml/2006/main">
            <a:r>
              <a:t>- lessons/lesson-13/handout.md 同伴质询与作者处理 | 互查记录</a:t>
            </a:r>
          </a:p>
          <a:p xmlns:a="http://schemas.openxmlformats.org/drawingml/2006/main">
            <a:r>
              <a:t>- lessons/lesson-13/teaching-plan.md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本讲知识点总结</a:t>
            </a:r>
          </a:p>
          <a:p xmlns:a="http://schemas.openxmlformats.org/drawingml/2006/main">
            <a:r>
              <a:t/>
            </a:r>
          </a:p>
          <a:p xmlns:a="http://schemas.openxmlformats.org/drawingml/2006/main">
            <a:r>
              <a:t>讲义对应：§二-§六 本讲核心链路与边界总结</a:t>
            </a:r>
          </a:p>
          <a:p xmlns:a="http://schemas.openxmlformats.org/drawingml/2006/main">
            <a:r>
              <a:t/>
            </a:r>
          </a:p>
          <a:p xmlns:a="http://schemas.openxmlformats.org/drawingml/2006/main">
            <a:r>
              <a:t>[Teaching]</a:t>
            </a:r>
          </a:p>
          <a:p xmlns:a="http://schemas.openxmlformats.org/drawingml/2006/main">
            <a:r>
              <a:t>回收评价、结果映射、失败复盘与验证门的关系。本页不新增任务。</a:t>
            </a:r>
          </a:p>
          <a:p xmlns:a="http://schemas.openxmlformats.org/drawingml/2006/main">
            <a:r>
              <a:t/>
            </a:r>
          </a:p>
          <a:p xmlns:a="http://schemas.openxmlformats.org/drawingml/2006/main">
            <a:r>
              <a:t>[Student action]</a:t>
            </a:r>
          </a:p>
          <a:p xmlns:a="http://schemas.openxmlformats.org/drawingml/2006/main">
            <a:r>
              <a:t>学生指出自己验证门材料中最需要补齐的一项。</a:t>
            </a:r>
          </a:p>
          <a:p xmlns:a="http://schemas.openxmlformats.org/drawingml/2006/main">
            <a:r>
              <a:t/>
            </a:r>
          </a:p>
          <a:p xmlns:a="http://schemas.openxmlformats.org/drawingml/2006/main">
            <a:r>
              <a:t>[Timing]</a:t>
            </a:r>
          </a:p>
          <a:p xmlns:a="http://schemas.openxmlformats.org/drawingml/2006/main">
            <a:r>
              <a:t>2 分钟。</a:t>
            </a:r>
          </a:p>
          <a:p xmlns:a="http://schemas.openxmlformats.org/drawingml/2006/main">
            <a:r>
              <a:t/>
            </a:r>
          </a:p>
          <a:p xmlns:a="http://schemas.openxmlformats.org/drawingml/2006/main">
            <a:r>
              <a:t>[Evidence boundary]</a:t>
            </a:r>
          </a:p>
          <a:p xmlns:a="http://schemas.openxmlformats.org/drawingml/2006/main">
            <a:r>
              <a:t>[handout.md](./handout.md) §二-§六；[assignments.md](../../course/assignments.md) Checkpoint 3。</a:t>
            </a:r>
          </a:p>
          <a:p xmlns:a="http://schemas.openxmlformats.org/drawingml/2006/main">
            <a:r>
              <a:t/>
            </a:r>
          </a:p>
          <a:p xmlns:a="http://schemas.openxmlformats.org/drawingml/2006/main">
            <a:r>
              <a:t>[Sources]</a:t>
            </a:r>
          </a:p>
          <a:p xmlns:a="http://schemas.openxmlformats.org/drawingml/2006/main">
            <a:r>
              <a:t>- lessons/lesson-13/slides.md P19</a:t>
            </a:r>
          </a:p>
          <a:p xmlns:a="http://schemas.openxmlformats.org/drawingml/2006/main">
            <a:r>
              <a:t>- lessons/lesson-13/handout.md §二-§六 本讲核心链路与边界总结</a:t>
            </a:r>
          </a:p>
          <a:p xmlns:a="http://schemas.openxmlformats.org/drawingml/2006/main">
            <a:r>
              <a:t>- lessons/lesson-13/teaching-plan.md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评价材料直接进入第 14 课写作</a:t>
            </a:r>
          </a:p>
          <a:p xmlns:a="http://schemas.openxmlformats.org/drawingml/2006/main">
            <a:r>
              <a:t/>
            </a:r>
          </a:p>
          <a:p xmlns:a="http://schemas.openxmlformats.org/drawingml/2006/main">
            <a:r>
              <a:t>讲义对应：§六·1 提交方式；§六·4 未通过时；第 14 课预告</a:t>
            </a:r>
          </a:p>
          <a:p xmlns:a="http://schemas.openxmlformats.org/drawingml/2006/main">
            <a:r>
              <a:t/>
            </a:r>
          </a:p>
          <a:p xmlns:a="http://schemas.openxmlformats.org/drawingml/2006/main">
            <a:r>
              <a:t>[Teaching]</a:t>
            </a:r>
          </a:p>
          <a:p xmlns:a="http://schemas.openxmlformats.org/drawingml/2006/main">
            <a:r>
              <a:t>回扣课堂最低产出：一张对照、一项失败/局限和一条判断修订。课后补齐人工审核、证据充分性、威胁有效性、伦理说明和 10 项自查后提交验证门材料包。第 14 课直接使用对照、判断修订与局限段落，不重新组织一套结果。</a:t>
            </a:r>
          </a:p>
          <a:p xmlns:a="http://schemas.openxmlformats.org/drawingml/2006/main">
            <a:r>
              <a:t/>
            </a:r>
          </a:p>
          <a:p xmlns:a="http://schemas.openxmlformats.org/drawingml/2006/main">
            <a:r>
              <a:t>[Student action]</a:t>
            </a:r>
          </a:p>
          <a:p xmlns:a="http://schemas.openxmlformats.org/drawingml/2006/main">
            <a:r>
              <a:t>学生提交退出卡或保存在个人项目。教师收集共性问题，用于第 14 课前调整。</a:t>
            </a:r>
          </a:p>
          <a:p xmlns:a="http://schemas.openxmlformats.org/drawingml/2006/main">
            <a:r>
              <a:t/>
            </a:r>
          </a:p>
          <a:p xmlns:a="http://schemas.openxmlformats.org/drawingml/2006/main">
            <a:r>
              <a:t>[Timing]</a:t>
            </a:r>
          </a:p>
          <a:p xmlns:a="http://schemas.openxmlformats.org/drawingml/2006/main">
            <a:r>
              <a:t>3 分钟。</a:t>
            </a:r>
          </a:p>
          <a:p xmlns:a="http://schemas.openxmlformats.org/drawingml/2006/main">
            <a:r>
              <a:t/>
            </a:r>
          </a:p>
          <a:p xmlns:a="http://schemas.openxmlformats.org/drawingml/2006/main">
            <a:r>
              <a:t>[Evidence boundary]</a:t>
            </a:r>
          </a:p>
          <a:p xmlns:a="http://schemas.openxmlformats.org/drawingml/2006/main">
            <a:r>
              <a:t>- Sculley, D. et al. *NeurIPS 2015*, 2503-2511. [Google Research 正式页面](https://research.google/pubs/hidden-technical-debt-in-machine-learning-systems/)。</a:t>
            </a:r>
          </a:p>
          <a:p xmlns:a="http://schemas.openxmlformats.org/drawingml/2006/main">
            <a:r>
              <a:t>- Bouthillier, X. et al. *MLSys* 3 (2021). [MLSys 正式页面](https://proceedings.mlsys.org/paper_files/paper/2021/hash/0184b0cd3cfb185989f858a1d9f5c1eb-Abstract.html)。</a:t>
            </a:r>
          </a:p>
          <a:p xmlns:a="http://schemas.openxmlformats.org/drawingml/2006/main">
            <a:r>
              <a:t>- Breck, E. et al. *IEEE Big Data 2017*. [Google Research 正式页面](https://research.google/pubs/the-ml-test-score-a-rubric-for-ml-production-readiness-and-technical-debt-reduction/)。</a:t>
            </a:r>
          </a:p>
          <a:p xmlns:a="http://schemas.openxmlformats.org/drawingml/2006/main">
            <a:r>
              <a:t>- 阅读规则见 [reading-list.md](../../course/reading-list.md)。</a:t>
            </a:r>
          </a:p>
          <a:p xmlns:a="http://schemas.openxmlformats.org/drawingml/2006/main">
            <a:r>
              <a:t>- 验证门条件见 [assignments.md](../../course/assignments.md) Checkpoint 3。</a:t>
            </a:r>
          </a:p>
          <a:p xmlns:a="http://schemas.openxmlformats.org/drawingml/2006/main">
            <a:r>
              <a:t/>
            </a:r>
          </a:p>
          <a:p xmlns:a="http://schemas.openxmlformats.org/drawingml/2006/main">
            <a:r>
              <a:t>[Sources]</a:t>
            </a:r>
          </a:p>
          <a:p xmlns:a="http://schemas.openxmlformats.org/drawingml/2006/main">
            <a:r>
              <a:t>- lessons/lesson-13/slides.md P20</a:t>
            </a:r>
          </a:p>
          <a:p xmlns:a="http://schemas.openxmlformats.org/drawingml/2006/main">
            <a:r>
              <a:t>- lessons/lesson-13/handout.md §六·1 提交方式；§六·4 未通过时；第 14 课预告</a:t>
            </a:r>
          </a:p>
          <a:p xmlns:a="http://schemas.openxmlformats.org/drawingml/2006/main">
            <a:r>
              <a:t>- lessons/lesson-13/teaching-plan.md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57bb12779414c2e" /><Relationship Type="http://schemas.openxmlformats.org/officeDocument/2006/relationships/image" Target="/ppt/media/image.png" Id="R3f634a610fbe4e58" /><Relationship Type="http://schemas.openxmlformats.org/officeDocument/2006/relationships/image" Target="/ppt/media/image2.png" Id="Rea37fafaad514d34" /><Relationship Type="http://schemas.openxmlformats.org/officeDocument/2006/relationships/image" Target="/ppt/media/image3.png" Id="R8f0aef3afe234d36" /><Relationship Type="http://schemas.openxmlformats.org/officeDocument/2006/relationships/image" Target="/ppt/media/image4.png" Id="Ra501ba22ae5f4a9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b1f4677ffce48a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6aae18e5c854685" /><Relationship Type="http://schemas.openxmlformats.org/officeDocument/2006/relationships/image" Target="/ppt/media/image2.png" Id="R45cc10ec2ea246e0" /><Relationship Type="http://schemas.openxmlformats.org/officeDocument/2006/relationships/image" Target="/ppt/media/image5.png" Id="Rdf0e4428d4fb49a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b8cc634fcb842dd" /><Relationship Type="http://schemas.openxmlformats.org/officeDocument/2006/relationships/image" Target="/ppt/media/image.png" Id="R2abe1972e9af4dc8" /><Relationship Type="http://schemas.openxmlformats.org/officeDocument/2006/relationships/image" Target="/ppt/media/image3.png" Id="R82a6518b4d074207" /></Relationships>
</file>

<file path=ppt/slideLayouts/slideLayout1.xml><?xml version="1.0" encoding="utf-8"?>
<p:sldLayout xmlns:p="http://schemas.openxmlformats.org/presentationml/2006/main" preserve="1" userDrawn="1">
  <p:cSld name="封面">
    <p:spTree>
      <p:nvGrpSpPr>
        <p:cNvPr id="1" name=""/>
        <p:cNvGrpSpPr/>
        <p:nvPr/>
      </p:nvGrpSpPr>
      <p:grpSpPr>
        <a:xfrm xmlns:a="http://schemas.openxmlformats.org/drawingml/2006/main"/>
      </p:grpSpPr>
      <p:pic>
        <p:nvPicPr>
          <p:cNvPr id="46" name="图片 7"/>
          <p:cNvPicPr>
            <a:picLocks xmlns:a="http://schemas.openxmlformats.org/drawingml/2006/main" noChangeAspect="1"/>
          </p:cNvPicPr>
          <p:nvPr/>
        </p:nvPicPr>
        <p:blipFill>
          <a:blip xmlns:r="http://schemas.openxmlformats.org/officeDocument/2006/relationships" xmlns:a="http://schemas.openxmlformats.org/drawingml/2006/main" r:embed="R3f634a610fbe4e58">
            <a:duotone>
              <a:prstClr val="black"/>
              <a:schemeClr val="accent1">
                <a:tint val="45000"/>
                <a:satMod val="400000"/>
              </a:schemeClr>
            </a:duotone>
            <a:alphaModFix amt="5000"/>
          </a:blip>
          <a:stretch xmlns:a="http://schemas.openxmlformats.org/drawingml/2006/main">
            <a:fillRect l="0" t="0" r="0" b="0"/>
          </a:stretch>
        </p:blipFill>
        <p:spPr>
          <a:xfrm xmlns:a="http://schemas.openxmlformats.org/drawingml/2006/main">
            <a:off x="-50417" y="2900149"/>
            <a:ext cx="12292835" cy="3957851"/>
          </a:xfrm>
          <a:prstGeom xmlns:a="http://schemas.openxmlformats.org/drawingml/2006/main" prst="rect">
            <a:avLst/>
          </a:prstGeom>
        </p:spPr>
      </p:pic>
      <p:sp>
        <p:nvSpPr>
          <p:cNvPr id="22" name="标题 1">
            <a:extLst xmlns:a="http://schemas.openxmlformats.org/drawingml/2006/main">
              <a:ext uri="{FF2B5EF4-FFF2-40B4-BE49-F238E27FC236}">
                <a16:creationId xmlns:a16="http://schemas.microsoft.com/office/drawing/2014/main" id="{9AF74CDA-19DD-45C1-88FF-2379736830CB}"/>
              </a:ext>
            </a:extLst>
          </p:cNvPr>
          <p:cNvSpPr>
            <a:spLocks xmlns:a="http://schemas.openxmlformats.org/drawingml/2006/main" noGrp="1"/>
          </p:cNvSpPr>
          <p:nvPr>
            <p:ph type="title" idx="0" hasCustomPrompt="1"/>
          </p:nvPr>
        </p:nvSpPr>
        <p:spPr>
          <a:xfrm xmlns:a="http://schemas.openxmlformats.org/drawingml/2006/main">
            <a:off x="1069561" y="2016174"/>
            <a:ext cx="10052879" cy="1060855"/>
          </a:xfrm>
          <a:prstGeom xmlns:a="http://schemas.openxmlformats.org/drawingml/2006/main" prst="rect">
            <a:avLst/>
          </a:prstGeom>
        </p:spPr>
        <p:txBody>
          <a:bodyPr xmlns:a="http://schemas.openxmlformats.org/drawingml/2006/main" anchor="ctr">
            <a:noAutofit/>
          </a:bodyPr>
          <a:lstStyle xmlns:a="http://schemas.openxmlformats.org/drawingml/2006/main">
            <a:lvl1pPr algn="ctr">
              <a:buNone/>
              <a:defRPr sz="5400" b="1">
                <a:solidFill>
                  <a:schemeClr val="accent1"/>
                </a:solidFill>
              </a:defRPr>
            </a:lvl1pPr>
          </a:lstStyle>
          <a:p xmlns:a="http://schemas.openxmlformats.org/drawingml/2006/main">
            <a:r>
              <a:t>单击此处编辑标题样式</a:t>
            </a:r>
          </a:p>
        </p:txBody>
      </p:sp>
      <p:sp>
        <p:nvSpPr>
          <p:cNvPr id="26" name="内容占位符 25">
            <a:extLst xmlns:a="http://schemas.openxmlformats.org/drawingml/2006/main">
              <a:ext uri="{FF2B5EF4-FFF2-40B4-BE49-F238E27FC236}">
                <a16:creationId xmlns:a16="http://schemas.microsoft.com/office/drawing/2014/main" id="{981273AB-3D30-4A7E-951D-B80D3185213B}"/>
              </a:ext>
            </a:extLst>
          </p:cNvPr>
          <p:cNvSpPr>
            <a:spLocks xmlns:a="http://schemas.openxmlformats.org/drawingml/2006/main" noGrp="1"/>
          </p:cNvSpPr>
          <p:nvPr>
            <p:ph idx="10" hasCustomPrompt="1"/>
          </p:nvPr>
        </p:nvSpPr>
        <p:spPr>
          <a:xfrm xmlns:a="http://schemas.openxmlformats.org/drawingml/2006/main">
            <a:off x="4644345" y="5196924"/>
            <a:ext cx="2903311" cy="454025"/>
          </a:xfrm>
          <a:prstGeom xmlns:a="http://schemas.openxmlformats.org/drawingml/2006/main" prst="rect">
            <a:avLst/>
          </a:prstGeom>
        </p:spPr>
        <p:txBody>
          <a:bodyPr xmlns:a="http://schemas.openxmlformats.org/drawingml/2006/main" anchor="ctr"/>
          <a:lstStyle xmlns:a="http://schemas.openxmlformats.org/drawingml/2006/main">
            <a:lvl1pPr marL="0" indent="0" algn="ctr">
              <a:lnSpc>
                <a:spcPct val="100000"/>
              </a:lnSpc>
              <a:buNone/>
              <a:defRPr sz="2400">
                <a:solidFill>
                  <a:schemeClr val="accent2"/>
                </a:solidFill>
              </a:defRPr>
            </a:lvl1pPr>
          </a:lstStyle>
          <a:p xmlns:a="http://schemas.openxmlformats.org/drawingml/2006/main">
            <a:pPr lvl="0">
              <a:buNone/>
            </a:pPr>
            <a:fld id="{DE506FFD-8B27-444A-964F-E64D0BB3DAF0}" type="datetime2">
              <a:t>2019年1月28日</a:t>
            </a:fld>
            <a:endParaRPr/>
          </a:p>
        </p:txBody>
      </p:sp>
      <p:sp>
        <p:nvSpPr>
          <p:cNvPr id="32" name="文本占位符 31">
            <a:extLst xmlns:a="http://schemas.openxmlformats.org/drawingml/2006/main">
              <a:ext uri="{FF2B5EF4-FFF2-40B4-BE49-F238E27FC236}">
                <a16:creationId xmlns:a16="http://schemas.microsoft.com/office/drawing/2014/main" id="{F905EEBF-8ACE-4D30-A4F5-C5796F8343A2}"/>
              </a:ext>
            </a:extLst>
          </p:cNvPr>
          <p:cNvSpPr>
            <a:spLocks xmlns:a="http://schemas.openxmlformats.org/drawingml/2006/main" noGrp="1"/>
          </p:cNvSpPr>
          <p:nvPr>
            <p:ph type="body" idx="11"/>
          </p:nvPr>
        </p:nvSpPr>
        <p:spPr>
          <a:xfrm xmlns:a="http://schemas.openxmlformats.org/drawingml/2006/main">
            <a:off x="4034910" y="4407403"/>
            <a:ext cx="4122181" cy="598488"/>
          </a:xfrm>
          <a:prstGeom xmlns:a="http://schemas.openxmlformats.org/drawingml/2006/main" prst="rect">
            <a:avLst/>
          </a:prstGeom>
        </p:spPr>
        <p:txBody>
          <a:bodyPr xmlns:a="http://schemas.openxmlformats.org/drawingml/2006/main" anchor="ctr"/>
          <a:lstStyle xmlns:a="http://schemas.openxmlformats.org/drawingml/2006/main">
            <a:lvl1pPr marL="0" indent="0" algn="ctr">
              <a:lnSpc>
                <a:spcPct val="100000"/>
              </a:lnSpc>
              <a:buNone/>
              <a:defRPr sz="3200" b="1">
                <a:solidFill>
                  <a:schemeClr val="accent2"/>
                </a:solidFill>
              </a:defRPr>
            </a:lvl1pPr>
          </a:lstStyle>
          <a:p xmlns:a="http://schemas.openxmlformats.org/drawingml/2006/main">
            <a:pPr lvl="0">
              <a:buNone/>
            </a:pPr>
            <a:endParaRPr/>
          </a:p>
        </p:txBody>
      </p:sp>
      <p:pic>
        <p:nvPicPr>
          <p:cNvPr id="50" name="图片 34"/>
          <p:cNvPicPr>
            <a:picLocks xmlns:a="http://schemas.openxmlformats.org/drawingml/2006/main" noChangeAspect="1"/>
          </p:cNvPicPr>
          <p:nvPr/>
        </p:nvPicPr>
        <p:blipFill rotWithShape="1">
          <a:blip xmlns:r="http://schemas.openxmlformats.org/officeDocument/2006/relationships" xmlns:a="http://schemas.openxmlformats.org/drawingml/2006/main" r:embed="Rea37fafaad514d34"/>
          <a:srcRect xmlns:a="http://schemas.openxmlformats.org/drawingml/2006/main" l="74359" t="0" r="1346" b="0"/>
          <a:stretch xmlns:a="http://schemas.openxmlformats.org/drawingml/2006/main"/>
        </p:blipFill>
        <p:spPr>
          <a:xfrm xmlns:a="http://schemas.openxmlformats.org/drawingml/2006/main">
            <a:off x="8870172" y="274183"/>
            <a:ext cx="3002280" cy="411617"/>
          </a:xfrm>
          <a:prstGeom xmlns:a="http://schemas.openxmlformats.org/drawingml/2006/main" prst="rect">
            <a:avLst/>
          </a:prstGeom>
        </p:spPr>
      </p:pic>
      <p:pic>
        <p:nvPicPr>
          <p:cNvPr id="51" name="图片 17"/>
          <p:cNvPicPr>
            <a:picLocks xmlns:a="http://schemas.openxmlformats.org/drawingml/2006/main" noChangeAspect="1"/>
          </p:cNvPicPr>
          <p:nvPr/>
        </p:nvPicPr>
        <p:blipFill rotWithShape="1">
          <a:blip xmlns:r="http://schemas.openxmlformats.org/officeDocument/2006/relationships" xmlns:a="http://schemas.openxmlformats.org/drawingml/2006/main" r:embed="R8f0aef3afe234d36">
            <a:alphaModFix amt="35000"/>
          </a:blip>
          <a:srcRect xmlns:a="http://schemas.openxmlformats.org/drawingml/2006/main" l="0" t="9831" r="0" b="36385"/>
          <a:stretch xmlns:a="http://schemas.openxmlformats.org/drawingml/2006/main"/>
        </p:blipFill>
        <p:spPr>
          <a:xfrm xmlns:a="http://schemas.openxmlformats.org/drawingml/2006/main" rot="0" flipH="0" flipV="0">
            <a:off x="3352562" y="6244170"/>
            <a:ext cx="5486876" cy="406590"/>
          </a:xfrm>
          <a:prstGeom xmlns:a="http://schemas.openxmlformats.org/drawingml/2006/main" prst="rect">
            <a:avLst/>
          </a:prstGeom>
        </p:spPr>
      </p:pic>
      <p:sp>
        <p:nvSpPr>
          <p:cNvPr id="37" name="椭圆 36">
            <a:extLst xmlns:a="http://schemas.openxmlformats.org/drawingml/2006/main">
              <a:ext uri="{FF2B5EF4-FFF2-40B4-BE49-F238E27FC236}">
                <a16:creationId xmlns:a16="http://schemas.microsoft.com/office/drawing/2014/main" id="{53D809C0-A4EF-44AF-AECA-4A85E4BA2C9D}"/>
              </a:ext>
            </a:extLst>
          </p:cNvPr>
          <p:cNvSpPr>
            <a:spLocks xmlns:a="http://schemas.openxmlformats.org/drawingml/2006/main" noGrp="1"/>
          </p:cNvSpPr>
          <p:nvPr/>
        </p:nvSpPr>
        <p:spPr>
          <a:xfrm xmlns:a="http://schemas.openxmlformats.org/drawingml/2006/main" rot="0" flipH="0" flipV="0">
            <a:off x="6051000" y="6430138"/>
            <a:ext cx="90000" cy="90000"/>
          </a:xfrm>
          <a:prstGeom xmlns:a="http://schemas.openxmlformats.org/drawingml/2006/main" prst="ellipse">
            <a:avLst/>
          </a:prstGeom>
          <a:solidFill xmlns:a="http://schemas.openxmlformats.org/drawingml/2006/main">
            <a:schemeClr val="accent6">
              <a:lumMod val="60000"/>
              <a:lumOff val="40000"/>
            </a:scheme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9" name="直接连接符 38">
            <a:extLst xmlns:a="http://schemas.openxmlformats.org/drawingml/2006/main">
              <a:ext uri="{FF2B5EF4-FFF2-40B4-BE49-F238E27FC236}">
                <a16:creationId xmlns:a16="http://schemas.microsoft.com/office/drawing/2014/main" id="{31F7CAE3-0209-4DA4-9A92-731CC272B6B0}"/>
              </a:ext>
            </a:extLst>
          </p:cNvPr>
          <p:cNvSpPr>
            <a:spLocks xmlns:a="http://schemas.openxmlformats.org/drawingml/2006/main" noGrp="1"/>
          </p:cNvSpPr>
          <p:nvPr/>
        </p:nvSpPr>
        <p:spPr>
          <a:xfrm xmlns:a="http://schemas.openxmlformats.org/drawingml/2006/main" rot="0" flipH="0" flipV="0">
            <a:off x="2328587" y="6487838"/>
            <a:ext cx="900000" cy="0"/>
          </a:xfrm>
          <a:prstGeom xmlns:a="http://schemas.openxmlformats.org/drawingml/2006/main" prst="line">
            <a:avLst/>
          </a:prstGeom>
          <a:ln xmlns:a="http://schemas.openxmlformats.org/drawingml/2006/main" w="12700">
            <a:solidFill>
              <a:schemeClr val="accent6">
                <a:lumMod val="60000"/>
                <a:lumOff val="40000"/>
              </a:scheme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41" name="直接连接符 40">
            <a:extLst xmlns:a="http://schemas.openxmlformats.org/drawingml/2006/main">
              <a:ext uri="{FF2B5EF4-FFF2-40B4-BE49-F238E27FC236}">
                <a16:creationId xmlns:a16="http://schemas.microsoft.com/office/drawing/2014/main" id="{B3FF25BF-0A81-4E7C-A868-79A201F0DE02}"/>
              </a:ext>
            </a:extLst>
          </p:cNvPr>
          <p:cNvSpPr>
            <a:spLocks xmlns:a="http://schemas.openxmlformats.org/drawingml/2006/main" noGrp="1"/>
          </p:cNvSpPr>
          <p:nvPr/>
        </p:nvSpPr>
        <p:spPr>
          <a:xfrm xmlns:a="http://schemas.openxmlformats.org/drawingml/2006/main" rot="0" flipH="0" flipV="0">
            <a:off x="8983387" y="6487838"/>
            <a:ext cx="900000" cy="0"/>
          </a:xfrm>
          <a:prstGeom xmlns:a="http://schemas.openxmlformats.org/drawingml/2006/main" prst="line">
            <a:avLst/>
          </a:prstGeom>
          <a:ln xmlns:a="http://schemas.openxmlformats.org/drawingml/2006/main" w="12700">
            <a:solidFill>
              <a:schemeClr val="accent6">
                <a:lumMod val="60000"/>
                <a:lumOff val="40000"/>
              </a:scheme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12" name="直接连接符 11">
            <a:extLst xmlns:a="http://schemas.openxmlformats.org/drawingml/2006/main">
              <a:ext uri="{FF2B5EF4-FFF2-40B4-BE49-F238E27FC236}">
                <a16:creationId xmlns:a16="http://schemas.microsoft.com/office/drawing/2014/main" id="{84931B68-BEBE-4F6A-A7A3-EB2B855A6B91}"/>
              </a:ext>
            </a:extLst>
          </p:cNvPr>
          <p:cNvSpPr>
            <a:spLocks xmlns:a="http://schemas.openxmlformats.org/drawingml/2006/main" noGrp="1"/>
          </p:cNvSpPr>
          <p:nvPr/>
        </p:nvSpPr>
        <p:spPr>
          <a:xfrm xmlns:a="http://schemas.openxmlformats.org/drawingml/2006/main">
            <a:off x="2046000" y="1712549"/>
            <a:ext cx="8100000" cy="0"/>
          </a:xfrm>
          <a:prstGeom xmlns:a="http://schemas.openxmlformats.org/drawingml/2006/main" prst="line">
            <a:avLst/>
          </a:prstGeom>
          <a:ln xmlns:a="http://schemas.openxmlformats.org/drawingml/2006/main">
            <a:solidFill>
              <a:schemeClr val="accent6"/>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13" name="直接连接符 12">
            <a:extLst xmlns:a="http://schemas.openxmlformats.org/drawingml/2006/main">
              <a:ext uri="{FF2B5EF4-FFF2-40B4-BE49-F238E27FC236}">
                <a16:creationId xmlns:a16="http://schemas.microsoft.com/office/drawing/2014/main" id="{26218CD3-8CA7-49E2-A133-F31724416924}"/>
              </a:ext>
            </a:extLst>
          </p:cNvPr>
          <p:cNvSpPr>
            <a:spLocks xmlns:a="http://schemas.openxmlformats.org/drawingml/2006/main" noGrp="1"/>
          </p:cNvSpPr>
          <p:nvPr/>
        </p:nvSpPr>
        <p:spPr>
          <a:xfrm xmlns:a="http://schemas.openxmlformats.org/drawingml/2006/main">
            <a:off x="2046000" y="3428810"/>
            <a:ext cx="8100000" cy="0"/>
          </a:xfrm>
          <a:prstGeom xmlns:a="http://schemas.openxmlformats.org/drawingml/2006/main" prst="line">
            <a:avLst/>
          </a:prstGeom>
          <a:ln xmlns:a="http://schemas.openxmlformats.org/drawingml/2006/main">
            <a:solidFill>
              <a:schemeClr val="accent6"/>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pic>
        <p:nvPicPr>
          <p:cNvPr id="57" name="图片 3"/>
          <p:cNvPicPr>
            <a:picLocks xmlns:a="http://schemas.openxmlformats.org/drawingml/2006/main" noChangeAspect="1"/>
          </p:cNvPicPr>
          <p:nvPr/>
        </p:nvPicPr>
        <p:blipFill>
          <a:blip xmlns:r="http://schemas.openxmlformats.org/officeDocument/2006/relationships" xmlns:a="http://schemas.openxmlformats.org/drawingml/2006/main" r:embed="Ra501ba22ae5f4a9f"/>
          <a:srcRect xmlns:a="http://schemas.openxmlformats.org/drawingml/2006/main" l="0" t="0" r="54251" b="0"/>
          <a:stretch xmlns:a="http://schemas.openxmlformats.org/drawingml/2006/main"/>
        </p:blipFill>
        <p:spPr>
          <a:xfrm xmlns:a="http://schemas.openxmlformats.org/drawingml/2006/main">
            <a:off x="332010" y="251357"/>
            <a:ext cx="1934780" cy="482598"/>
          </a:xfrm>
          <a:prstGeom xmlns:a="http://schemas.openxmlformats.org/drawingml/2006/main" prst="rect">
            <a:avLst/>
          </a:prstGeom>
        </p:spPr>
      </p:pic>
    </p:spTree>
  </p:cSld>
</p:sldLayout>
</file>

<file path=ppt/slideLayouts/slideLayout2.xml><?xml version="1.0" encoding="utf-8"?>
<p:sldLayout xmlns:p="http://schemas.openxmlformats.org/presentationml/2006/main" preserve="1" userDrawn="1">
  <p:cSld name="目录-1">
    <p:spTree>
      <p:nvGrpSpPr>
        <p:cNvPr id="1" name=""/>
        <p:cNvGrpSpPr/>
        <p:nvPr/>
      </p:nvGrpSpPr>
      <p:grpSpPr>
        <a:xfrm xmlns:a="http://schemas.openxmlformats.org/drawingml/2006/main"/>
      </p:grpSpPr>
      <p:sp>
        <p:nvSpPr>
          <p:cNvPr id="10" name="矩形 9">
            <a:extLst xmlns:a="http://schemas.openxmlformats.org/drawingml/2006/main">
              <a:ext uri="{FF2B5EF4-FFF2-40B4-BE49-F238E27FC236}">
                <a16:creationId xmlns:a16="http://schemas.microsoft.com/office/drawing/2014/main" id="{CD1F02EB-A5F5-4A25-8E13-33D76C3997D5}"/>
              </a:ext>
            </a:extLst>
          </p:cNvPr>
          <p:cNvSpPr>
            <a:spLocks xmlns:a="http://schemas.openxmlformats.org/drawingml/2006/main" noGrp="1"/>
          </p:cNvSpPr>
          <p:nvPr/>
        </p:nvSpPr>
        <p:spPr>
          <a:xfrm xmlns:a="http://schemas.openxmlformats.org/drawingml/2006/main">
            <a:off x="304801" y="2455636"/>
            <a:ext cx="2960913" cy="1438728"/>
          </a:xfrm>
          <a:prstGeom xmlns:a="http://schemas.openxmlformats.org/drawingml/2006/main" prst="rect">
            <a:avLst/>
          </a:prstGeom>
          <a:solidFill xmlns:a="http://schemas.openxmlformats.org/drawingml/2006/main">
            <a:schemeClr val="bg1"/>
          </a:solidFill>
          <a:ln xmlns:a="http://schemas.openxmlformats.org/drawingml/2006/main">
            <a:noFill/>
          </a:ln>
          <a:effectLst xmlns:a="http://schemas.openxmlformats.org/drawingml/2006/main">
            <a:outerShdw blurRad="50800" dist="38100" dir="2700000" algn="tl" rotWithShape="0">
              <a:prstClr val="black">
                <a:alpha val="40000"/>
              </a:prstClr>
            </a:outerShdw>
          </a:effectLst>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9" name="矩形 8">
            <a:extLst xmlns:a="http://schemas.openxmlformats.org/drawingml/2006/main">
              <a:ext uri="{FF2B5EF4-FFF2-40B4-BE49-F238E27FC236}">
                <a16:creationId xmlns:a16="http://schemas.microsoft.com/office/drawing/2014/main" id="{9DBDFDE5-938B-46BA-BF04-52626678C645}"/>
              </a:ext>
            </a:extLst>
          </p:cNvPr>
          <p:cNvSpPr>
            <a:spLocks xmlns:a="http://schemas.openxmlformats.org/drawingml/2006/main" noGrp="1"/>
          </p:cNvSpPr>
          <p:nvPr/>
        </p:nvSpPr>
        <p:spPr>
          <a:xfrm xmlns:a="http://schemas.openxmlformats.org/drawingml/2006/main" rot="16200000">
            <a:off x="1736542" y="2389144"/>
            <a:ext cx="97430" cy="2960914"/>
          </a:xfrm>
          <a:prstGeom xmlns:a="http://schemas.openxmlformats.org/drawingml/2006/main" prst="rect">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2" name="矩形 21">
            <a:extLst xmlns:a="http://schemas.openxmlformats.org/drawingml/2006/main">
              <a:ext uri="{FF2B5EF4-FFF2-40B4-BE49-F238E27FC236}">
                <a16:creationId xmlns:a16="http://schemas.microsoft.com/office/drawing/2014/main" id="{DE1AFFB6-310A-466D-BAD1-F84A11C9C967}"/>
              </a:ext>
            </a:extLst>
          </p:cNvPr>
          <p:cNvSpPr>
            <a:spLocks xmlns:a="http://schemas.openxmlformats.org/drawingml/2006/main" noGrp="1"/>
          </p:cNvSpPr>
          <p:nvPr/>
        </p:nvSpPr>
        <p:spPr>
          <a:xfrm xmlns:a="http://schemas.openxmlformats.org/drawingml/2006/main" flipV="1">
            <a:off x="3478991" y="0"/>
            <a:ext cx="90000" cy="6858000"/>
          </a:xfrm>
          <a:prstGeom xmlns:a="http://schemas.openxmlformats.org/drawingml/2006/main" prst="rect">
            <a:avLst/>
          </a:prstGeom>
          <a:solidFill xmlns:a="http://schemas.openxmlformats.org/drawingml/2006/main">
            <a:schemeClr val="accent6"/>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3.xml><?xml version="1.0" encoding="utf-8"?>
<p:sldLayout xmlns:p="http://schemas.openxmlformats.org/presentationml/2006/main" preserve="1" userDrawn="1">
  <p:cSld name="1_仅标题">
    <p:spTree>
      <p:nvGrpSpPr>
        <p:cNvPr id="1" name=""/>
        <p:cNvGrpSpPr/>
        <p:nvPr/>
      </p:nvGrpSpPr>
      <p:grpSpPr>
        <a:xfrm xmlns:a="http://schemas.openxmlformats.org/drawingml/2006/main"/>
      </p:grpSpPr>
      <p:sp>
        <p:nvSpPr>
          <p:cNvPr id="3" name="灯片编号占位符 2">
            <a:extLst xmlns:a="http://schemas.openxmlformats.org/drawingml/2006/main">
              <a:ext uri="{FF2B5EF4-FFF2-40B4-BE49-F238E27FC236}">
                <a16:creationId xmlns:a16="http://schemas.microsoft.com/office/drawing/2014/main" id="{C1D5E491-4859-47A4-8F29-DAACA1914DBE}"/>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6C53781C-E1F6-4315-A39D-61273F2E0596}" type="slidenum">
              <a:t>‹#›</a:t>
            </a:fld>
            <a:endParaRPr/>
          </a:p>
        </p:txBody>
      </p:sp>
      <p:pic>
        <p:nvPicPr>
          <p:cNvPr id="25" name="图片 3"/>
          <p:cNvPicPr>
            <a:picLocks xmlns:a="http://schemas.openxmlformats.org/drawingml/2006/main" noChangeAspect="1"/>
          </p:cNvPicPr>
          <p:nvPr/>
        </p:nvPicPr>
        <p:blipFill rotWithShape="1">
          <a:blip xmlns:r="http://schemas.openxmlformats.org/officeDocument/2006/relationships" xmlns:a="http://schemas.openxmlformats.org/drawingml/2006/main" r:embed="R45cc10ec2ea246e0"/>
          <a:srcRect xmlns:a="http://schemas.openxmlformats.org/drawingml/2006/main" l="0" t="0" r="1346" b="0"/>
          <a:stretch xmlns:a="http://schemas.openxmlformats.org/drawingml/2006/main"/>
        </p:blipFill>
        <p:spPr>
          <a:xfrm xmlns:a="http://schemas.openxmlformats.org/drawingml/2006/main">
            <a:off x="516" y="6041797"/>
            <a:ext cx="12166903" cy="411617"/>
          </a:xfrm>
          <a:prstGeom xmlns:a="http://schemas.openxmlformats.org/drawingml/2006/main" prst="rect">
            <a:avLst/>
          </a:prstGeom>
        </p:spPr>
      </p:pic>
      <p:sp>
        <p:nvSpPr>
          <p:cNvPr id="9" name="文本占位符 31">
            <a:extLst xmlns:a="http://schemas.openxmlformats.org/drawingml/2006/main">
              <a:ext uri="{FF2B5EF4-FFF2-40B4-BE49-F238E27FC236}">
                <a16:creationId xmlns:a16="http://schemas.microsoft.com/office/drawing/2014/main" id="{56FC8349-67FC-4E3B-B988-7A27FDAE9D24}"/>
              </a:ext>
            </a:extLst>
          </p:cNvPr>
          <p:cNvSpPr>
            <a:spLocks xmlns:a="http://schemas.openxmlformats.org/drawingml/2006/main" noGrp="1"/>
          </p:cNvSpPr>
          <p:nvPr>
            <p:ph type="body" idx="12"/>
          </p:nvPr>
        </p:nvSpPr>
        <p:spPr>
          <a:xfrm xmlns:a="http://schemas.openxmlformats.org/drawingml/2006/main">
            <a:off x="319056" y="6438900"/>
            <a:ext cx="4151344" cy="41910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buNone/>
              <a:defRPr sz="2000" b="0">
                <a:solidFill>
                  <a:schemeClr val="tx1">
                    <a:lumMod val="75000"/>
                    <a:lumOff val="25000"/>
                  </a:schemeClr>
                </a:solidFill>
              </a:defRPr>
            </a:lvl1pPr>
          </a:lstStyle>
          <a:p xmlns:a="http://schemas.openxmlformats.org/drawingml/2006/main">
            <a:pPr lvl="0">
              <a:buNone/>
            </a:pPr>
            <a:endParaRPr/>
          </a:p>
        </p:txBody>
      </p:sp>
      <p:sp>
        <p:nvSpPr>
          <p:cNvPr id="10" name="文本占位符 31">
            <a:extLst xmlns:a="http://schemas.openxmlformats.org/drawingml/2006/main">
              <a:ext uri="{FF2B5EF4-FFF2-40B4-BE49-F238E27FC236}">
                <a16:creationId xmlns:a16="http://schemas.microsoft.com/office/drawing/2014/main" id="{85368C87-925C-44AC-B001-5C4EE6F00645}"/>
              </a:ext>
            </a:extLst>
          </p:cNvPr>
          <p:cNvSpPr>
            <a:spLocks xmlns:a="http://schemas.openxmlformats.org/drawingml/2006/main" noGrp="1"/>
          </p:cNvSpPr>
          <p:nvPr>
            <p:ph type="body" idx="13"/>
          </p:nvPr>
        </p:nvSpPr>
        <p:spPr>
          <a:xfrm xmlns:a="http://schemas.openxmlformats.org/drawingml/2006/main">
            <a:off x="4788940" y="6438900"/>
            <a:ext cx="4151344" cy="41910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buNone/>
              <a:defRPr sz="2000" b="0">
                <a:solidFill>
                  <a:schemeClr val="tx1">
                    <a:lumMod val="75000"/>
                    <a:lumOff val="25000"/>
                  </a:schemeClr>
                </a:solidFill>
              </a:defRPr>
            </a:lvl1pPr>
          </a:lstStyle>
          <a:p xmlns:a="http://schemas.openxmlformats.org/drawingml/2006/main">
            <a:pPr lvl="0">
              <a:buNone/>
            </a:pPr>
            <a:endParaRPr/>
          </a:p>
        </p:txBody>
      </p:sp>
      <p:sp>
        <p:nvSpPr>
          <p:cNvPr id="19" name="平行四边形 18">
            <a:extLst xmlns:a="http://schemas.openxmlformats.org/drawingml/2006/main">
              <a:ext uri="{FF2B5EF4-FFF2-40B4-BE49-F238E27FC236}">
                <a16:creationId xmlns:a16="http://schemas.microsoft.com/office/drawing/2014/main" id="{9AE407FD-1006-4AC4-B10B-CB7686E66A86}"/>
              </a:ext>
            </a:extLst>
          </p:cNvPr>
          <p:cNvSpPr>
            <a:spLocks xmlns:a="http://schemas.openxmlformats.org/drawingml/2006/main" noGrp="1"/>
          </p:cNvSpPr>
          <p:nvPr/>
        </p:nvSpPr>
        <p:spPr>
          <a:xfrm xmlns:a="http://schemas.openxmlformats.org/drawingml/2006/main">
            <a:off x="0" y="1"/>
            <a:ext cx="12191483" cy="685800"/>
          </a:xfrm>
          <a:prstGeom xmlns:a="http://schemas.openxmlformats.org/drawingml/2006/main" prst="parallelogram">
            <a:avLst>
              <a:gd name="adj" fmla="val 43056"/>
            </a:avLst>
          </a:prstGeom>
          <a:solidFill xmlns:a="http://schemas.openxmlformats.org/drawingml/2006/main">
            <a:schemeClr val="accent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pic>
        <p:nvPicPr>
          <p:cNvPr id="29" name="图片 19"/>
          <p:cNvPicPr>
            <a:picLocks xmlns:a="http://schemas.openxmlformats.org/drawingml/2006/main" noChangeAspect="1"/>
          </p:cNvPicPr>
          <p:nvPr/>
        </p:nvPicPr>
        <p:blipFill>
          <a:blip xmlns:r="http://schemas.openxmlformats.org/officeDocument/2006/relationships" xmlns:a="http://schemas.openxmlformats.org/drawingml/2006/main" r:embed="Rdf0e4428d4fb49ab"/>
          <a:stretch xmlns:a="http://schemas.openxmlformats.org/drawingml/2006/main">
            <a:fillRect l="0" t="0" r="0" b="0"/>
          </a:stretch>
        </p:blipFill>
        <p:spPr>
          <a:xfrm xmlns:a="http://schemas.openxmlformats.org/drawingml/2006/main">
            <a:off x="319056" y="73482"/>
            <a:ext cx="538838" cy="538838"/>
          </a:xfrm>
          <a:prstGeom xmlns:a="http://schemas.openxmlformats.org/drawingml/2006/main" prst="rect">
            <a:avLst/>
          </a:prstGeom>
        </p:spPr>
      </p:pic>
      <p:sp>
        <p:nvSpPr>
          <p:cNvPr id="21" name="文本占位符 31">
            <a:extLst xmlns:a="http://schemas.openxmlformats.org/drawingml/2006/main">
              <a:ext uri="{FF2B5EF4-FFF2-40B4-BE49-F238E27FC236}">
                <a16:creationId xmlns:a16="http://schemas.microsoft.com/office/drawing/2014/main" id="{C2D49473-9331-4572-8AFC-3A905D765CF9}"/>
              </a:ext>
            </a:extLst>
          </p:cNvPr>
          <p:cNvSpPr>
            <a:spLocks xmlns:a="http://schemas.openxmlformats.org/drawingml/2006/main" noGrp="1"/>
          </p:cNvSpPr>
          <p:nvPr>
            <p:ph type="body" idx="14"/>
          </p:nvPr>
        </p:nvSpPr>
        <p:spPr>
          <a:xfrm xmlns:a="http://schemas.openxmlformats.org/drawingml/2006/main">
            <a:off x="1075351" y="43657"/>
            <a:ext cx="7081677" cy="598488"/>
          </a:xfrm>
          <a:prstGeom xmlns:a="http://schemas.openxmlformats.org/drawingml/2006/main" prst="rect">
            <a:avLst/>
          </a:prstGeom>
        </p:spPr>
        <p:txBody>
          <a:bodyPr xmlns:a="http://schemas.openxmlformats.org/drawingml/2006/main" anchor="ctr"/>
          <a:lstStyle xmlns:a="http://schemas.openxmlformats.org/drawingml/2006/main">
            <a:lvl1pPr marL="0" indent="0" algn="l">
              <a:lnSpc>
                <a:spcPct val="100000"/>
              </a:lnSpc>
              <a:buNone/>
              <a:defRPr sz="3200" b="1">
                <a:solidFill>
                  <a:schemeClr val="bg1"/>
                </a:solidFill>
              </a:defRPr>
            </a:lvl1pPr>
          </a:lstStyle>
          <a:p xmlns:a="http://schemas.openxmlformats.org/drawingml/2006/main">
            <a:pPr lvl="0">
              <a:buNone/>
            </a:pPr>
            <a:endParaRPr/>
          </a:p>
        </p:txBody>
      </p:sp>
    </p:spTree>
  </p:cSld>
</p:sldLayout>
</file>

<file path=ppt/slideLayouts/slideLayout4.xml><?xml version="1.0" encoding="utf-8"?>
<p:sldLayout xmlns:p="http://schemas.openxmlformats.org/presentationml/2006/main" preserve="1" userDrawn="1">
  <p:cSld name="封底">
    <p:bg>
      <p:bgPr>
        <a:solidFill xmlns:a="http://schemas.openxmlformats.org/drawingml/2006/main">
          <a:schemeClr val="accent1"/>
        </a:solidFill>
      </p:bgPr>
    </p:bg>
    <p:spTree>
      <p:nvGrpSpPr>
        <p:cNvPr id="1" name=""/>
        <p:cNvGrpSpPr/>
        <p:nvPr/>
      </p:nvGrpSpPr>
      <p:grpSpPr>
        <a:xfrm xmlns:a="http://schemas.openxmlformats.org/drawingml/2006/main"/>
      </p:grpSpPr>
      <p:pic>
        <p:nvPicPr>
          <p:cNvPr id="23" name="图片 16"/>
          <p:cNvPicPr>
            <a:picLocks xmlns:a="http://schemas.openxmlformats.org/drawingml/2006/main" noChangeAspect="1"/>
          </p:cNvPicPr>
          <p:nvPr/>
        </p:nvPicPr>
        <p:blipFill>
          <a:blip xmlns:r="http://schemas.openxmlformats.org/officeDocument/2006/relationships" xmlns:a="http://schemas.openxmlformats.org/drawingml/2006/main" r:embed="R2abe1972e9af4dc8">
            <a:duotone>
              <a:prstClr val="black"/>
              <a:schemeClr val="accent1">
                <a:tint val="45000"/>
                <a:satMod val="400000"/>
              </a:schemeClr>
            </a:duotone>
            <a:alphaModFix amt="20000"/>
          </a:blip>
          <a:stretch xmlns:a="http://schemas.openxmlformats.org/drawingml/2006/main">
            <a:fillRect l="0" t="0" r="0" b="0"/>
          </a:stretch>
        </p:blipFill>
        <p:spPr>
          <a:xfrm xmlns:a="http://schemas.openxmlformats.org/drawingml/2006/main">
            <a:off x="-50417" y="2900149"/>
            <a:ext cx="12292835" cy="3957851"/>
          </a:xfrm>
          <a:prstGeom xmlns:a="http://schemas.openxmlformats.org/drawingml/2006/main" prst="rect">
            <a:avLst/>
          </a:prstGeom>
        </p:spPr>
      </p:pic>
      <p:sp>
        <p:nvSpPr>
          <p:cNvPr id="13" name="直接连接符 12">
            <a:extLst xmlns:a="http://schemas.openxmlformats.org/drawingml/2006/main">
              <a:ext uri="{FF2B5EF4-FFF2-40B4-BE49-F238E27FC236}">
                <a16:creationId xmlns:a16="http://schemas.microsoft.com/office/drawing/2014/main" id="{0F60F5A8-3022-49D5-A1B7-18CDA62C785A}"/>
              </a:ext>
            </a:extLst>
          </p:cNvPr>
          <p:cNvSpPr>
            <a:spLocks xmlns:a="http://schemas.openxmlformats.org/drawingml/2006/main" noGrp="1"/>
          </p:cNvSpPr>
          <p:nvPr/>
        </p:nvSpPr>
        <p:spPr>
          <a:xfrm xmlns:a="http://schemas.openxmlformats.org/drawingml/2006/main">
            <a:off x="304800" y="3429000"/>
            <a:ext cx="2197510" cy="0"/>
          </a:xfrm>
          <a:prstGeom xmlns:a="http://schemas.openxmlformats.org/drawingml/2006/main" prst="line">
            <a:avLst/>
          </a:prstGeom>
          <a:ln xmlns:a="http://schemas.openxmlformats.org/drawingml/2006/main">
            <a:solidFill>
              <a:schemeClr val="bg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14" name="直接连接符 13">
            <a:extLst xmlns:a="http://schemas.openxmlformats.org/drawingml/2006/main">
              <a:ext uri="{FF2B5EF4-FFF2-40B4-BE49-F238E27FC236}">
                <a16:creationId xmlns:a16="http://schemas.microsoft.com/office/drawing/2014/main" id="{2989B7D2-D2DE-4D77-870B-585E51853788}"/>
              </a:ext>
            </a:extLst>
          </p:cNvPr>
          <p:cNvSpPr>
            <a:spLocks xmlns:a="http://schemas.openxmlformats.org/drawingml/2006/main" noGrp="1"/>
          </p:cNvSpPr>
          <p:nvPr/>
        </p:nvSpPr>
        <p:spPr>
          <a:xfrm xmlns:a="http://schemas.openxmlformats.org/drawingml/2006/main">
            <a:off x="9689690" y="3429000"/>
            <a:ext cx="2197510" cy="0"/>
          </a:xfrm>
          <a:prstGeom xmlns:a="http://schemas.openxmlformats.org/drawingml/2006/main" prst="line">
            <a:avLst/>
          </a:prstGeom>
          <a:ln xmlns:a="http://schemas.openxmlformats.org/drawingml/2006/main">
            <a:solidFill>
              <a:schemeClr val="bg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20" name="文本占位符 31">
            <a:extLst xmlns:a="http://schemas.openxmlformats.org/drawingml/2006/main">
              <a:ext uri="{FF2B5EF4-FFF2-40B4-BE49-F238E27FC236}">
                <a16:creationId xmlns:a16="http://schemas.microsoft.com/office/drawing/2014/main" id="{4EB0A957-E3E4-47EE-9713-82509E17FD51}"/>
              </a:ext>
            </a:extLst>
          </p:cNvPr>
          <p:cNvSpPr>
            <a:spLocks xmlns:a="http://schemas.openxmlformats.org/drawingml/2006/main" noGrp="1"/>
          </p:cNvSpPr>
          <p:nvPr>
            <p:ph type="body" idx="11"/>
          </p:nvPr>
        </p:nvSpPr>
        <p:spPr>
          <a:xfrm xmlns:a="http://schemas.openxmlformats.org/drawingml/2006/main">
            <a:off x="2555162" y="3129756"/>
            <a:ext cx="7081677" cy="598488"/>
          </a:xfrm>
          <a:prstGeom xmlns:a="http://schemas.openxmlformats.org/drawingml/2006/main" prst="rect">
            <a:avLst/>
          </a:prstGeom>
        </p:spPr>
        <p:txBody>
          <a:bodyPr xmlns:a="http://schemas.openxmlformats.org/drawingml/2006/main" anchor="ctr"/>
          <a:lstStyle xmlns:a="http://schemas.openxmlformats.org/drawingml/2006/main">
            <a:lvl1pPr marL="0" indent="0" algn="ctr">
              <a:lnSpc>
                <a:spcPct val="100000"/>
              </a:lnSpc>
              <a:buNone/>
              <a:defRPr sz="6000" b="1" spc="600">
                <a:solidFill>
                  <a:schemeClr val="bg1"/>
                </a:solidFill>
              </a:defRPr>
            </a:lvl1pPr>
          </a:lstStyle>
          <a:p xmlns:a="http://schemas.openxmlformats.org/drawingml/2006/main">
            <a:pPr lvl="0">
              <a:buNone/>
            </a:pPr>
            <a:endParaRPr/>
          </a:p>
        </p:txBody>
      </p:sp>
      <p:pic>
        <p:nvPicPr>
          <p:cNvPr id="27" name="图片 6"/>
          <p:cNvPicPr>
            <a:picLocks xmlns:a="http://schemas.openxmlformats.org/drawingml/2006/main" noChangeAspect="1"/>
          </p:cNvPicPr>
          <p:nvPr/>
        </p:nvPicPr>
        <p:blipFill rotWithShape="1">
          <a:blip xmlns:r="http://schemas.openxmlformats.org/officeDocument/2006/relationships" xmlns:a="http://schemas.openxmlformats.org/drawingml/2006/main" r:embed="R82a6518b4d074207">
            <a:alphaModFix amt="20000"/>
            <a:duotone>
              <a:schemeClr val="accent4">
                <a:shade val="45000"/>
                <a:satMod val="135000"/>
              </a:schemeClr>
              <a:prstClr val="white"/>
            </a:duotone>
          </a:blip>
          <a:srcRect xmlns:a="http://schemas.openxmlformats.org/drawingml/2006/main" l="0" t="9831" r="0" b="36385"/>
          <a:stretch xmlns:a="http://schemas.openxmlformats.org/drawingml/2006/main"/>
        </p:blipFill>
        <p:spPr>
          <a:xfrm xmlns:a="http://schemas.openxmlformats.org/drawingml/2006/main">
            <a:off x="3352562" y="6146610"/>
            <a:ext cx="5486876" cy="406590"/>
          </a:xfrm>
          <a:prstGeom xmlns:a="http://schemas.openxmlformats.org/drawingml/2006/main" prst="rect">
            <a:avLst/>
          </a:prstGeom>
        </p:spPr>
      </p:pic>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969e7d19edf4b5f" /><Relationship Type="http://schemas.openxmlformats.org/officeDocument/2006/relationships/slideLayout" Target="/ppt/slideLayouts/slideLayout1.xml" Id="R55c16daafa5c426b" /><Relationship Type="http://schemas.openxmlformats.org/officeDocument/2006/relationships/slideLayout" Target="/ppt/slideLayouts/slideLayout2.xml" Id="R2a8ed4473e8e497b" /><Relationship Type="http://schemas.openxmlformats.org/officeDocument/2006/relationships/slideLayout" Target="/ppt/slideLayouts/slideLayout3.xml" Id="Rc05c817e7da148ca" /><Relationship Type="http://schemas.openxmlformats.org/officeDocument/2006/relationships/slideLayout" Target="/ppt/slideLayouts/slideLayout4.xml" Id="R6a48dd30c86e4518" /></Relationships>
</file>

<file path=ppt/slideMasters/slideMaster1.xml><?xml version="1.0" encoding="utf-8"?>
<p:sldMaster xmlns:p="http://schemas.openxmlformats.org/presentationml/2006/main">
  <p:cSld>
    <p:bg>
      <p:bgPr>
        <a:solidFill xmlns:a="http://schemas.openxmlformats.org/drawingml/2006/main">
          <a:schemeClr val="bg1"/>
        </a:solidFill>
      </p:bgPr>
    </p:bg>
    <p:spTree>
      <p:nvGrpSpPr>
        <p:cNvPr id="1" name=""/>
        <p:cNvGrpSpPr/>
        <p:nvPr/>
      </p:nvGrpSpPr>
      <p:grpSpPr>
        <a:xfrm xmlns:a="http://schemas.openxmlformats.org/drawingml/2006/main"/>
      </p:grpSpPr>
      <p:sp>
        <p:nvSpPr>
          <p:cNvPr id="6" name="灯片编号占位符 5">
            <a:extLst xmlns:a="http://schemas.openxmlformats.org/drawingml/2006/main">
              <a:ext uri="{FF2B5EF4-FFF2-40B4-BE49-F238E27FC236}">
                <a16:creationId xmlns:a16="http://schemas.microsoft.com/office/drawing/2014/main" id="{DF26411B-55E1-4CE5-B9CA-4734B17AE0EC}"/>
              </a:ext>
            </a:extLst>
          </p:cNvPr>
          <p:cNvSpPr>
            <a:spLocks xmlns:a="http://schemas.openxmlformats.org/drawingml/2006/main" noGrp="1"/>
          </p:cNvSpPr>
          <p:nvPr>
            <p:ph type="sldNum" idx="4"/>
          </p:nvPr>
        </p:nvSpPr>
        <p:spPr>
          <a:xfrm xmlns:a="http://schemas.openxmlformats.org/drawingml/2006/main">
            <a:off x="10849970" y="6515101"/>
            <a:ext cx="1037230" cy="342900"/>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548644C6-89F0-466C-949F-E70AD72679A8}"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5c16daafa5c426b"/>
    <p:sldLayoutId xmlns:r="http://schemas.openxmlformats.org/officeDocument/2006/relationships" id="2147483650" r:id="R2a8ed4473e8e497b"/>
    <p:sldLayoutId xmlns:r="http://schemas.openxmlformats.org/officeDocument/2006/relationships" id="2147483651" r:id="Rc05c817e7da148ca"/>
    <p:sldLayoutId xmlns:r="http://schemas.openxmlformats.org/officeDocument/2006/relationships" id="2147483652" r:id="R6a48dd30c86e4518"/>
  </p:sldLayoutIdLst>
  <p:hf hdr="0" ftr="0" dt="0"/>
  <p:txStyles>
    <p:titleStyle>
      <a:lvl1pPr xmlns:a="http://schemas.openxmlformats.org/drawingml/2006/main" algn="l" defTabSz="914400">
        <a:lnSpc>
          <a:spcPct val="90000"/>
        </a:lnSpc>
        <a:spcBef>
          <a:spcPct val="0"/>
        </a:spcBef>
        <a:buNone/>
        <a:defRPr sz="44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pos="192">
          <p15:clr>
            <a:srgbClr xmlns:a="http://schemas.openxmlformats.org/drawingml/2006/main" val="F26B43"/>
          </p15:clr>
        </p15:guide>
        <p15:guide id="2" pos="7488">
          <p15:clr>
            <a:srgbClr xmlns:a="http://schemas.openxmlformats.org/drawingml/2006/main" val="F26B43"/>
          </p15:clr>
        </p15:guide>
        <p15:guide id="3" orient="horz" pos="432">
          <p15:clr>
            <a:srgbClr xmlns:a="http://schemas.openxmlformats.org/drawingml/2006/main" val="F26B43"/>
          </p15:clr>
        </p15:guide>
        <p15:guide id="4" orient="horz" pos="472">
          <p15:clr>
            <a:srgbClr xmlns:a="http://schemas.openxmlformats.org/drawingml/2006/main" val="F26B43"/>
          </p15:clr>
        </p15:guide>
        <p15:guide id="5" orient="horz" pos="4104">
          <p15:clr>
            <a:srgbClr xmlns:a="http://schemas.openxmlformats.org/drawingml/2006/main" val="F26B43"/>
          </p15:clr>
        </p15:guide>
        <p15:guide id="6" orient="horz" pos="4056">
          <p15:clr>
            <a:srgbClr xmlns:a="http://schemas.openxmlformats.org/drawingml/2006/main" val="F26B43"/>
          </p15:clr>
        </p15:guide>
      </p15:sldGuideLst>
    </p:ext>
  </p:extLst>
</p:sldMaster>
</file>

<file path=ppt/slideMasters/theme/theme2.xml><?xml version="1.0" encoding="utf-8"?>
<a:theme xmlns:a="http://schemas.openxmlformats.org/drawingml/2006/main" name="Office 主题​​">
  <a:themeElements>
    <a:clrScheme name="SJTU-2019">
      <a:dk1>
        <a:srgbClr val="000000"/>
      </a:dk1>
      <a:lt1>
        <a:srgbClr val="FFFFFF"/>
      </a:lt1>
      <a:dk2>
        <a:srgbClr val="1B1C21"/>
      </a:dk2>
      <a:lt2>
        <a:srgbClr val="DBDBDB"/>
      </a:lt2>
      <a:accent1>
        <a:srgbClr val="C8161E"/>
      </a:accent1>
      <a:accent2>
        <a:srgbClr val="44546A"/>
      </a:accent2>
      <a:accent3>
        <a:srgbClr val="1F4D78"/>
      </a:accent3>
      <a:accent4>
        <a:srgbClr val="ED7D31"/>
      </a:accent4>
      <a:accent5>
        <a:srgbClr val="FFC000"/>
      </a:accent5>
      <a:accent6>
        <a:srgbClr val="A5A5A5"/>
      </a:accent6>
      <a:hlink>
        <a:srgbClr val="196E7D"/>
      </a:hlink>
      <a:folHlink>
        <a:srgbClr val="BEBEBE"/>
      </a:folHlink>
    </a:clrScheme>
    <a:fontScheme name="外宣普适">
      <a:majorFont>
        <a:latin typeface="Arial"/>
        <a:ea typeface="微软雅黑"/>
        <a:cs typeface=""/>
      </a:majorFont>
      <a:minorFont>
        <a:latin typeface="Arial"/>
        <a:ea typeface="微软雅黑"/>
        <a:cs typeface=""/>
      </a:minorFont>
    </a:fontScheme>
    <a:fmtScheme name="SJTU-2019">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b138627e35b4900" /><Relationship Type="http://schemas.openxmlformats.org/officeDocument/2006/relationships/notesSlide" Target="/ppt/notesSlides/notesSlide1.xml" Id="R4a74448ff1ac4153"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e2335f32897e4d59" /><Relationship Type="http://schemas.openxmlformats.org/officeDocument/2006/relationships/image" Target="/ppt/media/image6.png" Id="Rfc86668b2b5c4a82" /><Relationship Type="http://schemas.openxmlformats.org/officeDocument/2006/relationships/notesSlide" Target="/ppt/notesSlides/notesSlide2.xml" Id="R2f1ab67c508042f5"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0afe6068e19f4104" /><Relationship Type="http://schemas.openxmlformats.org/officeDocument/2006/relationships/image" Target="/ppt/media/image7.png" Id="R7dc7f38f1d854bf3" /><Relationship Type="http://schemas.openxmlformats.org/officeDocument/2006/relationships/notesSlide" Target="/ppt/notesSlides/notesSlide3.xml" Id="Re68b67d1398c4605"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86d636374df14b2f" /><Relationship Type="http://schemas.openxmlformats.org/officeDocument/2006/relationships/image" Target="/ppt/media/image8.png" Id="Raed06bb2cc734aaf" /><Relationship Type="http://schemas.openxmlformats.org/officeDocument/2006/relationships/chart" Target="/ppt/slides/charts/chart1.xml" Id="R1eba37f628cc4dbc" /><Relationship Type="http://schemas.openxmlformats.org/officeDocument/2006/relationships/notesSlide" Target="/ppt/notesSlides/notesSlide4.xml" Id="R94df0af6ea664e81"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67d10544b6ab470d" /><Relationship Type="http://schemas.openxmlformats.org/officeDocument/2006/relationships/image" Target="/ppt/media/image9.png" Id="R51ba3be25a33413e" /><Relationship Type="http://schemas.openxmlformats.org/officeDocument/2006/relationships/notesSlide" Target="/ppt/notesSlides/notesSlide5.xml" Id="Rb92dee545231479c" /></Relationships>
</file>

<file path=ppt/slides/_rels/slide6.xml.rels>&#65279;<?xml version="1.0" encoding="utf-8"?><Relationships xmlns="http://schemas.openxmlformats.org/package/2006/relationships"><Relationship Type="http://schemas.openxmlformats.org/officeDocument/2006/relationships/slideLayout" Target="/ppt/slideLayouts/slideLayout3.xml" Id="R1848a02a2ecb4441" /><Relationship Type="http://schemas.openxmlformats.org/officeDocument/2006/relationships/image" Target="/ppt/media/image10.png" Id="R740e0800f431478c" /><Relationship Type="http://schemas.openxmlformats.org/officeDocument/2006/relationships/notesSlide" Target="/ppt/notesSlides/notesSlide6.xml" Id="R6a78e2fda87d45f5"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a1ab446ac3b54c3d" /><Relationship Type="http://schemas.openxmlformats.org/officeDocument/2006/relationships/image" Target="/ppt/media/image11.png" Id="R6ab0f89beef24f20" /><Relationship Type="http://schemas.openxmlformats.org/officeDocument/2006/relationships/notesSlide" Target="/ppt/notesSlides/notesSlide7.xml" Id="R2d9b349b89b44058" /></Relationships>
</file>

<file path=ppt/slides/_rels/slide8.xml.rels>&#65279;<?xml version="1.0" encoding="utf-8"?><Relationships xmlns="http://schemas.openxmlformats.org/package/2006/relationships"><Relationship Type="http://schemas.openxmlformats.org/officeDocument/2006/relationships/slideLayout" Target="/ppt/slideLayouts/slideLayout3.xml" Id="Rfd43dc43f07345c7" /><Relationship Type="http://schemas.openxmlformats.org/officeDocument/2006/relationships/image" Target="/ppt/media/image12.png" Id="Rbc3816cb4ea74918" /><Relationship Type="http://schemas.openxmlformats.org/officeDocument/2006/relationships/notesSlide" Target="/ppt/notesSlides/notesSlide8.xml" Id="R51f5e62d13a64568" /></Relationships>
</file>

<file path=ppt/slides/_rels/slide9.xml.rels>&#65279;<?xml version="1.0" encoding="utf-8"?><Relationships xmlns="http://schemas.openxmlformats.org/package/2006/relationships"><Relationship Type="http://schemas.openxmlformats.org/officeDocument/2006/relationships/slideLayout" Target="/ppt/slideLayouts/slideLayout3.xml" Id="Rd1dc467e47cf4d39" /><Relationship Type="http://schemas.openxmlformats.org/officeDocument/2006/relationships/image" Target="/ppt/media/image13.png" Id="R35a77c8de1cc43ff" /><Relationship Type="http://schemas.openxmlformats.org/officeDocument/2006/relationships/chart" Target="/ppt/slides/charts/chart2.xml" Id="Rcb3cf57c34a7471a" /><Relationship Type="http://schemas.openxmlformats.org/officeDocument/2006/relationships/notesSlide" Target="/ppt/notesSlides/notesSlide9.xml" Id="R70e120a4978a4db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3.xml" Id="R1a5a0d8c63ab42e8" /><Relationship Type="http://schemas.openxmlformats.org/officeDocument/2006/relationships/image" Target="/ppt/media/image14.png" Id="Rbfdb65a2a3fc4bd0" /><Relationship Type="http://schemas.openxmlformats.org/officeDocument/2006/relationships/notesSlide" Target="/ppt/notesSlides/notesSlide10.xml" Id="R9124008278814c0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3.xml" Id="Re91541d5f9464d59" /><Relationship Type="http://schemas.openxmlformats.org/officeDocument/2006/relationships/image" Target="/ppt/media/image15.png" Id="R92562fbea30a492e" /><Relationship Type="http://schemas.openxmlformats.org/officeDocument/2006/relationships/chart" Target="/ppt/slides/charts/chart3.xml" Id="R9eff588cfd24487c" /><Relationship Type="http://schemas.openxmlformats.org/officeDocument/2006/relationships/notesSlide" Target="/ppt/notesSlides/notesSlide11.xml" Id="Ree6b8ef0d3c546b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3.xml" Id="R67f75d4a39f44018" /><Relationship Type="http://schemas.openxmlformats.org/officeDocument/2006/relationships/image" Target="/ppt/media/image16.png" Id="R209ac8b29ccb4a45" /><Relationship Type="http://schemas.openxmlformats.org/officeDocument/2006/relationships/notesSlide" Target="/ppt/notesSlides/notesSlide12.xml" Id="R6bd73bb587a6416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3.xml" Id="R04cde1faa4fa406f" /><Relationship Type="http://schemas.openxmlformats.org/officeDocument/2006/relationships/image" Target="/ppt/media/image17.png" Id="Re96eece592ba4af9" /><Relationship Type="http://schemas.openxmlformats.org/officeDocument/2006/relationships/notesSlide" Target="/ppt/notesSlides/notesSlide13.xml" Id="Rbc46f9a219984c5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3.xml" Id="R40c1f5dfcab14bc0" /><Relationship Type="http://schemas.openxmlformats.org/officeDocument/2006/relationships/image" Target="/ppt/media/image18.png" Id="R7dd1b67db4f94433" /><Relationship Type="http://schemas.openxmlformats.org/officeDocument/2006/relationships/notesSlide" Target="/ppt/notesSlides/notesSlide14.xml" Id="R5b5bbed7f6434f6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3.xml" Id="Raf410de831134c4a" /><Relationship Type="http://schemas.openxmlformats.org/officeDocument/2006/relationships/image" Target="/ppt/media/image19.png" Id="Rc469c8df050549a9" /><Relationship Type="http://schemas.openxmlformats.org/officeDocument/2006/relationships/notesSlide" Target="/ppt/notesSlides/notesSlide15.xml" Id="R4ab63ff844a8487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3.xml" Id="Rd09183d66acf4bdc" /><Relationship Type="http://schemas.openxmlformats.org/officeDocument/2006/relationships/image" Target="/ppt/media/image20.png" Id="Reb82f45832414bfc" /><Relationship Type="http://schemas.openxmlformats.org/officeDocument/2006/relationships/notesSlide" Target="/ppt/notesSlides/notesSlide16.xml" Id="Rbde24a2f1a2b47b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3.xml" Id="R2eb42e4e44464e67" /><Relationship Type="http://schemas.openxmlformats.org/officeDocument/2006/relationships/image" Target="/ppt/media/image21.png" Id="R26d4f3f34c0a4087" /><Relationship Type="http://schemas.openxmlformats.org/officeDocument/2006/relationships/notesSlide" Target="/ppt/notesSlides/notesSlide17.xml" Id="Rd73e7ef91b9d4e0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3.xml" Id="Re3f8d29735814dff" /><Relationship Type="http://schemas.openxmlformats.org/officeDocument/2006/relationships/image" Target="/ppt/media/image22.png" Id="R04a400c586d84d23" /><Relationship Type="http://schemas.openxmlformats.org/officeDocument/2006/relationships/notesSlide" Target="/ppt/notesSlides/notesSlide18.xml" Id="R6cfa02366e504a4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3.xml" Id="R56a9e93ec2054307" /><Relationship Type="http://schemas.openxmlformats.org/officeDocument/2006/relationships/image" Target="/ppt/media/image23.png" Id="R59d6b3f1061b4053" /><Relationship Type="http://schemas.openxmlformats.org/officeDocument/2006/relationships/notesSlide" Target="/ppt/notesSlides/notesSlide19.xml" Id="R5ddcc866784c45d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3.xml" Id="R461eff1c8ad44260" /><Relationship Type="http://schemas.openxmlformats.org/officeDocument/2006/relationships/image" Target="/ppt/media/image24.png" Id="R3e39c59555d24caf" /><Relationship Type="http://schemas.openxmlformats.org/officeDocument/2006/relationships/notesSlide" Target="/ppt/notesSlides/notesSlide20.xml" Id="R46a47757e6344796"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限定条件遗漏率</c:v>
          </c:tx>
          <c:spPr>
            <a:solidFill xmlns:a="http://schemas.openxmlformats.org/drawingml/2006/main">
              <a:srgbClr val="1F4D78"/>
            </a:solidFill>
          </c:spPr>
          <c:dPt>
            <c:idx val="0"/>
            <c:invertIfNegative val="0"/>
            <c:spPr>
              <a:solidFill xmlns:a="http://schemas.openxmlformats.org/drawingml/2006/main">
                <a:srgbClr val="1F4D78"/>
              </a:solidFill>
            </c:spPr>
          </c:dPt>
          <c:dPt>
            <c:idx val="1"/>
            <c:invertIfNegative val="0"/>
            <c:spPr>
              <a:solidFill xmlns:a="http://schemas.openxmlformats.org/drawingml/2006/main">
                <a:srgbClr val="8C9AA6"/>
              </a:solidFill>
            </c:spPr>
          </c:dPt>
          <c:cat>
            <c:strRef>
              <c:f>'Chart Data'!$A$2:$A$3</c:f>
              <c:strCache>
                <c:ptCount val="2"/>
                <c:pt idx="0">
                  <c:v>阅读卡</c:v>
                </c:pt>
                <c:pt idx="1">
                  <c:v>自由摘要</c:v>
                </c:pt>
              </c:strCache>
            </c:strRef>
          </c:cat>
          <c:val>
            <c:numRef>
              <c:f>'Chart Data'!$B$2:$B$3</c:f>
              <c:numCache>
                <c:formatCode>0.00</c:formatCode>
                <c:ptCount val="2"/>
                <c:pt idx="0">
                  <c:v>0.18</c:v>
                </c:pt>
                <c:pt idx="1">
                  <c:v>0.31</c:v>
                </c:pt>
              </c:numCache>
            </c:numRef>
          </c:val>
        </c:ser>
        <c:dLbls>
          <c:txPr>
            <a:bodyPr xmlns:a="http://schemas.openxmlformats.org/drawingml/2006/main" anchorCtr="1"/>
            <a:lstStyle xmlns:a="http://schemas.openxmlformats.org/drawingml/2006/main"/>
            <a:p xmlns:a="http://schemas.openxmlformats.org/drawingml/2006/main">
              <a:pPr>
                <a:defRPr sz="2200">
                  <a:solidFill>
                    <a:srgbClr val="27333D"/>
                  </a:solidFill>
                  <a:latin typeface="Arial"/>
                  <a:ea typeface="Arial"/>
                  <a:cs typeface="Arial"/>
                </a:defRPr>
              </a:pPr>
            </a:p>
          </c:txPr>
          <c:dLblPos val="outEnd"/>
          <c:showLegendKey val="0"/>
          <c:showVal val="1"/>
          <c:showCatName val="0"/>
          <c:showSerName val="0"/>
          <c:showPercent val="0"/>
          <c:showBubbleSize val="0"/>
          <c:showLeaderLines val="0"/>
        </c:dLbls>
        <c:gapWidth val="16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2000">
                <a:solidFill>
                  <a:srgbClr val="27333D"/>
                </a:solidFill>
                <a:latin typeface="微软雅黑"/>
                <a:ea typeface="微软雅黑"/>
                <a:cs typeface="微软雅黑"/>
              </a:defRPr>
            </a:pPr>
          </a:p>
        </c:txPr>
        <c:crossAx val="48672768"/>
      </c:catAx>
      <c:valAx>
        <c:axId val="48672768"/>
        <c:scaling>
          <c:orientation val="minMax"/>
          <c:max val="0.4"/>
          <c:min val="0"/>
        </c:scaling>
        <c:delete val="0"/>
        <c:axPos val="l"/>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27333D"/>
                </a:solidFill>
                <a:latin typeface="Arial"/>
                <a:ea typeface="Arial"/>
                <a:cs typeface="Arial"/>
              </a:defRPr>
            </a:pPr>
          </a:p>
        </c:txPr>
        <c:crossAx val="48650112"/>
        <c:crossBetween val="between"/>
        <c:majorUnit val="0.1"/>
      </c:valAx>
    </c:plotArea>
    <c:plotVisOnly val="1"/>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限定条件遗漏率</c:v>
          </c:tx>
          <c:spPr>
            <a:solidFill xmlns:a="http://schemas.openxmlformats.org/drawingml/2006/main">
              <a:srgbClr val="1F4D78"/>
            </a:solidFill>
          </c:spPr>
          <c:dPt>
            <c:idx val="0"/>
            <c:invertIfNegative val="0"/>
            <c:spPr>
              <a:solidFill xmlns:a="http://schemas.openxmlformats.org/drawingml/2006/main">
                <a:srgbClr val="1F4D78"/>
              </a:solidFill>
            </c:spPr>
          </c:dPt>
          <c:dPt>
            <c:idx val="1"/>
            <c:invertIfNegative val="0"/>
            <c:spPr>
              <a:solidFill xmlns:a="http://schemas.openxmlformats.org/drawingml/2006/main">
                <a:srgbClr val="8C9AA6"/>
              </a:solidFill>
            </c:spPr>
          </c:dPt>
          <c:cat>
            <c:strRef>
              <c:f>'Chart Data'!$A$2:$A$3</c:f>
              <c:strCache>
                <c:ptCount val="2"/>
                <c:pt idx="0">
                  <c:v>阅读卡</c:v>
                </c:pt>
                <c:pt idx="1">
                  <c:v>自由摘要</c:v>
                </c:pt>
              </c:strCache>
            </c:strRef>
          </c:cat>
          <c:val>
            <c:numRef>
              <c:f>'Chart Data'!$B$2:$B$3</c:f>
              <c:numCache>
                <c:formatCode>0.00</c:formatCode>
                <c:ptCount val="2"/>
                <c:pt idx="0">
                  <c:v>0.18</c:v>
                </c:pt>
                <c:pt idx="1">
                  <c:v>0.31</c:v>
                </c:pt>
              </c:numCache>
            </c:numRef>
          </c:val>
        </c:ser>
        <c:dLbls>
          <c:txPr>
            <a:bodyPr xmlns:a="http://schemas.openxmlformats.org/drawingml/2006/main" anchorCtr="1"/>
            <a:lstStyle xmlns:a="http://schemas.openxmlformats.org/drawingml/2006/main"/>
            <a:p xmlns:a="http://schemas.openxmlformats.org/drawingml/2006/main">
              <a:pPr>
                <a:defRPr sz="2200">
                  <a:solidFill>
                    <a:srgbClr val="27333D"/>
                  </a:solidFill>
                  <a:latin typeface="Arial"/>
                  <a:ea typeface="Arial"/>
                  <a:cs typeface="Arial"/>
                </a:defRPr>
              </a:pPr>
            </a:p>
          </c:txPr>
          <c:dLblPos val="outEnd"/>
          <c:showLegendKey val="0"/>
          <c:showVal val="1"/>
          <c:showCatName val="0"/>
          <c:showSerName val="0"/>
          <c:showPercent val="0"/>
          <c:showBubbleSize val="0"/>
          <c:showLeaderLines val="0"/>
        </c:dLbls>
        <c:gapWidth val="16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2000">
                <a:solidFill>
                  <a:srgbClr val="27333D"/>
                </a:solidFill>
                <a:latin typeface="微软雅黑"/>
                <a:ea typeface="微软雅黑"/>
                <a:cs typeface="微软雅黑"/>
              </a:defRPr>
            </a:pPr>
          </a:p>
        </c:txPr>
        <c:crossAx val="48672768"/>
      </c:catAx>
      <c:valAx>
        <c:axId val="48672768"/>
        <c:scaling>
          <c:orientation val="minMax"/>
          <c:max val="0.4"/>
          <c:min val="0"/>
        </c:scaling>
        <c:delete val="0"/>
        <c:axPos val="l"/>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27333D"/>
                </a:solidFill>
                <a:latin typeface="Arial"/>
                <a:ea typeface="Arial"/>
                <a:cs typeface="Arial"/>
              </a:defRPr>
            </a:pPr>
          </a:p>
        </c:txPr>
        <c:crossAx val="48650112"/>
        <c:crossBetween val="between"/>
        <c:majorUnit val="0.1"/>
      </c:valAx>
    </c:plotArea>
    <c:plotVisOnly val="1"/>
  </c:chart>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限定条件遗漏率</c:v>
          </c:tx>
          <c:spPr>
            <a:solidFill xmlns:a="http://schemas.openxmlformats.org/drawingml/2006/main">
              <a:srgbClr val="1F4D78"/>
            </a:solidFill>
          </c:spPr>
          <c:dPt>
            <c:idx val="0"/>
            <c:invertIfNegative val="0"/>
            <c:spPr>
              <a:solidFill xmlns:a="http://schemas.openxmlformats.org/drawingml/2006/main">
                <a:srgbClr val="1F4D78"/>
              </a:solidFill>
            </c:spPr>
          </c:dPt>
          <c:dPt>
            <c:idx val="1"/>
            <c:invertIfNegative val="0"/>
            <c:spPr>
              <a:solidFill xmlns:a="http://schemas.openxmlformats.org/drawingml/2006/main">
                <a:srgbClr val="8C9AA6"/>
              </a:solidFill>
            </c:spPr>
          </c:dPt>
          <c:cat>
            <c:strRef>
              <c:f>'Chart Data'!$A$2:$A$3</c:f>
              <c:strCache>
                <c:ptCount val="2"/>
                <c:pt idx="0">
                  <c:v>阅读卡</c:v>
                </c:pt>
                <c:pt idx="1">
                  <c:v>自由摘要</c:v>
                </c:pt>
              </c:strCache>
            </c:strRef>
          </c:cat>
          <c:val>
            <c:numRef>
              <c:f>'Chart Data'!$B$2:$B$3</c:f>
              <c:numCache>
                <c:formatCode>0.00</c:formatCode>
                <c:ptCount val="2"/>
                <c:pt idx="0">
                  <c:v>0.18</c:v>
                </c:pt>
                <c:pt idx="1">
                  <c:v>0.31</c:v>
                </c:pt>
              </c:numCache>
            </c:numRef>
          </c:val>
        </c:ser>
        <c:dLbls>
          <c:txPr>
            <a:bodyPr xmlns:a="http://schemas.openxmlformats.org/drawingml/2006/main" anchorCtr="1"/>
            <a:lstStyle xmlns:a="http://schemas.openxmlformats.org/drawingml/2006/main"/>
            <a:p xmlns:a="http://schemas.openxmlformats.org/drawingml/2006/main">
              <a:pPr>
                <a:defRPr sz="2200">
                  <a:solidFill>
                    <a:srgbClr val="27333D"/>
                  </a:solidFill>
                  <a:latin typeface="Arial"/>
                  <a:ea typeface="Arial"/>
                  <a:cs typeface="Arial"/>
                </a:defRPr>
              </a:pPr>
            </a:p>
          </c:txPr>
          <c:dLblPos val="outEnd"/>
          <c:showLegendKey val="0"/>
          <c:showVal val="1"/>
          <c:showCatName val="0"/>
          <c:showSerName val="0"/>
          <c:showPercent val="0"/>
          <c:showBubbleSize val="0"/>
          <c:showLeaderLines val="0"/>
        </c:dLbls>
        <c:gapWidth val="16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2000">
                <a:solidFill>
                  <a:srgbClr val="27333D"/>
                </a:solidFill>
                <a:latin typeface="微软雅黑"/>
                <a:ea typeface="微软雅黑"/>
                <a:cs typeface="微软雅黑"/>
              </a:defRPr>
            </a:pPr>
          </a:p>
        </c:txPr>
        <c:crossAx val="48672768"/>
      </c:catAx>
      <c:valAx>
        <c:axId val="48672768"/>
        <c:scaling>
          <c:orientation val="minMax"/>
          <c:max val="0.4"/>
          <c:min val="0"/>
        </c:scaling>
        <c:delete val="0"/>
        <c:axPos val="l"/>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27333D"/>
                </a:solidFill>
                <a:latin typeface="Arial"/>
                <a:ea typeface="Arial"/>
                <a:cs typeface="Arial"/>
              </a:defRPr>
            </a:pPr>
          </a:p>
        </c:txPr>
        <c:crossAx val="48650112"/>
        <c:crossBetween val="between"/>
        <c:majorUnit val="0.1"/>
      </c:valAx>
    </c:plotArea>
    <c:plotVisOnly val="1"/>
  </c:chart>
  <c:externalData r:id="rIdChartSnapshot1">
    <c:autoUpdate val="0"/>
  </c:externalData>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cover-title">
            <a:extLst xmlns:a="http://schemas.openxmlformats.org/drawingml/2006/main">
              <a:ext uri="{FF2B5EF4-FFF2-40B4-BE49-F238E27FC236}">
                <a16:creationId xmlns:a16="http://schemas.microsoft.com/office/drawing/2014/main" id="{0EFBFE4F-A607-4154-AA50-1EF24D78533F}"/>
              </a:ext>
            </a:extLst>
          </p:cNvPr>
          <p:cNvSpPr>
            <a:spLocks xmlns:a="http://schemas.openxmlformats.org/drawingml/2006/main" noGrp="1"/>
          </p:cNvSpPr>
          <p:nvPr/>
        </p:nvSpPr>
        <p:spPr>
          <a:xfrm xmlns:a="http://schemas.openxmlformats.org/drawingml/2006/main">
            <a:off x="1143000" y="1790700"/>
            <a:ext cx="9906000" cy="1647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3200" b="1">
                <a:solidFill>
                  <a:srgbClr val="C8161E"/>
                </a:solidFill>
                <a:latin typeface="微软雅黑"/>
                <a:ea typeface="微软雅黑"/>
                <a:cs typeface="微软雅黑"/>
              </a:defRPr>
            </a:pPr>
            <a:r>
              <a:rPr sz="3200" b="1">
                <a:solidFill>
                  <a:srgbClr val="C8161E"/>
                </a:solidFill>
                <a:latin typeface="微软雅黑"/>
                <a:ea typeface="微软雅黑"/>
                <a:cs typeface="微软雅黑"/>
              </a:rPr>
              <a:t>第13讲 工作流评价、结果分析与失败复盘</a:t>
            </a:r>
          </a:p>
        </p:txBody>
      </p:sp>
    </p:spTree>
    <p:extLst>
      <p:ext uri="{BB962C8B-B14F-4D97-AF65-F5344CB8AC3E}">
        <p14:creationId xmlns:p14="http://schemas.microsoft.com/office/powerpoint/2010/main" val="345004539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工作流原型还缺评价闭环</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E2598689-54C9-18A7-3A19-ED76AA08988F}" type="slidenum">
              <a:t>2</a:t>
            </a:fld>
            <a:endParaRPr/>
          </a:p>
        </p:txBody>
      </p:sp>
      <p:sp>
        <p:nvSpPr>
          <p:cNvPr id="6" name="brand-header">
            <a:extLst xmlns:a="http://schemas.openxmlformats.org/drawingml/2006/main">
              <a:ext uri="{FF2B5EF4-FFF2-40B4-BE49-F238E27FC236}">
                <a16:creationId xmlns:a16="http://schemas.microsoft.com/office/drawing/2014/main" id="{2356A976-BCC1-4B77-8852-01A263EBF76C}"/>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fc86668b2b5c4a82"/>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4B587B8E-9009-478A-8447-4F0F5E624E87}"/>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工作流原型还缺评价闭环</a:t>
            </a:r>
          </a:p>
        </p:txBody>
      </p:sp>
      <p:sp>
        <p:nvSpPr>
          <p:cNvPr id="9" name="source">
            <a:extLst xmlns:a="http://schemas.openxmlformats.org/drawingml/2006/main">
              <a:ext uri="{FF2B5EF4-FFF2-40B4-BE49-F238E27FC236}">
                <a16:creationId xmlns:a16="http://schemas.microsoft.com/office/drawing/2014/main" id="{9A0599F1-32F2-459A-A0A9-7F11F1110C6C}"/>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来源：lesson-13/slides.md；课程工件与讲义见 speaker notes</a:t>
            </a:r>
          </a:p>
        </p:txBody>
      </p:sp>
      <p:sp>
        <p:nvSpPr>
          <p:cNvPr id="10" name="doc-8-bg">
            <a:extLst xmlns:a="http://schemas.openxmlformats.org/drawingml/2006/main">
              <a:ext uri="{FF2B5EF4-FFF2-40B4-BE49-F238E27FC236}">
                <a16:creationId xmlns:a16="http://schemas.microsoft.com/office/drawing/2014/main" id="{5D89EB2F-F465-4387-B4F9-80FB79A191BD}"/>
              </a:ext>
            </a:extLst>
          </p:cNvPr>
          <p:cNvSpPr>
            <a:spLocks xmlns:a="http://schemas.openxmlformats.org/drawingml/2006/main" noGrp="1"/>
          </p:cNvSpPr>
          <p:nvPr/>
        </p:nvSpPr>
        <p:spPr>
          <a:xfrm xmlns:a="http://schemas.openxmlformats.org/drawingml/2006/main">
            <a:off x="666750" y="1381125"/>
            <a:ext cx="6191250" cy="4095750"/>
          </a:xfrm>
          <a:prstGeom xmlns:a="http://schemas.openxmlformats.org/drawingml/2006/main" prst="rect">
            <a:avLst/>
          </a:prstGeom>
          <a:solidFill xmlns:a="http://schemas.openxmlformats.org/drawingml/2006/main">
            <a:srgbClr val="F4F6F8"/>
          </a:solidFill>
          <a:ln xmlns:a="http://schemas.openxmlformats.org/drawingml/2006/main" w="0">
            <a:noFill/>
          </a:ln>
        </p:spPr>
      </p:sp>
      <p:sp>
        <p:nvSpPr>
          <p:cNvPr id="11" name="doc-8-title-bg">
            <a:extLst xmlns:a="http://schemas.openxmlformats.org/drawingml/2006/main">
              <a:ext uri="{FF2B5EF4-FFF2-40B4-BE49-F238E27FC236}">
                <a16:creationId xmlns:a16="http://schemas.microsoft.com/office/drawing/2014/main" id="{3F8F3445-7206-4C02-82DA-EC0BD3BF9E60}"/>
              </a:ext>
            </a:extLst>
          </p:cNvPr>
          <p:cNvSpPr>
            <a:spLocks xmlns:a="http://schemas.openxmlformats.org/drawingml/2006/main" noGrp="1"/>
          </p:cNvSpPr>
          <p:nvPr/>
        </p:nvSpPr>
        <p:spPr>
          <a:xfrm xmlns:a="http://schemas.openxmlformats.org/drawingml/2006/main">
            <a:off x="666750" y="1381125"/>
            <a:ext cx="3429000" cy="323850"/>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2" name="doc-8-title">
            <a:extLst xmlns:a="http://schemas.openxmlformats.org/drawingml/2006/main">
              <a:ext uri="{FF2B5EF4-FFF2-40B4-BE49-F238E27FC236}">
                <a16:creationId xmlns:a16="http://schemas.microsoft.com/office/drawing/2014/main" id="{9FF867CE-0802-477B-A147-F94E6DBD4768}"/>
              </a:ext>
            </a:extLst>
          </p:cNvPr>
          <p:cNvSpPr>
            <a:spLocks xmlns:a="http://schemas.openxmlformats.org/drawingml/2006/main" noGrp="1"/>
          </p:cNvSpPr>
          <p:nvPr/>
        </p:nvSpPr>
        <p:spPr>
          <a:xfrm xmlns:a="http://schemas.openxmlformats.org/drawingml/2006/main">
            <a:off x="742950" y="1400175"/>
            <a:ext cx="327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1">
                <a:solidFill>
                  <a:srgbClr val="FFFFFF"/>
                </a:solidFill>
                <a:latin typeface="微软雅黑"/>
                <a:ea typeface="微软雅黑"/>
                <a:cs typeface="微软雅黑"/>
              </a:defRPr>
            </a:pPr>
            <a:r>
              <a:rPr sz="1800" b="1">
                <a:solidFill>
                  <a:srgbClr val="FFFFFF"/>
                </a:solidFill>
                <a:latin typeface="微软雅黑"/>
                <a:ea typeface="微软雅黑"/>
                <a:cs typeface="微软雅黑"/>
              </a:rPr>
              <a:t>agent-workflow/</a:t>
            </a:r>
          </a:p>
        </p:txBody>
      </p:sp>
      <p:sp>
        <p:nvSpPr>
          <p:cNvPr id="13" name="doc-8-line-0">
            <a:extLst xmlns:a="http://schemas.openxmlformats.org/drawingml/2006/main">
              <a:ext uri="{FF2B5EF4-FFF2-40B4-BE49-F238E27FC236}">
                <a16:creationId xmlns:a16="http://schemas.microsoft.com/office/drawing/2014/main" id="{F2E5379D-3DCC-4E7E-A2EF-86D13D9E5CB5}"/>
              </a:ext>
            </a:extLst>
          </p:cNvPr>
          <p:cNvSpPr>
            <a:spLocks xmlns:a="http://schemas.openxmlformats.org/drawingml/2006/main" noGrp="1"/>
          </p:cNvSpPr>
          <p:nvPr/>
        </p:nvSpPr>
        <p:spPr>
          <a:xfrm xmlns:a="http://schemas.openxmlformats.org/drawingml/2006/main">
            <a:off x="895350" y="1876425"/>
            <a:ext cx="5734050" cy="55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Consolas"/>
                <a:ea typeface="Consolas"/>
                <a:cs typeface="Consolas"/>
              </a:defRPr>
            </a:pPr>
            <a:r>
              <a:rPr sz="1800" b="0">
                <a:solidFill>
                  <a:srgbClr val="27333D"/>
                </a:solidFill>
                <a:latin typeface="Consolas"/>
                <a:ea typeface="Consolas"/>
                <a:cs typeface="Consolas"/>
              </a:rPr>
              <a:t>contract.md          ✓</a:t>
            </a:r>
          </a:p>
        </p:txBody>
      </p:sp>
      <p:sp>
        <p:nvSpPr>
          <p:cNvPr id="14" name="doc-8-line-1">
            <a:extLst xmlns:a="http://schemas.openxmlformats.org/drawingml/2006/main">
              <a:ext uri="{FF2B5EF4-FFF2-40B4-BE49-F238E27FC236}">
                <a16:creationId xmlns:a16="http://schemas.microsoft.com/office/drawing/2014/main" id="{37EA3569-E518-46FF-8107-D725DF4FDA47}"/>
              </a:ext>
            </a:extLst>
          </p:cNvPr>
          <p:cNvSpPr>
            <a:spLocks xmlns:a="http://schemas.openxmlformats.org/drawingml/2006/main" noGrp="1"/>
          </p:cNvSpPr>
          <p:nvPr/>
        </p:nvSpPr>
        <p:spPr>
          <a:xfrm xmlns:a="http://schemas.openxmlformats.org/drawingml/2006/main">
            <a:off x="895350" y="2444750"/>
            <a:ext cx="5734050" cy="55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Consolas"/>
                <a:ea typeface="Consolas"/>
                <a:cs typeface="Consolas"/>
              </a:defRPr>
            </a:pPr>
            <a:r>
              <a:rPr sz="1800" b="0">
                <a:solidFill>
                  <a:srgbClr val="27333D"/>
                </a:solidFill>
                <a:latin typeface="Consolas"/>
                <a:ea typeface="Consolas"/>
                <a:cs typeface="Consolas"/>
              </a:rPr>
              <a:t>runs/                ✓</a:t>
            </a:r>
          </a:p>
        </p:txBody>
      </p:sp>
      <p:sp>
        <p:nvSpPr>
          <p:cNvPr id="15" name="doc-8-line-2">
            <a:extLst xmlns:a="http://schemas.openxmlformats.org/drawingml/2006/main">
              <a:ext uri="{FF2B5EF4-FFF2-40B4-BE49-F238E27FC236}">
                <a16:creationId xmlns:a16="http://schemas.microsoft.com/office/drawing/2014/main" id="{B00C15ED-A521-408C-94E3-1985EF4B8DDD}"/>
              </a:ext>
            </a:extLst>
          </p:cNvPr>
          <p:cNvSpPr>
            <a:spLocks xmlns:a="http://schemas.openxmlformats.org/drawingml/2006/main" noGrp="1"/>
          </p:cNvSpPr>
          <p:nvPr/>
        </p:nvSpPr>
        <p:spPr>
          <a:xfrm xmlns:a="http://schemas.openxmlformats.org/drawingml/2006/main">
            <a:off x="895350" y="3013075"/>
            <a:ext cx="5734050" cy="55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Consolas"/>
                <a:ea typeface="Consolas"/>
                <a:cs typeface="Consolas"/>
              </a:defRPr>
            </a:pPr>
            <a:r>
              <a:rPr sz="1800" b="0">
                <a:solidFill>
                  <a:srgbClr val="27333D"/>
                </a:solidFill>
                <a:latin typeface="Consolas"/>
                <a:ea typeface="Consolas"/>
                <a:cs typeface="Consolas"/>
              </a:rPr>
              <a:t>failure-trace.jsonl  ✓</a:t>
            </a:r>
          </a:p>
        </p:txBody>
      </p:sp>
      <p:sp>
        <p:nvSpPr>
          <p:cNvPr id="16" name="doc-8-line-3">
            <a:extLst xmlns:a="http://schemas.openxmlformats.org/drawingml/2006/main">
              <a:ext uri="{FF2B5EF4-FFF2-40B4-BE49-F238E27FC236}">
                <a16:creationId xmlns:a16="http://schemas.microsoft.com/office/drawing/2014/main" id="{21BA0337-3A46-4B31-8837-68A9BB4509CC}"/>
              </a:ext>
            </a:extLst>
          </p:cNvPr>
          <p:cNvSpPr>
            <a:spLocks xmlns:a="http://schemas.openxmlformats.org/drawingml/2006/main" noGrp="1"/>
          </p:cNvSpPr>
          <p:nvPr/>
        </p:nvSpPr>
        <p:spPr>
          <a:xfrm xmlns:a="http://schemas.openxmlformats.org/drawingml/2006/main">
            <a:off x="895350" y="3581400"/>
            <a:ext cx="5734050" cy="55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Consolas"/>
                <a:ea typeface="Consolas"/>
                <a:cs typeface="Consolas"/>
              </a:defRPr>
            </a:pPr>
            <a:r>
              <a:rPr sz="1800" b="0">
                <a:solidFill>
                  <a:srgbClr val="27333D"/>
                </a:solidFill>
                <a:latin typeface="Consolas"/>
                <a:ea typeface="Consolas"/>
                <a:cs typeface="Consolas"/>
              </a:rPr>
              <a:t>baseline-report.md   ?</a:t>
            </a:r>
          </a:p>
        </p:txBody>
      </p:sp>
      <p:sp>
        <p:nvSpPr>
          <p:cNvPr id="17" name="doc-8-line-4">
            <a:extLst xmlns:a="http://schemas.openxmlformats.org/drawingml/2006/main">
              <a:ext uri="{FF2B5EF4-FFF2-40B4-BE49-F238E27FC236}">
                <a16:creationId xmlns:a16="http://schemas.microsoft.com/office/drawing/2014/main" id="{54E2CBEC-2C55-48A9-879A-94D9E09783D4}"/>
              </a:ext>
            </a:extLst>
          </p:cNvPr>
          <p:cNvSpPr>
            <a:spLocks xmlns:a="http://schemas.openxmlformats.org/drawingml/2006/main" noGrp="1"/>
          </p:cNvSpPr>
          <p:nvPr/>
        </p:nvSpPr>
        <p:spPr>
          <a:xfrm xmlns:a="http://schemas.openxmlformats.org/drawingml/2006/main">
            <a:off x="895350" y="4149725"/>
            <a:ext cx="5734050" cy="55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Consolas"/>
                <a:ea typeface="Consolas"/>
                <a:cs typeface="Consolas"/>
              </a:defRPr>
            </a:pPr>
            <a:r>
              <a:rPr sz="1800" b="0">
                <a:solidFill>
                  <a:srgbClr val="27333D"/>
                </a:solidFill>
                <a:latin typeface="Consolas"/>
                <a:ea typeface="Consolas"/>
                <a:cs typeface="Consolas"/>
              </a:rPr>
              <a:t>evaluation-report.md ?</a:t>
            </a:r>
          </a:p>
        </p:txBody>
      </p:sp>
      <p:sp>
        <p:nvSpPr>
          <p:cNvPr id="18" name="doc-8-line-5">
            <a:extLst xmlns:a="http://schemas.openxmlformats.org/drawingml/2006/main">
              <a:ext uri="{FF2B5EF4-FFF2-40B4-BE49-F238E27FC236}">
                <a16:creationId xmlns:a16="http://schemas.microsoft.com/office/drawing/2014/main" id="{D2230D47-FD7F-448A-A341-684DAF9ED98C}"/>
              </a:ext>
            </a:extLst>
          </p:cNvPr>
          <p:cNvSpPr>
            <a:spLocks xmlns:a="http://schemas.openxmlformats.org/drawingml/2006/main" noGrp="1"/>
          </p:cNvSpPr>
          <p:nvPr/>
        </p:nvSpPr>
        <p:spPr>
          <a:xfrm xmlns:a="http://schemas.openxmlformats.org/drawingml/2006/main">
            <a:off x="895350" y="4718050"/>
            <a:ext cx="5734050" cy="55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Consolas"/>
                <a:ea typeface="Consolas"/>
                <a:cs typeface="Consolas"/>
              </a:defRPr>
            </a:pPr>
            <a:r>
              <a:rPr sz="1800" b="0">
                <a:solidFill>
                  <a:srgbClr val="27333D"/>
                </a:solidFill>
                <a:latin typeface="Consolas"/>
                <a:ea typeface="Consolas"/>
                <a:cs typeface="Consolas"/>
              </a:rPr>
              <a:t>judgment-revision.md ?</a:t>
            </a:r>
          </a:p>
        </p:txBody>
      </p:sp>
      <p:sp>
        <p:nvSpPr>
          <p:cNvPr id="19" name="missing">
            <a:extLst xmlns:a="http://schemas.openxmlformats.org/drawingml/2006/main">
              <a:ext uri="{FF2B5EF4-FFF2-40B4-BE49-F238E27FC236}">
                <a16:creationId xmlns:a16="http://schemas.microsoft.com/office/drawing/2014/main" id="{81D4B84F-305A-4E6D-B44E-96F50E7AB21A}"/>
              </a:ext>
            </a:extLst>
          </p:cNvPr>
          <p:cNvSpPr>
            <a:spLocks xmlns:a="http://schemas.openxmlformats.org/drawingml/2006/main" noGrp="1"/>
          </p:cNvSpPr>
          <p:nvPr/>
        </p:nvSpPr>
        <p:spPr>
          <a:xfrm xmlns:a="http://schemas.openxmlformats.org/drawingml/2006/main">
            <a:off x="7810500" y="2047875"/>
            <a:ext cx="2857500" cy="2476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800" b="1">
                <a:solidFill>
                  <a:srgbClr val="C8161E"/>
                </a:solidFill>
                <a:latin typeface="微软雅黑"/>
                <a:ea typeface="微软雅黑"/>
                <a:cs typeface="微软雅黑"/>
              </a:defRPr>
            </a:pPr>
            <a:r>
              <a:rPr sz="2800" b="1">
                <a:solidFill>
                  <a:srgbClr val="C8161E"/>
                </a:solidFill>
                <a:latin typeface="微软雅黑"/>
                <a:ea typeface="微软雅黑"/>
                <a:cs typeface="微软雅黑"/>
              </a:rPr>
              <a:t>本课补齐</a:t>
            </a:r>
          </a:p>
          <a:p xmlns:a="http://schemas.openxmlformats.org/drawingml/2006/main">
            <a:r>
              <a:t/>
            </a:r>
          </a:p>
          <a:p xmlns:a="http://schemas.openxmlformats.org/drawingml/2006/main">
            <a:pPr algn="ctr">
              <a:lnSpc>
                <a:spcPct val="118000"/>
              </a:lnSpc>
              <a:buNone/>
              <a:defRPr sz="2800" b="1">
                <a:solidFill>
                  <a:srgbClr val="C8161E"/>
                </a:solidFill>
                <a:latin typeface="微软雅黑"/>
                <a:ea typeface="微软雅黑"/>
                <a:cs typeface="微软雅黑"/>
              </a:defRPr>
            </a:pPr>
            <a:r>
              <a:rPr sz="2800" b="1">
                <a:solidFill>
                  <a:srgbClr val="C8161E"/>
                </a:solidFill>
                <a:latin typeface="微软雅黑"/>
                <a:ea typeface="微软雅黑"/>
                <a:cs typeface="微软雅黑"/>
              </a:rPr>
              <a:t>一张对照</a:t>
            </a:r>
          </a:p>
          <a:p xmlns:a="http://schemas.openxmlformats.org/drawingml/2006/main">
            <a:pPr algn="ctr">
              <a:lnSpc>
                <a:spcPct val="118000"/>
              </a:lnSpc>
              <a:buNone/>
              <a:defRPr sz="2800" b="1">
                <a:solidFill>
                  <a:srgbClr val="C8161E"/>
                </a:solidFill>
                <a:latin typeface="微软雅黑"/>
                <a:ea typeface="微软雅黑"/>
                <a:cs typeface="微软雅黑"/>
              </a:defRPr>
            </a:pPr>
            <a:r>
              <a:rPr sz="2800" b="1">
                <a:solidFill>
                  <a:srgbClr val="C8161E"/>
                </a:solidFill>
                <a:latin typeface="微软雅黑"/>
                <a:ea typeface="微软雅黑"/>
                <a:cs typeface="微软雅黑"/>
              </a:rPr>
              <a:t>一项失败 / 局限</a:t>
            </a:r>
          </a:p>
          <a:p xmlns:a="http://schemas.openxmlformats.org/drawingml/2006/main">
            <a:pPr algn="ctr">
              <a:lnSpc>
                <a:spcPct val="118000"/>
              </a:lnSpc>
              <a:buNone/>
              <a:defRPr sz="2800" b="1">
                <a:solidFill>
                  <a:srgbClr val="C8161E"/>
                </a:solidFill>
                <a:latin typeface="微软雅黑"/>
                <a:ea typeface="微软雅黑"/>
                <a:cs typeface="微软雅黑"/>
              </a:defRPr>
            </a:pPr>
            <a:r>
              <a:rPr sz="2800" b="1">
                <a:solidFill>
                  <a:srgbClr val="C8161E"/>
                </a:solidFill>
                <a:latin typeface="微软雅黑"/>
                <a:ea typeface="微软雅黑"/>
                <a:cs typeface="微软雅黑"/>
              </a:rPr>
              <a:t>一条判断修订</a:t>
            </a:r>
          </a:p>
        </p:txBody>
      </p:sp>
    </p:spTree>
    <p:extLst>
      <p:ext uri="{BB962C8B-B14F-4D97-AF65-F5344CB8AC3E}">
        <p14:creationId xmlns:p14="http://schemas.microsoft.com/office/powerpoint/2010/main" val="144372840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评价报告先完成三个可检查字段</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202359C0-8A7A-196E-DD58-8E6569619F09}" type="slidenum">
              <a:t>3</a:t>
            </a:fld>
            <a:endParaRPr/>
          </a:p>
        </p:txBody>
      </p:sp>
      <p:sp>
        <p:nvSpPr>
          <p:cNvPr id="6" name="brand-header">
            <a:extLst xmlns:a="http://schemas.openxmlformats.org/drawingml/2006/main">
              <a:ext uri="{FF2B5EF4-FFF2-40B4-BE49-F238E27FC236}">
                <a16:creationId xmlns:a16="http://schemas.microsoft.com/office/drawing/2014/main" id="{9DFDCB3F-394D-44FA-B090-C1343A6ECA1C}"/>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7dc7f38f1d854bf3"/>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76FE2125-625A-4FB2-9A9C-CF33179BDCD8}"/>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评价报告先完成三个可检查字段</a:t>
            </a:r>
          </a:p>
        </p:txBody>
      </p:sp>
      <p:sp>
        <p:nvSpPr>
          <p:cNvPr id="9" name="source">
            <a:extLst xmlns:a="http://schemas.openxmlformats.org/drawingml/2006/main">
              <a:ext uri="{FF2B5EF4-FFF2-40B4-BE49-F238E27FC236}">
                <a16:creationId xmlns:a16="http://schemas.microsoft.com/office/drawing/2014/main" id="{7A6BABA3-E842-45EF-8968-FEF37A795E4C}"/>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来源：lesson-13/slides.md；课程工件与讲义见 speaker notes</a:t>
            </a:r>
          </a:p>
        </p:txBody>
      </p:sp>
      <p:sp>
        <p:nvSpPr>
          <p:cNvPr id="10" name="doc-9-bg">
            <a:extLst xmlns:a="http://schemas.openxmlformats.org/drawingml/2006/main">
              <a:ext uri="{FF2B5EF4-FFF2-40B4-BE49-F238E27FC236}">
                <a16:creationId xmlns:a16="http://schemas.microsoft.com/office/drawing/2014/main" id="{F29E8BDA-286A-4815-9A1F-62EB90FFBCAC}"/>
              </a:ext>
            </a:extLst>
          </p:cNvPr>
          <p:cNvSpPr>
            <a:spLocks xmlns:a="http://schemas.openxmlformats.org/drawingml/2006/main" noGrp="1"/>
          </p:cNvSpPr>
          <p:nvPr/>
        </p:nvSpPr>
        <p:spPr>
          <a:xfrm xmlns:a="http://schemas.openxmlformats.org/drawingml/2006/main">
            <a:off x="762000" y="1333500"/>
            <a:ext cx="10668000" cy="4286250"/>
          </a:xfrm>
          <a:prstGeom xmlns:a="http://schemas.openxmlformats.org/drawingml/2006/main" prst="rect">
            <a:avLst/>
          </a:prstGeom>
          <a:solidFill xmlns:a="http://schemas.openxmlformats.org/drawingml/2006/main">
            <a:srgbClr val="F4F6F8"/>
          </a:solidFill>
          <a:ln xmlns:a="http://schemas.openxmlformats.org/drawingml/2006/main" w="0">
            <a:noFill/>
          </a:ln>
        </p:spPr>
      </p:sp>
      <p:sp>
        <p:nvSpPr>
          <p:cNvPr id="11" name="doc-9-title-bg">
            <a:extLst xmlns:a="http://schemas.openxmlformats.org/drawingml/2006/main">
              <a:ext uri="{FF2B5EF4-FFF2-40B4-BE49-F238E27FC236}">
                <a16:creationId xmlns:a16="http://schemas.microsoft.com/office/drawing/2014/main" id="{35AB1FC8-302C-42E2-9486-634E203A0E4D}"/>
              </a:ext>
            </a:extLst>
          </p:cNvPr>
          <p:cNvSpPr>
            <a:spLocks xmlns:a="http://schemas.openxmlformats.org/drawingml/2006/main" noGrp="1"/>
          </p:cNvSpPr>
          <p:nvPr/>
        </p:nvSpPr>
        <p:spPr>
          <a:xfrm xmlns:a="http://schemas.openxmlformats.org/drawingml/2006/main">
            <a:off x="762000" y="1333500"/>
            <a:ext cx="3429000" cy="323850"/>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2" name="doc-9-title">
            <a:extLst xmlns:a="http://schemas.openxmlformats.org/drawingml/2006/main">
              <a:ext uri="{FF2B5EF4-FFF2-40B4-BE49-F238E27FC236}">
                <a16:creationId xmlns:a16="http://schemas.microsoft.com/office/drawing/2014/main" id="{A6EAE291-47BE-4143-9541-3C8357EA02D2}"/>
              </a:ext>
            </a:extLst>
          </p:cNvPr>
          <p:cNvSpPr>
            <a:spLocks xmlns:a="http://schemas.openxmlformats.org/drawingml/2006/main" noGrp="1"/>
          </p:cNvSpPr>
          <p:nvPr/>
        </p:nvSpPr>
        <p:spPr>
          <a:xfrm xmlns:a="http://schemas.openxmlformats.org/drawingml/2006/main">
            <a:off x="838200" y="1352550"/>
            <a:ext cx="327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1">
                <a:solidFill>
                  <a:srgbClr val="FFFFFF"/>
                </a:solidFill>
                <a:latin typeface="微软雅黑"/>
                <a:ea typeface="微软雅黑"/>
                <a:cs typeface="微软雅黑"/>
              </a:defRPr>
            </a:pPr>
            <a:r>
              <a:rPr sz="1800" b="1">
                <a:solidFill>
                  <a:srgbClr val="FFFFFF"/>
                </a:solidFill>
                <a:latin typeface="微软雅黑"/>
                <a:ea typeface="微软雅黑"/>
                <a:cs typeface="微软雅黑"/>
              </a:rPr>
              <a:t>evaluation-report.md</a:t>
            </a:r>
          </a:p>
        </p:txBody>
      </p:sp>
      <p:sp>
        <p:nvSpPr>
          <p:cNvPr id="13" name="doc-9-line-0">
            <a:extLst xmlns:a="http://schemas.openxmlformats.org/drawingml/2006/main">
              <a:ext uri="{FF2B5EF4-FFF2-40B4-BE49-F238E27FC236}">
                <a16:creationId xmlns:a16="http://schemas.microsoft.com/office/drawing/2014/main" id="{38D8ACDE-1259-4DE8-B9ED-254155FDAB39}"/>
              </a:ext>
            </a:extLst>
          </p:cNvPr>
          <p:cNvSpPr>
            <a:spLocks xmlns:a="http://schemas.openxmlformats.org/drawingml/2006/main" noGrp="1"/>
          </p:cNvSpPr>
          <p:nvPr/>
        </p:nvSpPr>
        <p:spPr>
          <a:xfrm xmlns:a="http://schemas.openxmlformats.org/drawingml/2006/main">
            <a:off x="990600" y="1828800"/>
            <a:ext cx="102108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结果对照｜输入、条件、运行数、主指标与结果</a:t>
            </a:r>
          </a:p>
        </p:txBody>
      </p:sp>
      <p:sp>
        <p:nvSpPr>
          <p:cNvPr id="14" name="doc-9-line-1">
            <a:extLst xmlns:a="http://schemas.openxmlformats.org/drawingml/2006/main">
              <a:ext uri="{FF2B5EF4-FFF2-40B4-BE49-F238E27FC236}">
                <a16:creationId xmlns:a16="http://schemas.microsoft.com/office/drawing/2014/main" id="{2B06B9DA-23D3-4556-935C-D1C79B496E9A}"/>
              </a:ext>
            </a:extLst>
          </p:cNvPr>
          <p:cNvSpPr>
            <a:spLocks xmlns:a="http://schemas.openxmlformats.org/drawingml/2006/main" noGrp="1"/>
          </p:cNvSpPr>
          <p:nvPr/>
        </p:nvSpPr>
        <p:spPr>
          <a:xfrm xmlns:a="http://schemas.openxmlformats.org/drawingml/2006/main">
            <a:off x="990600" y="2728913"/>
            <a:ext cx="102108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失败或局限｜表现、根因、边界与下一步</a:t>
            </a:r>
          </a:p>
        </p:txBody>
      </p:sp>
      <p:sp>
        <p:nvSpPr>
          <p:cNvPr id="15" name="doc-9-line-2">
            <a:extLst xmlns:a="http://schemas.openxmlformats.org/drawingml/2006/main">
              <a:ext uri="{FF2B5EF4-FFF2-40B4-BE49-F238E27FC236}">
                <a16:creationId xmlns:a16="http://schemas.microsoft.com/office/drawing/2014/main" id="{B33481FF-295D-4072-B14B-B568E1377BFC}"/>
              </a:ext>
            </a:extLst>
          </p:cNvPr>
          <p:cNvSpPr>
            <a:spLocks xmlns:a="http://schemas.openxmlformats.org/drawingml/2006/main" noGrp="1"/>
          </p:cNvSpPr>
          <p:nvPr/>
        </p:nvSpPr>
        <p:spPr>
          <a:xfrm xmlns:a="http://schemas.openxmlformats.org/drawingml/2006/main">
            <a:off x="990600" y="3629025"/>
            <a:ext cx="102108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判断修订｜支持 / 反驳 / 仍不能判断 + 证据理由</a:t>
            </a:r>
          </a:p>
        </p:txBody>
      </p:sp>
      <p:sp>
        <p:nvSpPr>
          <p:cNvPr id="16" name="doc-9-line-3">
            <a:extLst xmlns:a="http://schemas.openxmlformats.org/drawingml/2006/main">
              <a:ext uri="{FF2B5EF4-FFF2-40B4-BE49-F238E27FC236}">
                <a16:creationId xmlns:a16="http://schemas.microsoft.com/office/drawing/2014/main" id="{607F3BE3-C660-4784-BC79-28C3EA8E4986}"/>
              </a:ext>
            </a:extLst>
          </p:cNvPr>
          <p:cNvSpPr>
            <a:spLocks xmlns:a="http://schemas.openxmlformats.org/drawingml/2006/main" noGrp="1"/>
          </p:cNvSpPr>
          <p:nvPr/>
        </p:nvSpPr>
        <p:spPr>
          <a:xfrm xmlns:a="http://schemas.openxmlformats.org/drawingml/2006/main">
            <a:off x="990600" y="4529138"/>
            <a:ext cx="102108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课后补全｜人工审核、充分性、威胁、伦理与 10 项自查</a:t>
            </a:r>
          </a:p>
        </p:txBody>
      </p:sp>
    </p:spTree>
    <p:extLst>
      <p:ext uri="{BB962C8B-B14F-4D97-AF65-F5344CB8AC3E}">
        <p14:creationId xmlns:p14="http://schemas.microsoft.com/office/powerpoint/2010/main" val="144372840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实际影响需要结果对照与结论边界</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EFD6AB9A-5F9E-5F59-51AB-3C8734130965}" type="slidenum">
              <a:t>4</a:t>
            </a:fld>
            <a:endParaRPr/>
          </a:p>
        </p:txBody>
      </p:sp>
      <p:sp>
        <p:nvSpPr>
          <p:cNvPr id="6" name="brand-header">
            <a:extLst xmlns:a="http://schemas.openxmlformats.org/drawingml/2006/main">
              <a:ext uri="{FF2B5EF4-FFF2-40B4-BE49-F238E27FC236}">
                <a16:creationId xmlns:a16="http://schemas.microsoft.com/office/drawing/2014/main" id="{F488984F-14EC-4DB2-893F-9BBC9DC75730}"/>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aed06bb2cc734aaf"/>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4FAB7D08-681C-4C6B-B6A5-72CCA856D9C0}"/>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实际影响需要结果对照与结论边界</a:t>
            </a:r>
          </a:p>
        </p:txBody>
      </p:sp>
      <p:sp>
        <p:nvSpPr>
          <p:cNvPr id="9" name="source">
            <a:extLst xmlns:a="http://schemas.openxmlformats.org/drawingml/2006/main">
              <a:ext uri="{FF2B5EF4-FFF2-40B4-BE49-F238E27FC236}">
                <a16:creationId xmlns:a16="http://schemas.microsoft.com/office/drawing/2014/main" id="{353507C6-B39D-4928-A735-5946458C0F62}"/>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来源：lesson-13/slides.md；课程工件与讲义见 speaker notes</a:t>
            </a:r>
          </a:p>
        </p:txBody>
      </p:sp>
      <p:sp>
        <p:nvSpPr>
          <p:cNvPr id="10" name="fiction">
            <a:extLst xmlns:a="http://schemas.openxmlformats.org/drawingml/2006/main">
              <a:ext uri="{FF2B5EF4-FFF2-40B4-BE49-F238E27FC236}">
                <a16:creationId xmlns:a16="http://schemas.microsoft.com/office/drawing/2014/main" id="{FD57F5C2-F22D-4E24-9EC9-1B039DF22272}"/>
              </a:ext>
            </a:extLst>
          </p:cNvPr>
          <p:cNvSpPr>
            <a:spLocks xmlns:a="http://schemas.openxmlformats.org/drawingml/2006/main" noGrp="1"/>
          </p:cNvSpPr>
          <p:nvPr/>
        </p:nvSpPr>
        <p:spPr>
          <a:xfrm xmlns:a="http://schemas.openxmlformats.org/drawingml/2006/main">
            <a:off x="609600" y="885825"/>
            <a:ext cx="10572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800" b="0">
                <a:solidFill>
                  <a:srgbClr val="A96510"/>
                </a:solidFill>
                <a:latin typeface="微软雅黑"/>
                <a:ea typeface="微软雅黑"/>
                <a:cs typeface="微软雅黑"/>
              </a:defRPr>
            </a:pPr>
            <a:r>
              <a:rPr sz="1800" b="0">
                <a:solidFill>
                  <a:srgbClr val="A96510"/>
                </a:solidFill>
                <a:latin typeface="微软雅黑"/>
                <a:ea typeface="微软雅黑"/>
                <a:cs typeface="微软雅黑"/>
              </a:rPr>
              <a:t>课程虚构教学案例</a:t>
            </a:r>
          </a:p>
        </p:txBody>
      </p:sp>
      <p:graphicFrame>
        <p:nvGraphicFramePr>
          <p:cNvPr id="24" name="Chart"/>
          <p:cNvGraphicFramePr/>
          <p:nvPr/>
        </p:nvGraphicFramePr>
        <p:xfrm>
          <a:off xmlns:a="http://schemas.openxmlformats.org/drawingml/2006/main" x="666750" y="1714500"/>
          <a:ext xmlns:a="http://schemas.openxmlformats.org/drawingml/2006/main" cx="6191250" cy="3333750"/>
        </p:xfrm>
        <a:graphic xmlns:a="http://schemas.openxmlformats.org/drawingml/2006/main">
          <a:graphicData uri="http://schemas.openxmlformats.org/drawingml/2006/chart">
            <c:chart xmlns:r="http://schemas.openxmlformats.org/officeDocument/2006/relationships" xmlns:c="http://schemas.openxmlformats.org/drawingml/2006/chart" r:id="R1eba37f628cc4dbc"/>
          </a:graphicData>
        </a:graphic>
      </p:graphicFrame>
      <p:sp>
        <p:nvSpPr>
          <p:cNvPr id="12" name="chart-context">
            <a:extLst xmlns:a="http://schemas.openxmlformats.org/drawingml/2006/main">
              <a:ext uri="{FF2B5EF4-FFF2-40B4-BE49-F238E27FC236}">
                <a16:creationId xmlns:a16="http://schemas.microsoft.com/office/drawing/2014/main" id="{DB057148-6748-40BC-9C4C-5AA103429E70}"/>
              </a:ext>
            </a:extLst>
          </p:cNvPr>
          <p:cNvSpPr>
            <a:spLocks xmlns:a="http://schemas.openxmlformats.org/drawingml/2006/main" noGrp="1"/>
          </p:cNvSpPr>
          <p:nvPr/>
        </p:nvSpPr>
        <p:spPr>
          <a:xfrm xmlns:a="http://schemas.openxmlformats.org/drawingml/2006/main">
            <a:off x="762000" y="514350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1F4D78"/>
                </a:solidFill>
                <a:latin typeface="微软雅黑"/>
                <a:ea typeface="微软雅黑"/>
                <a:cs typeface="微软雅黑"/>
              </a:defRPr>
            </a:pPr>
            <a:r>
              <a:rPr sz="2000" b="0">
                <a:solidFill>
                  <a:srgbClr val="1F4D78"/>
                </a:solidFill>
                <a:latin typeface="微软雅黑"/>
                <a:ea typeface="微软雅黑"/>
                <a:cs typeface="微软雅黑"/>
              </a:rPr>
              <a:t>同一批 20 篇 × 两条件 × 各 3 次 = 120 份输出</a:t>
            </a:r>
          </a:p>
        </p:txBody>
      </p:sp>
      <p:sp>
        <p:nvSpPr>
          <p:cNvPr id="13" name="impact">
            <a:extLst xmlns:a="http://schemas.openxmlformats.org/drawingml/2006/main">
              <a:ext uri="{FF2B5EF4-FFF2-40B4-BE49-F238E27FC236}">
                <a16:creationId xmlns:a16="http://schemas.microsoft.com/office/drawing/2014/main" id="{2D380C76-7576-4073-8856-F6C6730637E2}"/>
              </a:ext>
            </a:extLst>
          </p:cNvPr>
          <p:cNvSpPr>
            <a:spLocks xmlns:a="http://schemas.openxmlformats.org/drawingml/2006/main" noGrp="1"/>
          </p:cNvSpPr>
          <p:nvPr/>
        </p:nvSpPr>
        <p:spPr>
          <a:xfrm xmlns:a="http://schemas.openxmlformats.org/drawingml/2006/main">
            <a:off x="7524750" y="1619250"/>
            <a:ext cx="3429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200" b="1">
                <a:solidFill>
                  <a:srgbClr val="2E7D5B"/>
                </a:solidFill>
                <a:latin typeface="微软雅黑"/>
                <a:ea typeface="微软雅黑"/>
                <a:cs typeface="微软雅黑"/>
              </a:defRPr>
            </a:pPr>
            <a:r>
              <a:rPr sz="2200" b="1">
                <a:solidFill>
                  <a:srgbClr val="2E7D5B"/>
                </a:solidFill>
                <a:latin typeface="微软雅黑"/>
                <a:ea typeface="微软雅黑"/>
                <a:cs typeface="微软雅黑"/>
              </a:rPr>
              <a:t>实际影响</a:t>
            </a:r>
          </a:p>
        </p:txBody>
      </p:sp>
      <p:sp>
        <p:nvSpPr>
          <p:cNvPr id="14" name="impact-text">
            <a:extLst xmlns:a="http://schemas.openxmlformats.org/drawingml/2006/main">
              <a:ext uri="{FF2B5EF4-FFF2-40B4-BE49-F238E27FC236}">
                <a16:creationId xmlns:a16="http://schemas.microsoft.com/office/drawing/2014/main" id="{7CC239A8-BB91-420D-8200-23F5E7298300}"/>
              </a:ext>
            </a:extLst>
          </p:cNvPr>
          <p:cNvSpPr>
            <a:spLocks xmlns:a="http://schemas.openxmlformats.org/drawingml/2006/main" noGrp="1"/>
          </p:cNvSpPr>
          <p:nvPr/>
        </p:nvSpPr>
        <p:spPr>
          <a:xfrm xmlns:a="http://schemas.openxmlformats.org/drawingml/2006/main">
            <a:off x="7524750" y="2143125"/>
            <a:ext cx="3714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400" b="0">
                <a:solidFill>
                  <a:srgbClr val="27333D"/>
                </a:solidFill>
                <a:latin typeface="微软雅黑"/>
                <a:ea typeface="微软雅黑"/>
                <a:cs typeface="微软雅黑"/>
              </a:defRPr>
            </a:pPr>
            <a:r>
              <a:rPr sz="2400" b="0">
                <a:solidFill>
                  <a:srgbClr val="27333D"/>
                </a:solidFill>
                <a:latin typeface="微软雅黑"/>
                <a:ea typeface="微软雅黑"/>
                <a:cs typeface="微软雅黑"/>
              </a:rPr>
              <a:t>阅读卡条件的限定条件遗漏率较低，方向支持 H1。</a:t>
            </a:r>
          </a:p>
        </p:txBody>
      </p:sp>
      <p:sp>
        <p:nvSpPr>
          <p:cNvPr id="15" name="limit">
            <a:extLst xmlns:a="http://schemas.openxmlformats.org/drawingml/2006/main">
              <a:ext uri="{FF2B5EF4-FFF2-40B4-BE49-F238E27FC236}">
                <a16:creationId xmlns:a16="http://schemas.microsoft.com/office/drawing/2014/main" id="{8545183A-F504-4905-A1DF-A20C2007346C}"/>
              </a:ext>
            </a:extLst>
          </p:cNvPr>
          <p:cNvSpPr>
            <a:spLocks xmlns:a="http://schemas.openxmlformats.org/drawingml/2006/main" noGrp="1"/>
          </p:cNvSpPr>
          <p:nvPr/>
        </p:nvSpPr>
        <p:spPr>
          <a:xfrm xmlns:a="http://schemas.openxmlformats.org/drawingml/2006/main">
            <a:off x="7524750" y="3619500"/>
            <a:ext cx="3429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200" b="1">
                <a:solidFill>
                  <a:srgbClr val="A96510"/>
                </a:solidFill>
                <a:latin typeface="微软雅黑"/>
                <a:ea typeface="微软雅黑"/>
                <a:cs typeface="微软雅黑"/>
              </a:defRPr>
            </a:pPr>
            <a:r>
              <a:rPr sz="2200" b="1">
                <a:solidFill>
                  <a:srgbClr val="A96510"/>
                </a:solidFill>
                <a:latin typeface="微软雅黑"/>
                <a:ea typeface="微软雅黑"/>
                <a:cs typeface="微软雅黑"/>
              </a:rPr>
              <a:t>结论边界</a:t>
            </a:r>
          </a:p>
        </p:txBody>
      </p:sp>
      <p:sp>
        <p:nvSpPr>
          <p:cNvPr id="16" name="limit-text">
            <a:extLst xmlns:a="http://schemas.openxmlformats.org/drawingml/2006/main">
              <a:ext uri="{FF2B5EF4-FFF2-40B4-BE49-F238E27FC236}">
                <a16:creationId xmlns:a16="http://schemas.microsoft.com/office/drawing/2014/main" id="{FF2FFCB6-ED05-4DA3-892E-DCC0A741B9E2}"/>
              </a:ext>
            </a:extLst>
          </p:cNvPr>
          <p:cNvSpPr>
            <a:spLocks xmlns:a="http://schemas.openxmlformats.org/drawingml/2006/main" noGrp="1"/>
          </p:cNvSpPr>
          <p:nvPr/>
        </p:nvSpPr>
        <p:spPr>
          <a:xfrm xmlns:a="http://schemas.openxmlformats.org/drawingml/2006/main">
            <a:off x="7524750" y="4095750"/>
            <a:ext cx="3714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400" b="0">
                <a:solidFill>
                  <a:srgbClr val="27333D"/>
                </a:solidFill>
                <a:latin typeface="微软雅黑"/>
                <a:ea typeface="微软雅黑"/>
                <a:cs typeface="微软雅黑"/>
              </a:defRPr>
            </a:pPr>
            <a:r>
              <a:rPr sz="2400" b="0">
                <a:solidFill>
                  <a:srgbClr val="27333D"/>
                </a:solidFill>
                <a:latin typeface="微软雅黑"/>
                <a:ea typeface="微软雅黑"/>
                <a:cs typeface="微软雅黑"/>
              </a:rPr>
              <a:t>A1 / A2 / A3 未排除；机制仍不能判断。</a:t>
            </a:r>
          </a:p>
        </p:txBody>
      </p:sp>
    </p:spTree>
    <p:extLst>
      <p:ext uri="{BB962C8B-B14F-4D97-AF65-F5344CB8AC3E}">
        <p14:creationId xmlns:p14="http://schemas.microsoft.com/office/powerpoint/2010/main" val="144372840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评价维度由科研问题决定</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EE5B3003-2C54-13C6-9832-7637201064DE}" type="slidenum">
              <a:t>5</a:t>
            </a:fld>
            <a:endParaRPr/>
          </a:p>
        </p:txBody>
      </p:sp>
      <p:sp>
        <p:nvSpPr>
          <p:cNvPr id="6" name="brand-header">
            <a:extLst xmlns:a="http://schemas.openxmlformats.org/drawingml/2006/main">
              <a:ext uri="{FF2B5EF4-FFF2-40B4-BE49-F238E27FC236}">
                <a16:creationId xmlns:a16="http://schemas.microsoft.com/office/drawing/2014/main" id="{158EBD8B-0EB5-48B4-A04A-57153A86093B}"/>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51ba3be25a33413e"/>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914F534C-C39C-449B-A935-5959CCA14239}"/>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评价维度由科研问题决定</a:t>
            </a:r>
          </a:p>
        </p:txBody>
      </p:sp>
      <p:sp>
        <p:nvSpPr>
          <p:cNvPr id="9" name="source">
            <a:extLst xmlns:a="http://schemas.openxmlformats.org/drawingml/2006/main">
              <a:ext uri="{FF2B5EF4-FFF2-40B4-BE49-F238E27FC236}">
                <a16:creationId xmlns:a16="http://schemas.microsoft.com/office/drawing/2014/main" id="{A6A0F569-20A3-43BA-95BA-DBAE08985669}"/>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来源：lesson-13/slides.md；课程工件与讲义见 speaker notes</a:t>
            </a:r>
          </a:p>
        </p:txBody>
      </p:sp>
      <p:sp>
        <p:nvSpPr>
          <p:cNvPr id="10" name="question">
            <a:extLst xmlns:a="http://schemas.openxmlformats.org/drawingml/2006/main">
              <a:ext uri="{FF2B5EF4-FFF2-40B4-BE49-F238E27FC236}">
                <a16:creationId xmlns:a16="http://schemas.microsoft.com/office/drawing/2014/main" id="{ABF08EC5-878E-469F-9921-BCC896A63D77}"/>
              </a:ext>
            </a:extLst>
          </p:cNvPr>
          <p:cNvSpPr>
            <a:spLocks xmlns:a="http://schemas.openxmlformats.org/drawingml/2006/main" noGrp="1"/>
          </p:cNvSpPr>
          <p:nvPr/>
        </p:nvSpPr>
        <p:spPr>
          <a:xfrm xmlns:a="http://schemas.openxmlformats.org/drawingml/2006/main">
            <a:off x="2381250" y="1428750"/>
            <a:ext cx="7429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3000" b="1">
                <a:solidFill>
                  <a:srgbClr val="1F4D78"/>
                </a:solidFill>
                <a:latin typeface="微软雅黑"/>
                <a:ea typeface="微软雅黑"/>
                <a:cs typeface="微软雅黑"/>
              </a:defRPr>
            </a:pPr>
            <a:r>
              <a:rPr sz="3000" b="1">
                <a:solidFill>
                  <a:srgbClr val="1F4D78"/>
                </a:solidFill>
                <a:latin typeface="微软雅黑"/>
                <a:ea typeface="微软雅黑"/>
                <a:cs typeface="微软雅黑"/>
              </a:rPr>
              <a:t>工作流是否降低限定条件遗漏率？</a:t>
            </a:r>
          </a:p>
        </p:txBody>
      </p:sp>
      <p:sp>
        <p:nvSpPr>
          <p:cNvPr id="11" name="chain-line-0">
            <a:extLst xmlns:a="http://schemas.openxmlformats.org/drawingml/2006/main">
              <a:ext uri="{FF2B5EF4-FFF2-40B4-BE49-F238E27FC236}">
                <a16:creationId xmlns:a16="http://schemas.microsoft.com/office/drawing/2014/main" id="{B585BD39-F1E4-4C0D-A621-98FCAF5FDC13}"/>
              </a:ext>
            </a:extLst>
          </p:cNvPr>
          <p:cNvSpPr>
            <a:spLocks xmlns:a="http://schemas.openxmlformats.org/drawingml/2006/main" noGrp="1"/>
          </p:cNvSpPr>
          <p:nvPr/>
        </p:nvSpPr>
        <p:spPr>
          <a:xfrm xmlns:a="http://schemas.openxmlformats.org/drawingml/2006/main">
            <a:off x="1047750" y="3867150"/>
            <a:ext cx="200025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2" name="chain-0">
            <a:extLst xmlns:a="http://schemas.openxmlformats.org/drawingml/2006/main">
              <a:ext uri="{FF2B5EF4-FFF2-40B4-BE49-F238E27FC236}">
                <a16:creationId xmlns:a16="http://schemas.microsoft.com/office/drawing/2014/main" id="{D75CE953-DF0A-4255-9B0C-EE708BBB66F8}"/>
              </a:ext>
            </a:extLst>
          </p:cNvPr>
          <p:cNvSpPr>
            <a:spLocks xmlns:a="http://schemas.openxmlformats.org/drawingml/2006/main" noGrp="1"/>
          </p:cNvSpPr>
          <p:nvPr/>
        </p:nvSpPr>
        <p:spPr>
          <a:xfrm xmlns:a="http://schemas.openxmlformats.org/drawingml/2006/main">
            <a:off x="1047750" y="3143250"/>
            <a:ext cx="2000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主指标</a:t>
            </a:r>
          </a:p>
        </p:txBody>
      </p:sp>
      <p:sp>
        <p:nvSpPr>
          <p:cNvPr id="13" name="chain-arrow-0">
            <a:extLst xmlns:a="http://schemas.openxmlformats.org/drawingml/2006/main">
              <a:ext uri="{FF2B5EF4-FFF2-40B4-BE49-F238E27FC236}">
                <a16:creationId xmlns:a16="http://schemas.microsoft.com/office/drawing/2014/main" id="{371CF8E6-1F32-4D11-B304-17DE7BA402EE}"/>
              </a:ext>
            </a:extLst>
          </p:cNvPr>
          <p:cNvSpPr>
            <a:spLocks xmlns:a="http://schemas.openxmlformats.org/drawingml/2006/main" noGrp="1"/>
          </p:cNvSpPr>
          <p:nvPr/>
        </p:nvSpPr>
        <p:spPr>
          <a:xfrm xmlns:a="http://schemas.openxmlformats.org/drawingml/2006/main">
            <a:off x="3048000" y="3314700"/>
            <a:ext cx="69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4" name="chain-sub-0">
            <a:extLst xmlns:a="http://schemas.openxmlformats.org/drawingml/2006/main">
              <a:ext uri="{FF2B5EF4-FFF2-40B4-BE49-F238E27FC236}">
                <a16:creationId xmlns:a16="http://schemas.microsoft.com/office/drawing/2014/main" id="{5D15BE5E-E18E-4CB7-87DA-29D8D1D2E4A1}"/>
              </a:ext>
            </a:extLst>
          </p:cNvPr>
          <p:cNvSpPr>
            <a:spLocks xmlns:a="http://schemas.openxmlformats.org/drawingml/2006/main" noGrp="1"/>
          </p:cNvSpPr>
          <p:nvPr/>
        </p:nvSpPr>
        <p:spPr>
          <a:xfrm xmlns:a="http://schemas.openxmlformats.org/drawingml/2006/main">
            <a:off x="1047750" y="4019550"/>
            <a:ext cx="2000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人工基准遗漏率</a:t>
            </a:r>
          </a:p>
        </p:txBody>
      </p:sp>
      <p:sp>
        <p:nvSpPr>
          <p:cNvPr id="15" name="chain-line-1">
            <a:extLst xmlns:a="http://schemas.openxmlformats.org/drawingml/2006/main">
              <a:ext uri="{FF2B5EF4-FFF2-40B4-BE49-F238E27FC236}">
                <a16:creationId xmlns:a16="http://schemas.microsoft.com/office/drawing/2014/main" id="{EB524381-F3CB-4EDD-B3F1-874A0FDB0843}"/>
              </a:ext>
            </a:extLst>
          </p:cNvPr>
          <p:cNvSpPr>
            <a:spLocks xmlns:a="http://schemas.openxmlformats.org/drawingml/2006/main" noGrp="1"/>
          </p:cNvSpPr>
          <p:nvPr/>
        </p:nvSpPr>
        <p:spPr>
          <a:xfrm xmlns:a="http://schemas.openxmlformats.org/drawingml/2006/main">
            <a:off x="3746500" y="3867150"/>
            <a:ext cx="200025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6" name="chain-1">
            <a:extLst xmlns:a="http://schemas.openxmlformats.org/drawingml/2006/main">
              <a:ext uri="{FF2B5EF4-FFF2-40B4-BE49-F238E27FC236}">
                <a16:creationId xmlns:a16="http://schemas.microsoft.com/office/drawing/2014/main" id="{2C15E4FF-621C-48F2-A231-C89C92FC4059}"/>
              </a:ext>
            </a:extLst>
          </p:cNvPr>
          <p:cNvSpPr>
            <a:spLocks xmlns:a="http://schemas.openxmlformats.org/drawingml/2006/main" noGrp="1"/>
          </p:cNvSpPr>
          <p:nvPr/>
        </p:nvSpPr>
        <p:spPr>
          <a:xfrm xmlns:a="http://schemas.openxmlformats.org/drawingml/2006/main">
            <a:off x="3746500" y="3143250"/>
            <a:ext cx="2000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运行风险</a:t>
            </a:r>
          </a:p>
        </p:txBody>
      </p:sp>
      <p:sp>
        <p:nvSpPr>
          <p:cNvPr id="17" name="chain-arrow-1">
            <a:extLst xmlns:a="http://schemas.openxmlformats.org/drawingml/2006/main">
              <a:ext uri="{FF2B5EF4-FFF2-40B4-BE49-F238E27FC236}">
                <a16:creationId xmlns:a16="http://schemas.microsoft.com/office/drawing/2014/main" id="{AF29A17A-7397-4D3A-8D1B-14B711967A27}"/>
              </a:ext>
            </a:extLst>
          </p:cNvPr>
          <p:cNvSpPr>
            <a:spLocks xmlns:a="http://schemas.openxmlformats.org/drawingml/2006/main" noGrp="1"/>
          </p:cNvSpPr>
          <p:nvPr/>
        </p:nvSpPr>
        <p:spPr>
          <a:xfrm xmlns:a="http://schemas.openxmlformats.org/drawingml/2006/main">
            <a:off x="5746750" y="3314700"/>
            <a:ext cx="69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8" name="chain-sub-1">
            <a:extLst xmlns:a="http://schemas.openxmlformats.org/drawingml/2006/main">
              <a:ext uri="{FF2B5EF4-FFF2-40B4-BE49-F238E27FC236}">
                <a16:creationId xmlns:a16="http://schemas.microsoft.com/office/drawing/2014/main" id="{CBCE9422-1DD3-4AA0-B32B-342C9155E365}"/>
              </a:ext>
            </a:extLst>
          </p:cNvPr>
          <p:cNvSpPr>
            <a:spLocks xmlns:a="http://schemas.openxmlformats.org/drawingml/2006/main" noGrp="1"/>
          </p:cNvSpPr>
          <p:nvPr/>
        </p:nvSpPr>
        <p:spPr>
          <a:xfrm xmlns:a="http://schemas.openxmlformats.org/drawingml/2006/main">
            <a:off x="3746500" y="4019550"/>
            <a:ext cx="2000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失败率 / 无效输出</a:t>
            </a:r>
          </a:p>
        </p:txBody>
      </p:sp>
      <p:sp>
        <p:nvSpPr>
          <p:cNvPr id="19" name="chain-line-2">
            <a:extLst xmlns:a="http://schemas.openxmlformats.org/drawingml/2006/main">
              <a:ext uri="{FF2B5EF4-FFF2-40B4-BE49-F238E27FC236}">
                <a16:creationId xmlns:a16="http://schemas.microsoft.com/office/drawing/2014/main" id="{65C9FACB-B324-47CF-A3CF-6BBD5DAD2F69}"/>
              </a:ext>
            </a:extLst>
          </p:cNvPr>
          <p:cNvSpPr>
            <a:spLocks xmlns:a="http://schemas.openxmlformats.org/drawingml/2006/main" noGrp="1"/>
          </p:cNvSpPr>
          <p:nvPr/>
        </p:nvSpPr>
        <p:spPr>
          <a:xfrm xmlns:a="http://schemas.openxmlformats.org/drawingml/2006/main">
            <a:off x="6445250" y="3867150"/>
            <a:ext cx="200025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20" name="chain-2">
            <a:extLst xmlns:a="http://schemas.openxmlformats.org/drawingml/2006/main">
              <a:ext uri="{FF2B5EF4-FFF2-40B4-BE49-F238E27FC236}">
                <a16:creationId xmlns:a16="http://schemas.microsoft.com/office/drawing/2014/main" id="{159C1BE9-6EAA-41D5-8931-024ABE54D2BF}"/>
              </a:ext>
            </a:extLst>
          </p:cNvPr>
          <p:cNvSpPr>
            <a:spLocks xmlns:a="http://schemas.openxmlformats.org/drawingml/2006/main" noGrp="1"/>
          </p:cNvSpPr>
          <p:nvPr/>
        </p:nvSpPr>
        <p:spPr>
          <a:xfrm xmlns:a="http://schemas.openxmlformats.org/drawingml/2006/main">
            <a:off x="6445250" y="3143250"/>
            <a:ext cx="2000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人工代价</a:t>
            </a:r>
          </a:p>
        </p:txBody>
      </p:sp>
      <p:sp>
        <p:nvSpPr>
          <p:cNvPr id="21" name="chain-arrow-2">
            <a:extLst xmlns:a="http://schemas.openxmlformats.org/drawingml/2006/main">
              <a:ext uri="{FF2B5EF4-FFF2-40B4-BE49-F238E27FC236}">
                <a16:creationId xmlns:a16="http://schemas.microsoft.com/office/drawing/2014/main" id="{89FF899D-2F96-43C7-AB5C-099BE7204502}"/>
              </a:ext>
            </a:extLst>
          </p:cNvPr>
          <p:cNvSpPr>
            <a:spLocks xmlns:a="http://schemas.openxmlformats.org/drawingml/2006/main" noGrp="1"/>
          </p:cNvSpPr>
          <p:nvPr/>
        </p:nvSpPr>
        <p:spPr>
          <a:xfrm xmlns:a="http://schemas.openxmlformats.org/drawingml/2006/main">
            <a:off x="8445500" y="3314700"/>
            <a:ext cx="69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22" name="chain-sub-2">
            <a:extLst xmlns:a="http://schemas.openxmlformats.org/drawingml/2006/main">
              <a:ext uri="{FF2B5EF4-FFF2-40B4-BE49-F238E27FC236}">
                <a16:creationId xmlns:a16="http://schemas.microsoft.com/office/drawing/2014/main" id="{F6957AC3-DAF8-4864-B677-7361DD311F61}"/>
              </a:ext>
            </a:extLst>
          </p:cNvPr>
          <p:cNvSpPr>
            <a:spLocks xmlns:a="http://schemas.openxmlformats.org/drawingml/2006/main" noGrp="1"/>
          </p:cNvSpPr>
          <p:nvPr/>
        </p:nvSpPr>
        <p:spPr>
          <a:xfrm xmlns:a="http://schemas.openxmlformats.org/drawingml/2006/main">
            <a:off x="6445250" y="4019550"/>
            <a:ext cx="2000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修订量 / 时间</a:t>
            </a:r>
          </a:p>
        </p:txBody>
      </p:sp>
      <p:sp>
        <p:nvSpPr>
          <p:cNvPr id="23" name="chain-line-3">
            <a:extLst xmlns:a="http://schemas.openxmlformats.org/drawingml/2006/main">
              <a:ext uri="{FF2B5EF4-FFF2-40B4-BE49-F238E27FC236}">
                <a16:creationId xmlns:a16="http://schemas.microsoft.com/office/drawing/2014/main" id="{78D95563-8FA5-47D4-ADD3-94DEA65E4C67}"/>
              </a:ext>
            </a:extLst>
          </p:cNvPr>
          <p:cNvSpPr>
            <a:spLocks xmlns:a="http://schemas.openxmlformats.org/drawingml/2006/main" noGrp="1"/>
          </p:cNvSpPr>
          <p:nvPr/>
        </p:nvSpPr>
        <p:spPr>
          <a:xfrm xmlns:a="http://schemas.openxmlformats.org/drawingml/2006/main">
            <a:off x="9144000" y="3867150"/>
            <a:ext cx="200025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24" name="chain-3">
            <a:extLst xmlns:a="http://schemas.openxmlformats.org/drawingml/2006/main">
              <a:ext uri="{FF2B5EF4-FFF2-40B4-BE49-F238E27FC236}">
                <a16:creationId xmlns:a16="http://schemas.microsoft.com/office/drawing/2014/main" id="{BD214343-2F32-4AF6-B5B9-0BF475353585}"/>
              </a:ext>
            </a:extLst>
          </p:cNvPr>
          <p:cNvSpPr>
            <a:spLocks xmlns:a="http://schemas.openxmlformats.org/drawingml/2006/main" noGrp="1"/>
          </p:cNvSpPr>
          <p:nvPr/>
        </p:nvSpPr>
        <p:spPr>
          <a:xfrm xmlns:a="http://schemas.openxmlformats.org/drawingml/2006/main">
            <a:off x="9144000" y="3143250"/>
            <a:ext cx="2000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权限风险</a:t>
            </a:r>
          </a:p>
        </p:txBody>
      </p:sp>
      <p:sp>
        <p:nvSpPr>
          <p:cNvPr id="25" name="chain-sub-3">
            <a:extLst xmlns:a="http://schemas.openxmlformats.org/drawingml/2006/main">
              <a:ext uri="{FF2B5EF4-FFF2-40B4-BE49-F238E27FC236}">
                <a16:creationId xmlns:a16="http://schemas.microsoft.com/office/drawing/2014/main" id="{9B9D81F9-D21F-4255-8AE6-548DD16A0DDD}"/>
              </a:ext>
            </a:extLst>
          </p:cNvPr>
          <p:cNvSpPr>
            <a:spLocks xmlns:a="http://schemas.openxmlformats.org/drawingml/2006/main" noGrp="1"/>
          </p:cNvSpPr>
          <p:nvPr/>
        </p:nvSpPr>
        <p:spPr>
          <a:xfrm xmlns:a="http://schemas.openxmlformats.org/drawingml/2006/main">
            <a:off x="9144000" y="4019550"/>
            <a:ext cx="2000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越权 / 外发</a:t>
            </a:r>
          </a:p>
        </p:txBody>
      </p:sp>
    </p:spTree>
    <p:extLst>
      <p:ext uri="{BB962C8B-B14F-4D97-AF65-F5344CB8AC3E}">
        <p14:creationId xmlns:p14="http://schemas.microsoft.com/office/powerpoint/2010/main" val="144372840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评价协议固定输入、对照与独立评分</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8C630A04-5A25-9E0C-9436-126091DB86B3}" type="slidenum">
              <a:t>6</a:t>
            </a:fld>
            <a:endParaRPr/>
          </a:p>
        </p:txBody>
      </p:sp>
      <p:sp>
        <p:nvSpPr>
          <p:cNvPr id="6" name="brand-header">
            <a:extLst xmlns:a="http://schemas.openxmlformats.org/drawingml/2006/main">
              <a:ext uri="{FF2B5EF4-FFF2-40B4-BE49-F238E27FC236}">
                <a16:creationId xmlns:a16="http://schemas.microsoft.com/office/drawing/2014/main" id="{6963C915-7CDF-4DF4-85D2-4143515AF50F}"/>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740e0800f431478c"/>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F8DB8B7A-31E1-4406-80AC-EED0C0A5DFC2}"/>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评价协议固定输入、对照与独立评分</a:t>
            </a:r>
          </a:p>
        </p:txBody>
      </p:sp>
      <p:sp>
        <p:nvSpPr>
          <p:cNvPr id="9" name="source">
            <a:extLst xmlns:a="http://schemas.openxmlformats.org/drawingml/2006/main">
              <a:ext uri="{FF2B5EF4-FFF2-40B4-BE49-F238E27FC236}">
                <a16:creationId xmlns:a16="http://schemas.microsoft.com/office/drawing/2014/main" id="{351E2E49-C905-4D57-909A-93499C9DA514}"/>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来源：lesson-13/slides.md；课程工件与讲义见 speaker notes</a:t>
            </a:r>
          </a:p>
        </p:txBody>
      </p:sp>
      <p:sp>
        <p:nvSpPr>
          <p:cNvPr id="10" name="fiction">
            <a:extLst xmlns:a="http://schemas.openxmlformats.org/drawingml/2006/main">
              <a:ext uri="{FF2B5EF4-FFF2-40B4-BE49-F238E27FC236}">
                <a16:creationId xmlns:a16="http://schemas.microsoft.com/office/drawing/2014/main" id="{2191373C-8368-4B4A-AC42-6DBDF8C17285}"/>
              </a:ext>
            </a:extLst>
          </p:cNvPr>
          <p:cNvSpPr>
            <a:spLocks xmlns:a="http://schemas.openxmlformats.org/drawingml/2006/main" noGrp="1"/>
          </p:cNvSpPr>
          <p:nvPr/>
        </p:nvSpPr>
        <p:spPr>
          <a:xfrm xmlns:a="http://schemas.openxmlformats.org/drawingml/2006/main">
            <a:off x="609600" y="885825"/>
            <a:ext cx="10572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800" b="0">
                <a:solidFill>
                  <a:srgbClr val="A96510"/>
                </a:solidFill>
                <a:latin typeface="微软雅黑"/>
                <a:ea typeface="微软雅黑"/>
                <a:cs typeface="微软雅黑"/>
              </a:defRPr>
            </a:pPr>
            <a:r>
              <a:rPr sz="1800" b="0">
                <a:solidFill>
                  <a:srgbClr val="A96510"/>
                </a:solidFill>
                <a:latin typeface="微软雅黑"/>
                <a:ea typeface="微软雅黑"/>
                <a:cs typeface="微软雅黑"/>
              </a:rPr>
              <a:t>课程虚构教学案例</a:t>
            </a:r>
          </a:p>
        </p:txBody>
      </p:sp>
      <p:sp>
        <p:nvSpPr>
          <p:cNvPr id="11" name="chain-line-0">
            <a:extLst xmlns:a="http://schemas.openxmlformats.org/drawingml/2006/main">
              <a:ext uri="{FF2B5EF4-FFF2-40B4-BE49-F238E27FC236}">
                <a16:creationId xmlns:a16="http://schemas.microsoft.com/office/drawing/2014/main" id="{3FB44CDA-80C1-42C1-8A29-9A4649FA17E4}"/>
              </a:ext>
            </a:extLst>
          </p:cNvPr>
          <p:cNvSpPr>
            <a:spLocks xmlns:a="http://schemas.openxmlformats.org/drawingml/2006/main" noGrp="1"/>
          </p:cNvSpPr>
          <p:nvPr/>
        </p:nvSpPr>
        <p:spPr>
          <a:xfrm xmlns:a="http://schemas.openxmlformats.org/drawingml/2006/main">
            <a:off x="619125" y="2724150"/>
            <a:ext cx="171450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2" name="chain-0">
            <a:extLst xmlns:a="http://schemas.openxmlformats.org/drawingml/2006/main">
              <a:ext uri="{FF2B5EF4-FFF2-40B4-BE49-F238E27FC236}">
                <a16:creationId xmlns:a16="http://schemas.microsoft.com/office/drawing/2014/main" id="{5B7F882E-9376-4551-A09E-BF9CC915CF32}"/>
              </a:ext>
            </a:extLst>
          </p:cNvPr>
          <p:cNvSpPr>
            <a:spLocks xmlns:a="http://schemas.openxmlformats.org/drawingml/2006/main" noGrp="1"/>
          </p:cNvSpPr>
          <p:nvPr/>
        </p:nvSpPr>
        <p:spPr>
          <a:xfrm xmlns:a="http://schemas.openxmlformats.org/drawingml/2006/main">
            <a:off x="619125" y="2000250"/>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20 篇论文</a:t>
            </a:r>
          </a:p>
        </p:txBody>
      </p:sp>
      <p:sp>
        <p:nvSpPr>
          <p:cNvPr id="13" name="chain-arrow-0">
            <a:extLst xmlns:a="http://schemas.openxmlformats.org/drawingml/2006/main">
              <a:ext uri="{FF2B5EF4-FFF2-40B4-BE49-F238E27FC236}">
                <a16:creationId xmlns:a16="http://schemas.microsoft.com/office/drawing/2014/main" id="{EE7017E3-C206-4824-B708-9E289932D339}"/>
              </a:ext>
            </a:extLst>
          </p:cNvPr>
          <p:cNvSpPr>
            <a:spLocks xmlns:a="http://schemas.openxmlformats.org/drawingml/2006/main" noGrp="1"/>
          </p:cNvSpPr>
          <p:nvPr/>
        </p:nvSpPr>
        <p:spPr>
          <a:xfrm xmlns:a="http://schemas.openxmlformats.org/drawingml/2006/main">
            <a:off x="2333625" y="2171700"/>
            <a:ext cx="59531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4" name="chain-sub-0">
            <a:extLst xmlns:a="http://schemas.openxmlformats.org/drawingml/2006/main">
              <a:ext uri="{FF2B5EF4-FFF2-40B4-BE49-F238E27FC236}">
                <a16:creationId xmlns:a16="http://schemas.microsoft.com/office/drawing/2014/main" id="{235DE21F-A7A4-4A07-AC63-78003EB35570}"/>
              </a:ext>
            </a:extLst>
          </p:cNvPr>
          <p:cNvSpPr>
            <a:spLocks xmlns:a="http://schemas.openxmlformats.org/drawingml/2006/main" noGrp="1"/>
          </p:cNvSpPr>
          <p:nvPr/>
        </p:nvSpPr>
        <p:spPr>
          <a:xfrm xmlns:a="http://schemas.openxmlformats.org/drawingml/2006/main">
            <a:off x="619125" y="2876550"/>
            <a:ext cx="171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同一输入</a:t>
            </a:r>
          </a:p>
        </p:txBody>
      </p:sp>
      <p:sp>
        <p:nvSpPr>
          <p:cNvPr id="15" name="chain-line-1">
            <a:extLst xmlns:a="http://schemas.openxmlformats.org/drawingml/2006/main">
              <a:ext uri="{FF2B5EF4-FFF2-40B4-BE49-F238E27FC236}">
                <a16:creationId xmlns:a16="http://schemas.microsoft.com/office/drawing/2014/main" id="{990E6C7C-E19F-4508-B55E-826E4D271B22}"/>
              </a:ext>
            </a:extLst>
          </p:cNvPr>
          <p:cNvSpPr>
            <a:spLocks xmlns:a="http://schemas.openxmlformats.org/drawingml/2006/main" noGrp="1"/>
          </p:cNvSpPr>
          <p:nvPr/>
        </p:nvSpPr>
        <p:spPr>
          <a:xfrm xmlns:a="http://schemas.openxmlformats.org/drawingml/2006/main">
            <a:off x="2928938" y="2724150"/>
            <a:ext cx="171450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6" name="chain-1">
            <a:extLst xmlns:a="http://schemas.openxmlformats.org/drawingml/2006/main">
              <a:ext uri="{FF2B5EF4-FFF2-40B4-BE49-F238E27FC236}">
                <a16:creationId xmlns:a16="http://schemas.microsoft.com/office/drawing/2014/main" id="{72953135-8F4B-42B6-B431-77A3D77BE195}"/>
              </a:ext>
            </a:extLst>
          </p:cNvPr>
          <p:cNvSpPr>
            <a:spLocks xmlns:a="http://schemas.openxmlformats.org/drawingml/2006/main" noGrp="1"/>
          </p:cNvSpPr>
          <p:nvPr/>
        </p:nvSpPr>
        <p:spPr>
          <a:xfrm xmlns:a="http://schemas.openxmlformats.org/drawingml/2006/main">
            <a:off x="2928938" y="2000250"/>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阅读卡 / 自由摘要</a:t>
            </a:r>
          </a:p>
        </p:txBody>
      </p:sp>
      <p:sp>
        <p:nvSpPr>
          <p:cNvPr id="17" name="chain-arrow-1">
            <a:extLst xmlns:a="http://schemas.openxmlformats.org/drawingml/2006/main">
              <a:ext uri="{FF2B5EF4-FFF2-40B4-BE49-F238E27FC236}">
                <a16:creationId xmlns:a16="http://schemas.microsoft.com/office/drawing/2014/main" id="{723A20C4-736D-43E1-BAB2-FEF1FB36F8DE}"/>
              </a:ext>
            </a:extLst>
          </p:cNvPr>
          <p:cNvSpPr>
            <a:spLocks xmlns:a="http://schemas.openxmlformats.org/drawingml/2006/main" noGrp="1"/>
          </p:cNvSpPr>
          <p:nvPr/>
        </p:nvSpPr>
        <p:spPr>
          <a:xfrm xmlns:a="http://schemas.openxmlformats.org/drawingml/2006/main">
            <a:off x="4643438" y="2171700"/>
            <a:ext cx="59531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8" name="chain-sub-1">
            <a:extLst xmlns:a="http://schemas.openxmlformats.org/drawingml/2006/main">
              <a:ext uri="{FF2B5EF4-FFF2-40B4-BE49-F238E27FC236}">
                <a16:creationId xmlns:a16="http://schemas.microsoft.com/office/drawing/2014/main" id="{8D2453A4-B8D0-42DF-9DC9-150EAC66C513}"/>
              </a:ext>
            </a:extLst>
          </p:cNvPr>
          <p:cNvSpPr>
            <a:spLocks xmlns:a="http://schemas.openxmlformats.org/drawingml/2006/main" noGrp="1"/>
          </p:cNvSpPr>
          <p:nvPr/>
        </p:nvSpPr>
        <p:spPr>
          <a:xfrm xmlns:a="http://schemas.openxmlformats.org/drawingml/2006/main">
            <a:off x="2928938" y="2876550"/>
            <a:ext cx="171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同模型 / 解码 / 长度</a:t>
            </a:r>
          </a:p>
        </p:txBody>
      </p:sp>
      <p:sp>
        <p:nvSpPr>
          <p:cNvPr id="19" name="chain-line-2">
            <a:extLst xmlns:a="http://schemas.openxmlformats.org/drawingml/2006/main">
              <a:ext uri="{FF2B5EF4-FFF2-40B4-BE49-F238E27FC236}">
                <a16:creationId xmlns:a16="http://schemas.microsoft.com/office/drawing/2014/main" id="{EFE9CE8D-91FC-47DB-992D-5B64C658097E}"/>
              </a:ext>
            </a:extLst>
          </p:cNvPr>
          <p:cNvSpPr>
            <a:spLocks xmlns:a="http://schemas.openxmlformats.org/drawingml/2006/main" noGrp="1"/>
          </p:cNvSpPr>
          <p:nvPr/>
        </p:nvSpPr>
        <p:spPr>
          <a:xfrm xmlns:a="http://schemas.openxmlformats.org/drawingml/2006/main">
            <a:off x="5238750" y="2724150"/>
            <a:ext cx="171450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20" name="chain-2">
            <a:extLst xmlns:a="http://schemas.openxmlformats.org/drawingml/2006/main">
              <a:ext uri="{FF2B5EF4-FFF2-40B4-BE49-F238E27FC236}">
                <a16:creationId xmlns:a16="http://schemas.microsoft.com/office/drawing/2014/main" id="{F8BF499F-657B-4EE7-A2B2-7D4F88F1281F}"/>
              </a:ext>
            </a:extLst>
          </p:cNvPr>
          <p:cNvSpPr>
            <a:spLocks xmlns:a="http://schemas.openxmlformats.org/drawingml/2006/main" noGrp="1"/>
          </p:cNvSpPr>
          <p:nvPr/>
        </p:nvSpPr>
        <p:spPr>
          <a:xfrm xmlns:a="http://schemas.openxmlformats.org/drawingml/2006/main">
            <a:off x="5238750" y="2000250"/>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各运行 3 次</a:t>
            </a:r>
          </a:p>
        </p:txBody>
      </p:sp>
      <p:sp>
        <p:nvSpPr>
          <p:cNvPr id="21" name="chain-arrow-2">
            <a:extLst xmlns:a="http://schemas.openxmlformats.org/drawingml/2006/main">
              <a:ext uri="{FF2B5EF4-FFF2-40B4-BE49-F238E27FC236}">
                <a16:creationId xmlns:a16="http://schemas.microsoft.com/office/drawing/2014/main" id="{8FCFFBB6-61EC-4FE5-904A-B3CAB69CA3AE}"/>
              </a:ext>
            </a:extLst>
          </p:cNvPr>
          <p:cNvSpPr>
            <a:spLocks xmlns:a="http://schemas.openxmlformats.org/drawingml/2006/main" noGrp="1"/>
          </p:cNvSpPr>
          <p:nvPr/>
        </p:nvSpPr>
        <p:spPr>
          <a:xfrm xmlns:a="http://schemas.openxmlformats.org/drawingml/2006/main">
            <a:off x="6953250" y="2171700"/>
            <a:ext cx="59531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22" name="chain-sub-2">
            <a:extLst xmlns:a="http://schemas.openxmlformats.org/drawingml/2006/main">
              <a:ext uri="{FF2B5EF4-FFF2-40B4-BE49-F238E27FC236}">
                <a16:creationId xmlns:a16="http://schemas.microsoft.com/office/drawing/2014/main" id="{3C20331F-1DE1-4AF7-AA08-5A28142EE6C7}"/>
              </a:ext>
            </a:extLst>
          </p:cNvPr>
          <p:cNvSpPr>
            <a:spLocks xmlns:a="http://schemas.openxmlformats.org/drawingml/2006/main" noGrp="1"/>
          </p:cNvSpPr>
          <p:nvPr/>
        </p:nvSpPr>
        <p:spPr>
          <a:xfrm xmlns:a="http://schemas.openxmlformats.org/drawingml/2006/main">
            <a:off x="5238750" y="2876550"/>
            <a:ext cx="171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绑定配置与 run ID</a:t>
            </a:r>
          </a:p>
        </p:txBody>
      </p:sp>
      <p:sp>
        <p:nvSpPr>
          <p:cNvPr id="23" name="chain-line-3">
            <a:extLst xmlns:a="http://schemas.openxmlformats.org/drawingml/2006/main">
              <a:ext uri="{FF2B5EF4-FFF2-40B4-BE49-F238E27FC236}">
                <a16:creationId xmlns:a16="http://schemas.microsoft.com/office/drawing/2014/main" id="{85D536E4-D6E0-47E9-A0C8-73C41FF03F92}"/>
              </a:ext>
            </a:extLst>
          </p:cNvPr>
          <p:cNvSpPr>
            <a:spLocks xmlns:a="http://schemas.openxmlformats.org/drawingml/2006/main" noGrp="1"/>
          </p:cNvSpPr>
          <p:nvPr/>
        </p:nvSpPr>
        <p:spPr>
          <a:xfrm xmlns:a="http://schemas.openxmlformats.org/drawingml/2006/main">
            <a:off x="7548563" y="2724150"/>
            <a:ext cx="171450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24" name="chain-3">
            <a:extLst xmlns:a="http://schemas.openxmlformats.org/drawingml/2006/main">
              <a:ext uri="{FF2B5EF4-FFF2-40B4-BE49-F238E27FC236}">
                <a16:creationId xmlns:a16="http://schemas.microsoft.com/office/drawing/2014/main" id="{64277E5F-7261-424F-A2E2-6AEF4C1259EA}"/>
              </a:ext>
            </a:extLst>
          </p:cNvPr>
          <p:cNvSpPr>
            <a:spLocks xmlns:a="http://schemas.openxmlformats.org/drawingml/2006/main" noGrp="1"/>
          </p:cNvSpPr>
          <p:nvPr/>
        </p:nvSpPr>
        <p:spPr>
          <a:xfrm xmlns:a="http://schemas.openxmlformats.org/drawingml/2006/main">
            <a:off x="7548563" y="2000250"/>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120 份输出</a:t>
            </a:r>
          </a:p>
        </p:txBody>
      </p:sp>
      <p:sp>
        <p:nvSpPr>
          <p:cNvPr id="25" name="chain-arrow-3">
            <a:extLst xmlns:a="http://schemas.openxmlformats.org/drawingml/2006/main">
              <a:ext uri="{FF2B5EF4-FFF2-40B4-BE49-F238E27FC236}">
                <a16:creationId xmlns:a16="http://schemas.microsoft.com/office/drawing/2014/main" id="{AD9C93D4-BB31-44F5-B1D4-2633C164BE30}"/>
              </a:ext>
            </a:extLst>
          </p:cNvPr>
          <p:cNvSpPr>
            <a:spLocks xmlns:a="http://schemas.openxmlformats.org/drawingml/2006/main" noGrp="1"/>
          </p:cNvSpPr>
          <p:nvPr/>
        </p:nvSpPr>
        <p:spPr>
          <a:xfrm xmlns:a="http://schemas.openxmlformats.org/drawingml/2006/main">
            <a:off x="9263063" y="2171700"/>
            <a:ext cx="59531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26" name="chain-sub-3">
            <a:extLst xmlns:a="http://schemas.openxmlformats.org/drawingml/2006/main">
              <a:ext uri="{FF2B5EF4-FFF2-40B4-BE49-F238E27FC236}">
                <a16:creationId xmlns:a16="http://schemas.microsoft.com/office/drawing/2014/main" id="{EC9706CF-57BF-4BEB-930E-D79D75A4610F}"/>
              </a:ext>
            </a:extLst>
          </p:cNvPr>
          <p:cNvSpPr>
            <a:spLocks xmlns:a="http://schemas.openxmlformats.org/drawingml/2006/main" noGrp="1"/>
          </p:cNvSpPr>
          <p:nvPr/>
        </p:nvSpPr>
        <p:spPr>
          <a:xfrm xmlns:a="http://schemas.openxmlformats.org/drawingml/2006/main">
            <a:off x="7548563" y="2876550"/>
            <a:ext cx="171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失败仍计数</a:t>
            </a:r>
          </a:p>
        </p:txBody>
      </p:sp>
      <p:sp>
        <p:nvSpPr>
          <p:cNvPr id="27" name="chain-line-4">
            <a:extLst xmlns:a="http://schemas.openxmlformats.org/drawingml/2006/main">
              <a:ext uri="{FF2B5EF4-FFF2-40B4-BE49-F238E27FC236}">
                <a16:creationId xmlns:a16="http://schemas.microsoft.com/office/drawing/2014/main" id="{8B124448-1EDA-40F4-8CBE-16A0E6A14A21}"/>
              </a:ext>
            </a:extLst>
          </p:cNvPr>
          <p:cNvSpPr>
            <a:spLocks xmlns:a="http://schemas.openxmlformats.org/drawingml/2006/main" noGrp="1"/>
          </p:cNvSpPr>
          <p:nvPr/>
        </p:nvSpPr>
        <p:spPr>
          <a:xfrm xmlns:a="http://schemas.openxmlformats.org/drawingml/2006/main">
            <a:off x="9858375" y="2724150"/>
            <a:ext cx="1714500" cy="14288"/>
          </a:xfrm>
          <a:prstGeom xmlns:a="http://schemas.openxmlformats.org/drawingml/2006/main" prst="rect">
            <a:avLst/>
          </a:prstGeom>
          <a:solidFill xmlns:a="http://schemas.openxmlformats.org/drawingml/2006/main">
            <a:srgbClr val="2E7D5B"/>
          </a:solidFill>
          <a:ln xmlns:a="http://schemas.openxmlformats.org/drawingml/2006/main" w="0">
            <a:noFill/>
          </a:ln>
        </p:spPr>
      </p:sp>
      <p:sp>
        <p:nvSpPr>
          <p:cNvPr id="28" name="chain-4">
            <a:extLst xmlns:a="http://schemas.openxmlformats.org/drawingml/2006/main">
              <a:ext uri="{FF2B5EF4-FFF2-40B4-BE49-F238E27FC236}">
                <a16:creationId xmlns:a16="http://schemas.microsoft.com/office/drawing/2014/main" id="{3B81B55A-9F07-4735-AFD6-94C67266BED4}"/>
              </a:ext>
            </a:extLst>
          </p:cNvPr>
          <p:cNvSpPr>
            <a:spLocks xmlns:a="http://schemas.openxmlformats.org/drawingml/2006/main" noGrp="1"/>
          </p:cNvSpPr>
          <p:nvPr/>
        </p:nvSpPr>
        <p:spPr>
          <a:xfrm xmlns:a="http://schemas.openxmlformats.org/drawingml/2006/main">
            <a:off x="9858375" y="2000250"/>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2E7D5B"/>
                </a:solidFill>
                <a:latin typeface="微软雅黑"/>
                <a:ea typeface="微软雅黑"/>
                <a:cs typeface="微软雅黑"/>
              </a:defRPr>
            </a:pPr>
            <a:r>
              <a:rPr sz="2200" b="0">
                <a:solidFill>
                  <a:srgbClr val="2E7D5B"/>
                </a:solidFill>
                <a:latin typeface="微软雅黑"/>
                <a:ea typeface="微软雅黑"/>
                <a:cs typeface="微软雅黑"/>
              </a:rPr>
              <a:t>人工基准评分</a:t>
            </a:r>
          </a:p>
        </p:txBody>
      </p:sp>
      <p:sp>
        <p:nvSpPr>
          <p:cNvPr id="29" name="chain-sub-4">
            <a:extLst xmlns:a="http://schemas.openxmlformats.org/drawingml/2006/main">
              <a:ext uri="{FF2B5EF4-FFF2-40B4-BE49-F238E27FC236}">
                <a16:creationId xmlns:a16="http://schemas.microsoft.com/office/drawing/2014/main" id="{BEFF1283-4AC1-433C-9032-C4B8FD2CEDE3}"/>
              </a:ext>
            </a:extLst>
          </p:cNvPr>
          <p:cNvSpPr>
            <a:spLocks xmlns:a="http://schemas.openxmlformats.org/drawingml/2006/main" noGrp="1"/>
          </p:cNvSpPr>
          <p:nvPr/>
        </p:nvSpPr>
        <p:spPr>
          <a:xfrm xmlns:a="http://schemas.openxmlformats.org/drawingml/2006/main">
            <a:off x="9858375" y="2876550"/>
            <a:ext cx="171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C8161E"/>
                </a:solidFill>
                <a:latin typeface="微软雅黑"/>
                <a:ea typeface="微软雅黑"/>
                <a:cs typeface="微软雅黑"/>
              </a:defRPr>
            </a:pPr>
            <a:r>
              <a:rPr sz="2000" b="0">
                <a:solidFill>
                  <a:srgbClr val="C8161E"/>
                </a:solidFill>
                <a:latin typeface="微软雅黑"/>
                <a:ea typeface="微软雅黑"/>
                <a:cs typeface="微软雅黑"/>
              </a:rPr>
              <a:t>生成器不可读</a:t>
            </a:r>
          </a:p>
        </p:txBody>
      </p:sp>
    </p:spTree>
    <p:extLst>
      <p:ext uri="{BB962C8B-B14F-4D97-AF65-F5344CB8AC3E}">
        <p14:creationId xmlns:p14="http://schemas.microsoft.com/office/powerpoint/2010/main" val="144372840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评价报告必须写出判断变化</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D3D7D1C8-AE23-AA48-DF65-C742588DBE47}" type="slidenum">
              <a:t>7</a:t>
            </a:fld>
            <a:endParaRPr/>
          </a:p>
        </p:txBody>
      </p:sp>
      <p:sp>
        <p:nvSpPr>
          <p:cNvPr id="6" name="brand-header">
            <a:extLst xmlns:a="http://schemas.openxmlformats.org/drawingml/2006/main">
              <a:ext uri="{FF2B5EF4-FFF2-40B4-BE49-F238E27FC236}">
                <a16:creationId xmlns:a16="http://schemas.microsoft.com/office/drawing/2014/main" id="{8D905B5B-51DB-4BFE-89E0-7EBDFD6E4E12}"/>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6ab0f89beef24f20"/>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2F352534-8A31-46F9-938E-74253A61E96D}"/>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评价报告必须写出判断变化</a:t>
            </a:r>
          </a:p>
        </p:txBody>
      </p:sp>
      <p:sp>
        <p:nvSpPr>
          <p:cNvPr id="9" name="source">
            <a:extLst xmlns:a="http://schemas.openxmlformats.org/drawingml/2006/main">
              <a:ext uri="{FF2B5EF4-FFF2-40B4-BE49-F238E27FC236}">
                <a16:creationId xmlns:a16="http://schemas.microsoft.com/office/drawing/2014/main" id="{E80CA47A-756B-4550-B193-215B05269349}"/>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来源：lesson-13/slides.md；课程工件与讲义见 speaker notes</a:t>
            </a:r>
          </a:p>
        </p:txBody>
      </p:sp>
      <p:sp>
        <p:nvSpPr>
          <p:cNvPr id="10" name="doc-10-bg">
            <a:extLst xmlns:a="http://schemas.openxmlformats.org/drawingml/2006/main">
              <a:ext uri="{FF2B5EF4-FFF2-40B4-BE49-F238E27FC236}">
                <a16:creationId xmlns:a16="http://schemas.microsoft.com/office/drawing/2014/main" id="{DF859EDA-C354-43A6-B0C7-8FE74818ECD5}"/>
              </a:ext>
            </a:extLst>
          </p:cNvPr>
          <p:cNvSpPr>
            <a:spLocks xmlns:a="http://schemas.openxmlformats.org/drawingml/2006/main" noGrp="1"/>
          </p:cNvSpPr>
          <p:nvPr/>
        </p:nvSpPr>
        <p:spPr>
          <a:xfrm xmlns:a="http://schemas.openxmlformats.org/drawingml/2006/main">
            <a:off x="609600" y="1381125"/>
            <a:ext cx="6858000" cy="4095750"/>
          </a:xfrm>
          <a:prstGeom xmlns:a="http://schemas.openxmlformats.org/drawingml/2006/main" prst="rect">
            <a:avLst/>
          </a:prstGeom>
          <a:solidFill xmlns:a="http://schemas.openxmlformats.org/drawingml/2006/main">
            <a:srgbClr val="F4F6F8"/>
          </a:solidFill>
          <a:ln xmlns:a="http://schemas.openxmlformats.org/drawingml/2006/main" w="0">
            <a:noFill/>
          </a:ln>
        </p:spPr>
      </p:sp>
      <p:sp>
        <p:nvSpPr>
          <p:cNvPr id="11" name="doc-10-title-bg">
            <a:extLst xmlns:a="http://schemas.openxmlformats.org/drawingml/2006/main">
              <a:ext uri="{FF2B5EF4-FFF2-40B4-BE49-F238E27FC236}">
                <a16:creationId xmlns:a16="http://schemas.microsoft.com/office/drawing/2014/main" id="{62A481DC-4200-46EA-92CC-9EF46CE5C7CB}"/>
              </a:ext>
            </a:extLst>
          </p:cNvPr>
          <p:cNvSpPr>
            <a:spLocks xmlns:a="http://schemas.openxmlformats.org/drawingml/2006/main" noGrp="1"/>
          </p:cNvSpPr>
          <p:nvPr/>
        </p:nvSpPr>
        <p:spPr>
          <a:xfrm xmlns:a="http://schemas.openxmlformats.org/drawingml/2006/main">
            <a:off x="609600" y="1381125"/>
            <a:ext cx="3429000" cy="323850"/>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2" name="doc-10-title">
            <a:extLst xmlns:a="http://schemas.openxmlformats.org/drawingml/2006/main">
              <a:ext uri="{FF2B5EF4-FFF2-40B4-BE49-F238E27FC236}">
                <a16:creationId xmlns:a16="http://schemas.microsoft.com/office/drawing/2014/main" id="{B5363F98-50E6-4602-86F5-B445AFF336F7}"/>
              </a:ext>
            </a:extLst>
          </p:cNvPr>
          <p:cNvSpPr>
            <a:spLocks xmlns:a="http://schemas.openxmlformats.org/drawingml/2006/main" noGrp="1"/>
          </p:cNvSpPr>
          <p:nvPr/>
        </p:nvSpPr>
        <p:spPr>
          <a:xfrm xmlns:a="http://schemas.openxmlformats.org/drawingml/2006/main">
            <a:off x="685800" y="1400175"/>
            <a:ext cx="327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1">
                <a:solidFill>
                  <a:srgbClr val="FFFFFF"/>
                </a:solidFill>
                <a:latin typeface="微软雅黑"/>
                <a:ea typeface="微软雅黑"/>
                <a:cs typeface="微软雅黑"/>
              </a:defRPr>
            </a:pPr>
            <a:r>
              <a:rPr sz="1800" b="1">
                <a:solidFill>
                  <a:srgbClr val="FFFFFF"/>
                </a:solidFill>
                <a:latin typeface="微软雅黑"/>
                <a:ea typeface="微软雅黑"/>
                <a:cs typeface="微软雅黑"/>
              </a:rPr>
              <a:t>evaluation-report.md</a:t>
            </a:r>
          </a:p>
        </p:txBody>
      </p:sp>
      <p:sp>
        <p:nvSpPr>
          <p:cNvPr id="13" name="doc-10-line-0">
            <a:extLst xmlns:a="http://schemas.openxmlformats.org/drawingml/2006/main">
              <a:ext uri="{FF2B5EF4-FFF2-40B4-BE49-F238E27FC236}">
                <a16:creationId xmlns:a16="http://schemas.microsoft.com/office/drawing/2014/main" id="{9B500E59-BA17-4BB3-B2A2-F6E0A7DF4A46}"/>
              </a:ext>
            </a:extLst>
          </p:cNvPr>
          <p:cNvSpPr>
            <a:spLocks xmlns:a="http://schemas.openxmlformats.org/drawingml/2006/main" noGrp="1"/>
          </p:cNvSpPr>
          <p:nvPr/>
        </p:nvSpPr>
        <p:spPr>
          <a:xfrm xmlns:a="http://schemas.openxmlformats.org/drawingml/2006/main">
            <a:off x="838200" y="1876425"/>
            <a:ext cx="6400800" cy="55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评价问题｜工作流是否降低遗漏率？</a:t>
            </a:r>
          </a:p>
        </p:txBody>
      </p:sp>
      <p:sp>
        <p:nvSpPr>
          <p:cNvPr id="14" name="doc-10-line-1">
            <a:extLst xmlns:a="http://schemas.openxmlformats.org/drawingml/2006/main">
              <a:ext uri="{FF2B5EF4-FFF2-40B4-BE49-F238E27FC236}">
                <a16:creationId xmlns:a16="http://schemas.microsoft.com/office/drawing/2014/main" id="{98B03A5D-6F35-48A6-9666-0EA87851C17F}"/>
              </a:ext>
            </a:extLst>
          </p:cNvPr>
          <p:cNvSpPr>
            <a:spLocks xmlns:a="http://schemas.openxmlformats.org/drawingml/2006/main" noGrp="1"/>
          </p:cNvSpPr>
          <p:nvPr/>
        </p:nvSpPr>
        <p:spPr>
          <a:xfrm xmlns:a="http://schemas.openxmlformats.org/drawingml/2006/main">
            <a:off x="838200" y="2444750"/>
            <a:ext cx="6400800" cy="55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baseline / 对照｜自由摘要条件</a:t>
            </a:r>
          </a:p>
        </p:txBody>
      </p:sp>
      <p:sp>
        <p:nvSpPr>
          <p:cNvPr id="15" name="doc-10-line-2">
            <a:extLst xmlns:a="http://schemas.openxmlformats.org/drawingml/2006/main">
              <a:ext uri="{FF2B5EF4-FFF2-40B4-BE49-F238E27FC236}">
                <a16:creationId xmlns:a16="http://schemas.microsoft.com/office/drawing/2014/main" id="{37196E79-8368-42D5-8751-C40A9C8D0671}"/>
              </a:ext>
            </a:extLst>
          </p:cNvPr>
          <p:cNvSpPr>
            <a:spLocks xmlns:a="http://schemas.openxmlformats.org/drawingml/2006/main" noGrp="1"/>
          </p:cNvSpPr>
          <p:nvPr/>
        </p:nvSpPr>
        <p:spPr>
          <a:xfrm xmlns:a="http://schemas.openxmlformats.org/drawingml/2006/main">
            <a:off x="838200" y="3013075"/>
            <a:ext cx="6400800" cy="55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结果｜0.18 与 0.31（课程虚构数据）</a:t>
            </a:r>
          </a:p>
        </p:txBody>
      </p:sp>
      <p:sp>
        <p:nvSpPr>
          <p:cNvPr id="16" name="doc-10-line-3">
            <a:extLst xmlns:a="http://schemas.openxmlformats.org/drawingml/2006/main">
              <a:ext uri="{FF2B5EF4-FFF2-40B4-BE49-F238E27FC236}">
                <a16:creationId xmlns:a16="http://schemas.microsoft.com/office/drawing/2014/main" id="{F3A536B8-6DC9-44EE-8A97-63E565A8E459}"/>
              </a:ext>
            </a:extLst>
          </p:cNvPr>
          <p:cNvSpPr>
            <a:spLocks xmlns:a="http://schemas.openxmlformats.org/drawingml/2006/main" noGrp="1"/>
          </p:cNvSpPr>
          <p:nvPr/>
        </p:nvSpPr>
        <p:spPr>
          <a:xfrm xmlns:a="http://schemas.openxmlformats.org/drawingml/2006/main">
            <a:off x="838200" y="3581400"/>
            <a:ext cx="6400800" cy="55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实际影响｜方向支持 H1</a:t>
            </a:r>
          </a:p>
        </p:txBody>
      </p:sp>
      <p:sp>
        <p:nvSpPr>
          <p:cNvPr id="17" name="doc-10-line-4">
            <a:extLst xmlns:a="http://schemas.openxmlformats.org/drawingml/2006/main">
              <a:ext uri="{FF2B5EF4-FFF2-40B4-BE49-F238E27FC236}">
                <a16:creationId xmlns:a16="http://schemas.microsoft.com/office/drawing/2014/main" id="{89DDD71F-C4AD-4028-AB77-3A7AEC41CBD0}"/>
              </a:ext>
            </a:extLst>
          </p:cNvPr>
          <p:cNvSpPr>
            <a:spLocks xmlns:a="http://schemas.openxmlformats.org/drawingml/2006/main" noGrp="1"/>
          </p:cNvSpPr>
          <p:nvPr/>
        </p:nvSpPr>
        <p:spPr>
          <a:xfrm xmlns:a="http://schemas.openxmlformats.org/drawingml/2006/main">
            <a:off x="838200" y="4149725"/>
            <a:ext cx="6400800" cy="55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判断变化｜机制从“待检验”改为“仍不能判断”</a:t>
            </a:r>
          </a:p>
        </p:txBody>
      </p:sp>
      <p:sp>
        <p:nvSpPr>
          <p:cNvPr id="18" name="doc-10-line-5">
            <a:extLst xmlns:a="http://schemas.openxmlformats.org/drawingml/2006/main">
              <a:ext uri="{FF2B5EF4-FFF2-40B4-BE49-F238E27FC236}">
                <a16:creationId xmlns:a16="http://schemas.microsoft.com/office/drawing/2014/main" id="{B97B4F12-DE6F-4403-A979-22F790BAD019}"/>
              </a:ext>
            </a:extLst>
          </p:cNvPr>
          <p:cNvSpPr>
            <a:spLocks xmlns:a="http://schemas.openxmlformats.org/drawingml/2006/main" noGrp="1"/>
          </p:cNvSpPr>
          <p:nvPr/>
        </p:nvSpPr>
        <p:spPr>
          <a:xfrm xmlns:a="http://schemas.openxmlformats.org/drawingml/2006/main">
            <a:off x="838200" y="4718050"/>
            <a:ext cx="6400800" cy="55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组件决定｜保留字段约束，补测 A1/A2/A3</a:t>
            </a:r>
          </a:p>
        </p:txBody>
      </p:sp>
    </p:spTree>
    <p:extLst>
      <p:ext uri="{BB962C8B-B14F-4D97-AF65-F5344CB8AC3E}">
        <p14:creationId xmlns:p14="http://schemas.microsoft.com/office/powerpoint/2010/main" val="144372840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结果进入三态判断，机制仍待区分</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BA58DA2A-B818-18A9-29C1-B697728D5BCE}" type="slidenum">
              <a:t>8</a:t>
            </a:fld>
            <a:endParaRPr/>
          </a:p>
        </p:txBody>
      </p:sp>
      <p:sp>
        <p:nvSpPr>
          <p:cNvPr id="6" name="brand-header">
            <a:extLst xmlns:a="http://schemas.openxmlformats.org/drawingml/2006/main">
              <a:ext uri="{FF2B5EF4-FFF2-40B4-BE49-F238E27FC236}">
                <a16:creationId xmlns:a16="http://schemas.microsoft.com/office/drawing/2014/main" id="{D655CCB0-3DD3-400F-977F-0970E2603471}"/>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bc3816cb4ea74918"/>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61F343AA-CD92-4481-953A-6E3D4D8A1134}"/>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结果进入三态判断，机制仍待区分</a:t>
            </a:r>
          </a:p>
        </p:txBody>
      </p:sp>
      <p:sp>
        <p:nvSpPr>
          <p:cNvPr id="9" name="source">
            <a:extLst xmlns:a="http://schemas.openxmlformats.org/drawingml/2006/main">
              <a:ext uri="{FF2B5EF4-FFF2-40B4-BE49-F238E27FC236}">
                <a16:creationId xmlns:a16="http://schemas.microsoft.com/office/drawing/2014/main" id="{39887948-5E9F-419C-BDA6-9C18557A96C4}"/>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来源：lesson-13/slides.md；课程工件与讲义见 speaker notes</a:t>
            </a:r>
          </a:p>
        </p:txBody>
      </p:sp>
      <p:sp>
        <p:nvSpPr>
          <p:cNvPr id="10" name="fiction">
            <a:extLst xmlns:a="http://schemas.openxmlformats.org/drawingml/2006/main">
              <a:ext uri="{FF2B5EF4-FFF2-40B4-BE49-F238E27FC236}">
                <a16:creationId xmlns:a16="http://schemas.microsoft.com/office/drawing/2014/main" id="{C99B7F70-8C67-4314-A66C-E0F2EE2025AE}"/>
              </a:ext>
            </a:extLst>
          </p:cNvPr>
          <p:cNvSpPr>
            <a:spLocks xmlns:a="http://schemas.openxmlformats.org/drawingml/2006/main" noGrp="1"/>
          </p:cNvSpPr>
          <p:nvPr/>
        </p:nvSpPr>
        <p:spPr>
          <a:xfrm xmlns:a="http://schemas.openxmlformats.org/drawingml/2006/main">
            <a:off x="609600" y="885825"/>
            <a:ext cx="10572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800" b="0">
                <a:solidFill>
                  <a:srgbClr val="A96510"/>
                </a:solidFill>
                <a:latin typeface="微软雅黑"/>
                <a:ea typeface="微软雅黑"/>
                <a:cs typeface="微软雅黑"/>
              </a:defRPr>
            </a:pPr>
            <a:r>
              <a:rPr sz="1800" b="0">
                <a:solidFill>
                  <a:srgbClr val="A96510"/>
                </a:solidFill>
                <a:latin typeface="微软雅黑"/>
                <a:ea typeface="微软雅黑"/>
                <a:cs typeface="微软雅黑"/>
              </a:rPr>
              <a:t>课程虚构教学案例</a:t>
            </a:r>
          </a:p>
        </p:txBody>
      </p:sp>
      <p:sp>
        <p:nvSpPr>
          <p:cNvPr id="11" name="obs">
            <a:extLst xmlns:a="http://schemas.openxmlformats.org/drawingml/2006/main">
              <a:ext uri="{FF2B5EF4-FFF2-40B4-BE49-F238E27FC236}">
                <a16:creationId xmlns:a16="http://schemas.microsoft.com/office/drawing/2014/main" id="{9CFCC9E9-3DEE-433D-AFE0-BDF2FE2546CD}"/>
              </a:ext>
            </a:extLst>
          </p:cNvPr>
          <p:cNvSpPr>
            <a:spLocks xmlns:a="http://schemas.openxmlformats.org/drawingml/2006/main" noGrp="1"/>
          </p:cNvSpPr>
          <p:nvPr/>
        </p:nvSpPr>
        <p:spPr>
          <a:xfrm xmlns:a="http://schemas.openxmlformats.org/drawingml/2006/main">
            <a:off x="857250" y="2381250"/>
            <a:ext cx="2381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3000" b="1">
                <a:solidFill>
                  <a:srgbClr val="1F4D78"/>
                </a:solidFill>
                <a:latin typeface="微软雅黑"/>
                <a:ea typeface="微软雅黑"/>
                <a:cs typeface="微软雅黑"/>
              </a:defRPr>
            </a:pPr>
            <a:r>
              <a:rPr sz="3000" b="1">
                <a:solidFill>
                  <a:srgbClr val="1F4D78"/>
                </a:solidFill>
                <a:latin typeface="微软雅黑"/>
                <a:ea typeface="微软雅黑"/>
                <a:cs typeface="微软雅黑"/>
              </a:rPr>
              <a:t>观察</a:t>
            </a:r>
          </a:p>
          <a:p xmlns:a="http://schemas.openxmlformats.org/drawingml/2006/main">
            <a:pPr algn="ctr">
              <a:lnSpc>
                <a:spcPct val="118000"/>
              </a:lnSpc>
              <a:buNone/>
              <a:defRPr sz="3000" b="1">
                <a:solidFill>
                  <a:srgbClr val="1F4D78"/>
                </a:solidFill>
                <a:latin typeface="微软雅黑"/>
                <a:ea typeface="微软雅黑"/>
                <a:cs typeface="微软雅黑"/>
              </a:defRPr>
            </a:pPr>
            <a:r>
              <a:rPr sz="3000" b="1">
                <a:solidFill>
                  <a:srgbClr val="1F4D78"/>
                </a:solidFill>
                <a:latin typeface="微软雅黑"/>
                <a:ea typeface="微软雅黑"/>
                <a:cs typeface="微软雅黑"/>
              </a:rPr>
              <a:t>0.18 &lt; 0.31</a:t>
            </a:r>
          </a:p>
        </p:txBody>
      </p:sp>
      <p:sp>
        <p:nvSpPr>
          <p:cNvPr id="12" name="oa">
            <a:extLst xmlns:a="http://schemas.openxmlformats.org/drawingml/2006/main">
              <a:ext uri="{FF2B5EF4-FFF2-40B4-BE49-F238E27FC236}">
                <a16:creationId xmlns:a16="http://schemas.microsoft.com/office/drawing/2014/main" id="{46727825-15F4-4D10-81A3-2D6912FABAA2}"/>
              </a:ext>
            </a:extLst>
          </p:cNvPr>
          <p:cNvSpPr>
            <a:spLocks xmlns:a="http://schemas.openxmlformats.org/drawingml/2006/main" noGrp="1"/>
          </p:cNvSpPr>
          <p:nvPr/>
        </p:nvSpPr>
        <p:spPr>
          <a:xfrm xmlns:a="http://schemas.openxmlformats.org/drawingml/2006/main">
            <a:off x="3333750" y="2667000"/>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66727D"/>
                </a:solidFill>
                <a:latin typeface="微软雅黑"/>
                <a:ea typeface="微软雅黑"/>
                <a:cs typeface="微软雅黑"/>
              </a:defRPr>
            </a:pPr>
            <a:r>
              <a:rPr sz="2400" b="0">
                <a:solidFill>
                  <a:srgbClr val="66727D"/>
                </a:solidFill>
                <a:latin typeface="微软雅黑"/>
                <a:ea typeface="微软雅黑"/>
                <a:cs typeface="微软雅黑"/>
              </a:rPr>
              <a:t>→</a:t>
            </a:r>
          </a:p>
        </p:txBody>
      </p:sp>
      <p:sp>
        <p:nvSpPr>
          <p:cNvPr id="13" name="h1">
            <a:extLst xmlns:a="http://schemas.openxmlformats.org/drawingml/2006/main">
              <a:ext uri="{FF2B5EF4-FFF2-40B4-BE49-F238E27FC236}">
                <a16:creationId xmlns:a16="http://schemas.microsoft.com/office/drawing/2014/main" id="{FD10CCA2-6295-4544-A426-B4FE7AC85CD3}"/>
              </a:ext>
            </a:extLst>
          </p:cNvPr>
          <p:cNvSpPr>
            <a:spLocks xmlns:a="http://schemas.openxmlformats.org/drawingml/2006/main" noGrp="1"/>
          </p:cNvSpPr>
          <p:nvPr/>
        </p:nvSpPr>
        <p:spPr>
          <a:xfrm xmlns:a="http://schemas.openxmlformats.org/drawingml/2006/main">
            <a:off x="4095750" y="1952625"/>
            <a:ext cx="219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600" b="1">
                <a:solidFill>
                  <a:srgbClr val="2E7D5B"/>
                </a:solidFill>
                <a:latin typeface="微软雅黑"/>
                <a:ea typeface="微软雅黑"/>
                <a:cs typeface="微软雅黑"/>
              </a:defRPr>
            </a:pPr>
            <a:r>
              <a:rPr sz="2600" b="1">
                <a:solidFill>
                  <a:srgbClr val="2E7D5B"/>
                </a:solidFill>
                <a:latin typeface="微软雅黑"/>
                <a:ea typeface="微软雅黑"/>
                <a:cs typeface="微软雅黑"/>
              </a:rPr>
              <a:t>H1</a:t>
            </a:r>
          </a:p>
          <a:p xmlns:a="http://schemas.openxmlformats.org/drawingml/2006/main">
            <a:pPr algn="ctr">
              <a:lnSpc>
                <a:spcPct val="118000"/>
              </a:lnSpc>
              <a:buNone/>
              <a:defRPr sz="2600" b="1">
                <a:solidFill>
                  <a:srgbClr val="2E7D5B"/>
                </a:solidFill>
                <a:latin typeface="微软雅黑"/>
                <a:ea typeface="微软雅黑"/>
                <a:cs typeface="微软雅黑"/>
              </a:defRPr>
            </a:pPr>
            <a:r>
              <a:rPr sz="2600" b="1">
                <a:solidFill>
                  <a:srgbClr val="2E7D5B"/>
                </a:solidFill>
                <a:latin typeface="微软雅黑"/>
                <a:ea typeface="微软雅黑"/>
                <a:cs typeface="微软雅黑"/>
              </a:rPr>
              <a:t>方向支持</a:t>
            </a:r>
          </a:p>
        </p:txBody>
      </p:sp>
      <p:sp>
        <p:nvSpPr>
          <p:cNvPr id="14" name="alts">
            <a:extLst xmlns:a="http://schemas.openxmlformats.org/drawingml/2006/main">
              <a:ext uri="{FF2B5EF4-FFF2-40B4-BE49-F238E27FC236}">
                <a16:creationId xmlns:a16="http://schemas.microsoft.com/office/drawing/2014/main" id="{DDE90282-32C0-42DC-8227-6D772A52072E}"/>
              </a:ext>
            </a:extLst>
          </p:cNvPr>
          <p:cNvSpPr>
            <a:spLocks xmlns:a="http://schemas.openxmlformats.org/drawingml/2006/main" noGrp="1"/>
          </p:cNvSpPr>
          <p:nvPr/>
        </p:nvSpPr>
        <p:spPr>
          <a:xfrm xmlns:a="http://schemas.openxmlformats.org/drawingml/2006/main">
            <a:off x="4095750" y="3286125"/>
            <a:ext cx="2190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200" b="0">
                <a:solidFill>
                  <a:srgbClr val="A96510"/>
                </a:solidFill>
                <a:latin typeface="微软雅黑"/>
                <a:ea typeface="微软雅黑"/>
                <a:cs typeface="微软雅黑"/>
              </a:defRPr>
            </a:pPr>
            <a:r>
              <a:rPr sz="2200" b="0">
                <a:solidFill>
                  <a:srgbClr val="A96510"/>
                </a:solidFill>
                <a:latin typeface="微软雅黑"/>
                <a:ea typeface="微软雅黑"/>
                <a:cs typeface="微软雅黑"/>
              </a:rPr>
              <a:t>A1 任务转移</a:t>
            </a:r>
          </a:p>
          <a:p xmlns:a="http://schemas.openxmlformats.org/drawingml/2006/main">
            <a:pPr algn="ctr">
              <a:lnSpc>
                <a:spcPct val="118000"/>
              </a:lnSpc>
              <a:buNone/>
              <a:defRPr sz="2200" b="0">
                <a:solidFill>
                  <a:srgbClr val="A96510"/>
                </a:solidFill>
                <a:latin typeface="微软雅黑"/>
                <a:ea typeface="微软雅黑"/>
                <a:cs typeface="微软雅黑"/>
              </a:defRPr>
            </a:pPr>
            <a:r>
              <a:rPr sz="2200" b="0">
                <a:solidFill>
                  <a:srgbClr val="A96510"/>
                </a:solidFill>
                <a:latin typeface="微软雅黑"/>
                <a:ea typeface="微软雅黑"/>
                <a:cs typeface="微软雅黑"/>
              </a:rPr>
              <a:t>A2 标注提示</a:t>
            </a:r>
          </a:p>
          <a:p xmlns:a="http://schemas.openxmlformats.org/drawingml/2006/main">
            <a:pPr algn="ctr">
              <a:lnSpc>
                <a:spcPct val="118000"/>
              </a:lnSpc>
              <a:buNone/>
              <a:defRPr sz="2200" b="0">
                <a:solidFill>
                  <a:srgbClr val="A96510"/>
                </a:solidFill>
                <a:latin typeface="微软雅黑"/>
                <a:ea typeface="微软雅黑"/>
                <a:cs typeface="微软雅黑"/>
              </a:defRPr>
            </a:pPr>
            <a:r>
              <a:rPr sz="2200" b="0">
                <a:solidFill>
                  <a:srgbClr val="A96510"/>
                </a:solidFill>
                <a:latin typeface="微软雅黑"/>
                <a:ea typeface="微软雅黑"/>
                <a:cs typeface="微软雅黑"/>
              </a:rPr>
              <a:t>A3 文档结构</a:t>
            </a:r>
          </a:p>
        </p:txBody>
      </p:sp>
      <p:sp>
        <p:nvSpPr>
          <p:cNvPr id="15" name="ab">
            <a:extLst xmlns:a="http://schemas.openxmlformats.org/drawingml/2006/main">
              <a:ext uri="{FF2B5EF4-FFF2-40B4-BE49-F238E27FC236}">
                <a16:creationId xmlns:a16="http://schemas.microsoft.com/office/drawing/2014/main" id="{841C6AF0-A52E-4233-AB70-4BE574ED0E7C}"/>
              </a:ext>
            </a:extLst>
          </p:cNvPr>
          <p:cNvSpPr>
            <a:spLocks xmlns:a="http://schemas.openxmlformats.org/drawingml/2006/main" noGrp="1"/>
          </p:cNvSpPr>
          <p:nvPr/>
        </p:nvSpPr>
        <p:spPr>
          <a:xfrm xmlns:a="http://schemas.openxmlformats.org/drawingml/2006/main">
            <a:off x="6477000" y="2667000"/>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66727D"/>
                </a:solidFill>
                <a:latin typeface="微软雅黑"/>
                <a:ea typeface="微软雅黑"/>
                <a:cs typeface="微软雅黑"/>
              </a:defRPr>
            </a:pPr>
            <a:r>
              <a:rPr sz="2400" b="0">
                <a:solidFill>
                  <a:srgbClr val="66727D"/>
                </a:solidFill>
                <a:latin typeface="微软雅黑"/>
                <a:ea typeface="微软雅黑"/>
                <a:cs typeface="微软雅黑"/>
              </a:rPr>
              <a:t>→</a:t>
            </a:r>
          </a:p>
        </p:txBody>
      </p:sp>
      <p:sp>
        <p:nvSpPr>
          <p:cNvPr id="16" name="verdict">
            <a:extLst xmlns:a="http://schemas.openxmlformats.org/drawingml/2006/main">
              <a:ext uri="{FF2B5EF4-FFF2-40B4-BE49-F238E27FC236}">
                <a16:creationId xmlns:a16="http://schemas.microsoft.com/office/drawing/2014/main" id="{F546CF80-E390-4D4E-AA38-74F2BAEDB38C}"/>
              </a:ext>
            </a:extLst>
          </p:cNvPr>
          <p:cNvSpPr>
            <a:spLocks xmlns:a="http://schemas.openxmlformats.org/drawingml/2006/main" noGrp="1"/>
          </p:cNvSpPr>
          <p:nvPr/>
        </p:nvSpPr>
        <p:spPr>
          <a:xfrm xmlns:a="http://schemas.openxmlformats.org/drawingml/2006/main">
            <a:off x="7429500" y="2333625"/>
            <a:ext cx="3238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3000" b="1">
                <a:solidFill>
                  <a:srgbClr val="C8161E"/>
                </a:solidFill>
                <a:latin typeface="微软雅黑"/>
                <a:ea typeface="微软雅黑"/>
                <a:cs typeface="微软雅黑"/>
              </a:defRPr>
            </a:pPr>
            <a:r>
              <a:rPr sz="3000" b="1">
                <a:solidFill>
                  <a:srgbClr val="C8161E"/>
                </a:solidFill>
                <a:latin typeface="微软雅黑"/>
                <a:ea typeface="微软雅黑"/>
                <a:cs typeface="微软雅黑"/>
              </a:rPr>
              <a:t>机制结论</a:t>
            </a:r>
          </a:p>
          <a:p xmlns:a="http://schemas.openxmlformats.org/drawingml/2006/main">
            <a:pPr algn="ctr">
              <a:lnSpc>
                <a:spcPct val="118000"/>
              </a:lnSpc>
              <a:buNone/>
              <a:defRPr sz="3000" b="1">
                <a:solidFill>
                  <a:srgbClr val="C8161E"/>
                </a:solidFill>
                <a:latin typeface="微软雅黑"/>
                <a:ea typeface="微软雅黑"/>
                <a:cs typeface="微软雅黑"/>
              </a:defRPr>
            </a:pPr>
            <a:r>
              <a:rPr sz="3000" b="1">
                <a:solidFill>
                  <a:srgbClr val="C8161E"/>
                </a:solidFill>
                <a:latin typeface="微软雅黑"/>
                <a:ea typeface="微软雅黑"/>
                <a:cs typeface="微软雅黑"/>
              </a:rPr>
              <a:t>仍不能判断</a:t>
            </a:r>
          </a:p>
        </p:txBody>
      </p:sp>
    </p:spTree>
    <p:extLst>
      <p:ext uri="{BB962C8B-B14F-4D97-AF65-F5344CB8AC3E}">
        <p14:creationId xmlns:p14="http://schemas.microsoft.com/office/powerpoint/2010/main" val="144372840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正向、负向与冲突结果在同一记录中</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388657AE-30A1-5A7A-6A7F-315D84436430}" type="slidenum">
              <a:t>9</a:t>
            </a:fld>
            <a:endParaRPr/>
          </a:p>
        </p:txBody>
      </p:sp>
      <p:sp>
        <p:nvSpPr>
          <p:cNvPr id="6" name="brand-header">
            <a:extLst xmlns:a="http://schemas.openxmlformats.org/drawingml/2006/main">
              <a:ext uri="{FF2B5EF4-FFF2-40B4-BE49-F238E27FC236}">
                <a16:creationId xmlns:a16="http://schemas.microsoft.com/office/drawing/2014/main" id="{B75B9FF0-7EAC-4F9F-9D51-965F768ABD7A}"/>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35a77c8de1cc43ff"/>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5433FB10-F4D1-4DE8-9B2E-CD044A767CDD}"/>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正向、负向与冲突结果在同一记录中</a:t>
            </a:r>
          </a:p>
        </p:txBody>
      </p:sp>
      <p:sp>
        <p:nvSpPr>
          <p:cNvPr id="9" name="source">
            <a:extLst xmlns:a="http://schemas.openxmlformats.org/drawingml/2006/main">
              <a:ext uri="{FF2B5EF4-FFF2-40B4-BE49-F238E27FC236}">
                <a16:creationId xmlns:a16="http://schemas.microsoft.com/office/drawing/2014/main" id="{391098BD-CBEA-485A-B278-DE79445283AF}"/>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来源：lesson-13/slides.md；课程工件与讲义见 speaker notes</a:t>
            </a:r>
          </a:p>
        </p:txBody>
      </p:sp>
      <p:sp>
        <p:nvSpPr>
          <p:cNvPr id="10" name="fiction">
            <a:extLst xmlns:a="http://schemas.openxmlformats.org/drawingml/2006/main">
              <a:ext uri="{FF2B5EF4-FFF2-40B4-BE49-F238E27FC236}">
                <a16:creationId xmlns:a16="http://schemas.microsoft.com/office/drawing/2014/main" id="{24FA3AFB-F0BB-4F5D-B5B8-E4D21A7BF701}"/>
              </a:ext>
            </a:extLst>
          </p:cNvPr>
          <p:cNvSpPr>
            <a:spLocks xmlns:a="http://schemas.openxmlformats.org/drawingml/2006/main" noGrp="1"/>
          </p:cNvSpPr>
          <p:nvPr/>
        </p:nvSpPr>
        <p:spPr>
          <a:xfrm xmlns:a="http://schemas.openxmlformats.org/drawingml/2006/main">
            <a:off x="609600" y="885825"/>
            <a:ext cx="10572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800" b="0">
                <a:solidFill>
                  <a:srgbClr val="A96510"/>
                </a:solidFill>
                <a:latin typeface="微软雅黑"/>
                <a:ea typeface="微软雅黑"/>
                <a:cs typeface="微软雅黑"/>
              </a:defRPr>
            </a:pPr>
            <a:r>
              <a:rPr sz="1800" b="0">
                <a:solidFill>
                  <a:srgbClr val="A96510"/>
                </a:solidFill>
                <a:latin typeface="微软雅黑"/>
                <a:ea typeface="微软雅黑"/>
                <a:cs typeface="微软雅黑"/>
              </a:rPr>
              <a:t>课程虚构教学案例</a:t>
            </a:r>
          </a:p>
        </p:txBody>
      </p:sp>
      <p:graphicFrame>
        <p:nvGraphicFramePr>
          <p:cNvPr id="21" name="Chart"/>
          <p:cNvGraphicFramePr/>
          <p:nvPr/>
        </p:nvGraphicFramePr>
        <p:xfrm>
          <a:off xmlns:a="http://schemas.openxmlformats.org/drawingml/2006/main" x="666750" y="1666875"/>
          <a:ext xmlns:a="http://schemas.openxmlformats.org/drawingml/2006/main" cx="6096000" cy="3333750"/>
        </p:xfrm>
        <a:graphic xmlns:a="http://schemas.openxmlformats.org/drawingml/2006/main">
          <a:graphicData uri="http://schemas.openxmlformats.org/drawingml/2006/chart">
            <c:chart xmlns:r="http://schemas.openxmlformats.org/officeDocument/2006/relationships" xmlns:c="http://schemas.openxmlformats.org/drawingml/2006/chart" r:id="Rcb3cf57c34a7471a"/>
          </a:graphicData>
        </a:graphic>
      </p:graphicFrame>
      <p:sp>
        <p:nvSpPr>
          <p:cNvPr id="12" name="outlier">
            <a:extLst xmlns:a="http://schemas.openxmlformats.org/drawingml/2006/main">
              <a:ext uri="{FF2B5EF4-FFF2-40B4-BE49-F238E27FC236}">
                <a16:creationId xmlns:a16="http://schemas.microsoft.com/office/drawing/2014/main" id="{F9EBF6B0-02AC-4571-B84E-E0E76C7587F7}"/>
              </a:ext>
            </a:extLst>
          </p:cNvPr>
          <p:cNvSpPr>
            <a:spLocks xmlns:a="http://schemas.openxmlformats.org/drawingml/2006/main" noGrp="1"/>
          </p:cNvSpPr>
          <p:nvPr/>
        </p:nvSpPr>
        <p:spPr>
          <a:xfrm xmlns:a="http://schemas.openxmlformats.org/drawingml/2006/main">
            <a:off x="7524750" y="1857375"/>
            <a:ext cx="323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500" b="1">
                <a:solidFill>
                  <a:srgbClr val="C8161E"/>
                </a:solidFill>
                <a:latin typeface="微软雅黑"/>
                <a:ea typeface="微软雅黑"/>
                <a:cs typeface="微软雅黑"/>
              </a:defRPr>
            </a:pPr>
            <a:r>
              <a:rPr sz="2500" b="1">
                <a:solidFill>
                  <a:srgbClr val="C8161E"/>
                </a:solidFill>
                <a:latin typeface="微软雅黑"/>
                <a:ea typeface="微软雅黑"/>
                <a:cs typeface="微软雅黑"/>
              </a:rPr>
              <a:t>2 篇图表为主论文</a:t>
            </a:r>
          </a:p>
          <a:p xmlns:a="http://schemas.openxmlformats.org/drawingml/2006/main">
            <a:pPr algn="ctr">
              <a:lnSpc>
                <a:spcPct val="118000"/>
              </a:lnSpc>
              <a:buNone/>
              <a:defRPr sz="2500" b="1">
                <a:solidFill>
                  <a:srgbClr val="C8161E"/>
                </a:solidFill>
                <a:latin typeface="微软雅黑"/>
                <a:ea typeface="微软雅黑"/>
                <a:cs typeface="微软雅黑"/>
              </a:defRPr>
            </a:pPr>
            <a:r>
              <a:rPr sz="2500" b="1">
                <a:solidFill>
                  <a:srgbClr val="C8161E"/>
                </a:solidFill>
                <a:latin typeface="微软雅黑"/>
                <a:ea typeface="微软雅黑"/>
                <a:cs typeface="微软雅黑"/>
              </a:rPr>
              <a:t>遗漏率反高</a:t>
            </a:r>
          </a:p>
        </p:txBody>
      </p:sp>
      <p:sp>
        <p:nvSpPr>
          <p:cNvPr id="13" name="record">
            <a:extLst xmlns:a="http://schemas.openxmlformats.org/drawingml/2006/main">
              <a:ext uri="{FF2B5EF4-FFF2-40B4-BE49-F238E27FC236}">
                <a16:creationId xmlns:a16="http://schemas.microsoft.com/office/drawing/2014/main" id="{60C2F6B1-AED5-4FF7-ABD5-E20CA4F8C954}"/>
              </a:ext>
            </a:extLst>
          </p:cNvPr>
          <p:cNvSpPr>
            <a:spLocks xmlns:a="http://schemas.openxmlformats.org/drawingml/2006/main" noGrp="1"/>
          </p:cNvSpPr>
          <p:nvPr/>
        </p:nvSpPr>
        <p:spPr>
          <a:xfrm xmlns:a="http://schemas.openxmlformats.org/drawingml/2006/main">
            <a:off x="7524750" y="3286125"/>
            <a:ext cx="32385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300" b="0">
                <a:solidFill>
                  <a:srgbClr val="27333D"/>
                </a:solidFill>
                <a:latin typeface="微软雅黑"/>
                <a:ea typeface="微软雅黑"/>
                <a:cs typeface="微软雅黑"/>
              </a:defRPr>
            </a:pPr>
            <a:r>
              <a:rPr sz="2300" b="0">
                <a:solidFill>
                  <a:srgbClr val="27333D"/>
                </a:solidFill>
                <a:latin typeface="微软雅黑"/>
                <a:ea typeface="微软雅黑"/>
                <a:cs typeface="微软雅黑"/>
              </a:rPr>
              <a:t>记录为失败 / 局限</a:t>
            </a:r>
          </a:p>
          <a:p xmlns:a="http://schemas.openxmlformats.org/drawingml/2006/main">
            <a:pPr algn="ctr">
              <a:lnSpc>
                <a:spcPct val="118000"/>
              </a:lnSpc>
              <a:buNone/>
              <a:defRPr sz="2300" b="0">
                <a:solidFill>
                  <a:srgbClr val="27333D"/>
                </a:solidFill>
                <a:latin typeface="微软雅黑"/>
                <a:ea typeface="微软雅黑"/>
                <a:cs typeface="微软雅黑"/>
              </a:defRPr>
            </a:pPr>
            <a:r>
              <a:rPr sz="2300" b="0">
                <a:solidFill>
                  <a:srgbClr val="27333D"/>
                </a:solidFill>
                <a:latin typeface="微软雅黑"/>
                <a:ea typeface="微软雅黑"/>
                <a:cs typeface="微软雅黑"/>
              </a:rPr>
              <a:t>保留对应 run ID</a:t>
            </a:r>
          </a:p>
          <a:p xmlns:a="http://schemas.openxmlformats.org/drawingml/2006/main">
            <a:pPr algn="ctr">
              <a:lnSpc>
                <a:spcPct val="118000"/>
              </a:lnSpc>
              <a:buNone/>
              <a:defRPr sz="2300" b="0">
                <a:solidFill>
                  <a:srgbClr val="27333D"/>
                </a:solidFill>
                <a:latin typeface="微软雅黑"/>
                <a:ea typeface="微软雅黑"/>
                <a:cs typeface="微软雅黑"/>
              </a:defRPr>
            </a:pPr>
            <a:r>
              <a:rPr sz="2300" b="0">
                <a:solidFill>
                  <a:srgbClr val="27333D"/>
                </a:solidFill>
                <a:latin typeface="微软雅黑"/>
                <a:ea typeface="微软雅黑"/>
                <a:cs typeface="微软雅黑"/>
              </a:rPr>
              <a:t>不从总体汇总中删除</a:t>
            </a:r>
          </a:p>
        </p:txBody>
      </p:sp>
    </p:spTree>
    <p:extLst>
      <p:ext uri="{BB962C8B-B14F-4D97-AF65-F5344CB8AC3E}">
        <p14:creationId xmlns:p14="http://schemas.microsoft.com/office/powerpoint/2010/main" val="144372840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证据地图显示替代解释仍未排除</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DB7BEEEC-A170-5376-2B6E-CB54687B0CB1}" type="slidenum">
              <a:t>10</a:t>
            </a:fld>
            <a:endParaRPr/>
          </a:p>
        </p:txBody>
      </p:sp>
      <p:sp>
        <p:nvSpPr>
          <p:cNvPr id="6" name="brand-header">
            <a:extLst xmlns:a="http://schemas.openxmlformats.org/drawingml/2006/main">
              <a:ext uri="{FF2B5EF4-FFF2-40B4-BE49-F238E27FC236}">
                <a16:creationId xmlns:a16="http://schemas.microsoft.com/office/drawing/2014/main" id="{441177C4-4C8A-4E43-8747-8757C3EC8B4E}"/>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bfdb65a2a3fc4bd0"/>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DBC2F357-7639-4BE4-BD98-3D11E64148D3}"/>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证据地图显示替代解释仍未排除</a:t>
            </a:r>
          </a:p>
        </p:txBody>
      </p:sp>
      <p:sp>
        <p:nvSpPr>
          <p:cNvPr id="9" name="source">
            <a:extLst xmlns:a="http://schemas.openxmlformats.org/drawingml/2006/main">
              <a:ext uri="{FF2B5EF4-FFF2-40B4-BE49-F238E27FC236}">
                <a16:creationId xmlns:a16="http://schemas.microsoft.com/office/drawing/2014/main" id="{5EB4E686-9D51-4C8D-97A0-326B611C0D4F}"/>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来源：lesson-13/slides.md；课程工件与讲义见 speaker notes</a:t>
            </a:r>
          </a:p>
        </p:txBody>
      </p:sp>
      <p:sp>
        <p:nvSpPr>
          <p:cNvPr id="10" name="h1">
            <a:extLst xmlns:a="http://schemas.openxmlformats.org/drawingml/2006/main">
              <a:ext uri="{FF2B5EF4-FFF2-40B4-BE49-F238E27FC236}">
                <a16:creationId xmlns:a16="http://schemas.microsoft.com/office/drawing/2014/main" id="{A10B8861-D9BD-4806-BD49-1A86A30C52A7}"/>
              </a:ext>
            </a:extLst>
          </p:cNvPr>
          <p:cNvSpPr>
            <a:spLocks xmlns:a="http://schemas.openxmlformats.org/drawingml/2006/main" noGrp="1"/>
          </p:cNvSpPr>
          <p:nvPr/>
        </p:nvSpPr>
        <p:spPr>
          <a:xfrm xmlns:a="http://schemas.openxmlformats.org/drawingml/2006/main">
            <a:off x="4857750" y="1714500"/>
            <a:ext cx="2476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800" b="1">
                <a:solidFill>
                  <a:srgbClr val="2E7D5B"/>
                </a:solidFill>
                <a:latin typeface="微软雅黑"/>
                <a:ea typeface="微软雅黑"/>
                <a:cs typeface="微软雅黑"/>
              </a:defRPr>
            </a:pPr>
            <a:r>
              <a:rPr sz="2800" b="1">
                <a:solidFill>
                  <a:srgbClr val="2E7D5B"/>
                </a:solidFill>
                <a:latin typeface="微软雅黑"/>
                <a:ea typeface="微软雅黑"/>
                <a:cs typeface="微软雅黑"/>
              </a:rPr>
              <a:t>H1</a:t>
            </a:r>
          </a:p>
          <a:p xmlns:a="http://schemas.openxmlformats.org/drawingml/2006/main">
            <a:pPr algn="ctr">
              <a:lnSpc>
                <a:spcPct val="118000"/>
              </a:lnSpc>
              <a:buNone/>
              <a:defRPr sz="2800" b="1">
                <a:solidFill>
                  <a:srgbClr val="2E7D5B"/>
                </a:solidFill>
                <a:latin typeface="微软雅黑"/>
                <a:ea typeface="微软雅黑"/>
                <a:cs typeface="微软雅黑"/>
              </a:defRPr>
            </a:pPr>
            <a:r>
              <a:rPr sz="2800" b="1">
                <a:solidFill>
                  <a:srgbClr val="2E7D5B"/>
                </a:solidFill>
                <a:latin typeface="微软雅黑"/>
                <a:ea typeface="微软雅黑"/>
                <a:cs typeface="微软雅黑"/>
              </a:rPr>
              <a:t>方向支持</a:t>
            </a:r>
          </a:p>
        </p:txBody>
      </p:sp>
      <p:sp>
        <p:nvSpPr>
          <p:cNvPr id="11" name="alt-0">
            <a:extLst xmlns:a="http://schemas.openxmlformats.org/drawingml/2006/main">
              <a:ext uri="{FF2B5EF4-FFF2-40B4-BE49-F238E27FC236}">
                <a16:creationId xmlns:a16="http://schemas.microsoft.com/office/drawing/2014/main" id="{6856F15C-97A5-4DA2-B044-64F7C0559516}"/>
              </a:ext>
            </a:extLst>
          </p:cNvPr>
          <p:cNvSpPr>
            <a:spLocks xmlns:a="http://schemas.openxmlformats.org/drawingml/2006/main" noGrp="1"/>
          </p:cNvSpPr>
          <p:nvPr/>
        </p:nvSpPr>
        <p:spPr>
          <a:xfrm xmlns:a="http://schemas.openxmlformats.org/drawingml/2006/main">
            <a:off x="952500" y="3714750"/>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400" b="1">
                <a:solidFill>
                  <a:srgbClr val="A96510"/>
                </a:solidFill>
                <a:latin typeface="微软雅黑"/>
                <a:ea typeface="微软雅黑"/>
                <a:cs typeface="微软雅黑"/>
              </a:defRPr>
            </a:pPr>
            <a:r>
              <a:rPr sz="2400" b="1">
                <a:solidFill>
                  <a:srgbClr val="A96510"/>
                </a:solidFill>
                <a:latin typeface="微软雅黑"/>
                <a:ea typeface="微软雅黑"/>
                <a:cs typeface="微软雅黑"/>
              </a:rPr>
              <a:t>A1 任务转移</a:t>
            </a:r>
          </a:p>
        </p:txBody>
      </p:sp>
      <p:sp>
        <p:nvSpPr>
          <p:cNvPr id="12" name="alt-a-0">
            <a:extLst xmlns:a="http://schemas.openxmlformats.org/drawingml/2006/main">
              <a:ext uri="{FF2B5EF4-FFF2-40B4-BE49-F238E27FC236}">
                <a16:creationId xmlns:a16="http://schemas.microsoft.com/office/drawing/2014/main" id="{DFC009E7-497D-4283-AA54-E83859D5D737}"/>
              </a:ext>
            </a:extLst>
          </p:cNvPr>
          <p:cNvSpPr>
            <a:spLocks xmlns:a="http://schemas.openxmlformats.org/drawingml/2006/main" noGrp="1"/>
          </p:cNvSpPr>
          <p:nvPr/>
        </p:nvSpPr>
        <p:spPr>
          <a:xfrm xmlns:a="http://schemas.openxmlformats.org/drawingml/2006/main">
            <a:off x="1714500" y="314325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A96510"/>
                </a:solidFill>
                <a:latin typeface="微软雅黑"/>
                <a:ea typeface="微软雅黑"/>
                <a:cs typeface="微软雅黑"/>
              </a:defRPr>
            </a:pPr>
            <a:r>
              <a:rPr sz="2400" b="0">
                <a:solidFill>
                  <a:srgbClr val="A96510"/>
                </a:solidFill>
                <a:latin typeface="微软雅黑"/>
                <a:ea typeface="微软雅黑"/>
                <a:cs typeface="微软雅黑"/>
              </a:rPr>
              <a:t>→</a:t>
            </a:r>
          </a:p>
        </p:txBody>
      </p:sp>
      <p:sp>
        <p:nvSpPr>
          <p:cNvPr id="13" name="alt-1">
            <a:extLst xmlns:a="http://schemas.openxmlformats.org/drawingml/2006/main">
              <a:ext uri="{FF2B5EF4-FFF2-40B4-BE49-F238E27FC236}">
                <a16:creationId xmlns:a16="http://schemas.microsoft.com/office/drawing/2014/main" id="{524DED83-3F03-465A-80CF-ED718A4ADFA1}"/>
              </a:ext>
            </a:extLst>
          </p:cNvPr>
          <p:cNvSpPr>
            <a:spLocks xmlns:a="http://schemas.openxmlformats.org/drawingml/2006/main" noGrp="1"/>
          </p:cNvSpPr>
          <p:nvPr/>
        </p:nvSpPr>
        <p:spPr>
          <a:xfrm xmlns:a="http://schemas.openxmlformats.org/drawingml/2006/main">
            <a:off x="4667250" y="3714750"/>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400" b="1">
                <a:solidFill>
                  <a:srgbClr val="A96510"/>
                </a:solidFill>
                <a:latin typeface="微软雅黑"/>
                <a:ea typeface="微软雅黑"/>
                <a:cs typeface="微软雅黑"/>
              </a:defRPr>
            </a:pPr>
            <a:r>
              <a:rPr sz="2400" b="1">
                <a:solidFill>
                  <a:srgbClr val="A96510"/>
                </a:solidFill>
                <a:latin typeface="微软雅黑"/>
                <a:ea typeface="微软雅黑"/>
                <a:cs typeface="微软雅黑"/>
              </a:rPr>
              <a:t>A2 标注提示</a:t>
            </a:r>
          </a:p>
        </p:txBody>
      </p:sp>
      <p:sp>
        <p:nvSpPr>
          <p:cNvPr id="14" name="alt-a-1">
            <a:extLst xmlns:a="http://schemas.openxmlformats.org/drawingml/2006/main">
              <a:ext uri="{FF2B5EF4-FFF2-40B4-BE49-F238E27FC236}">
                <a16:creationId xmlns:a16="http://schemas.microsoft.com/office/drawing/2014/main" id="{03C7A0E2-A971-41CC-AD69-76A1B69E6F71}"/>
              </a:ext>
            </a:extLst>
          </p:cNvPr>
          <p:cNvSpPr>
            <a:spLocks xmlns:a="http://schemas.openxmlformats.org/drawingml/2006/main" noGrp="1"/>
          </p:cNvSpPr>
          <p:nvPr/>
        </p:nvSpPr>
        <p:spPr>
          <a:xfrm xmlns:a="http://schemas.openxmlformats.org/drawingml/2006/main">
            <a:off x="5429250" y="314325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A96510"/>
                </a:solidFill>
                <a:latin typeface="微软雅黑"/>
                <a:ea typeface="微软雅黑"/>
                <a:cs typeface="微软雅黑"/>
              </a:defRPr>
            </a:pPr>
            <a:r>
              <a:rPr sz="2400" b="0">
                <a:solidFill>
                  <a:srgbClr val="A96510"/>
                </a:solidFill>
                <a:latin typeface="微软雅黑"/>
                <a:ea typeface="微软雅黑"/>
                <a:cs typeface="微软雅黑"/>
              </a:rPr>
              <a:t>→</a:t>
            </a:r>
          </a:p>
        </p:txBody>
      </p:sp>
      <p:sp>
        <p:nvSpPr>
          <p:cNvPr id="15" name="alt-2">
            <a:extLst xmlns:a="http://schemas.openxmlformats.org/drawingml/2006/main">
              <a:ext uri="{FF2B5EF4-FFF2-40B4-BE49-F238E27FC236}">
                <a16:creationId xmlns:a16="http://schemas.microsoft.com/office/drawing/2014/main" id="{21564D99-75C4-4715-B276-0D46BFB80F46}"/>
              </a:ext>
            </a:extLst>
          </p:cNvPr>
          <p:cNvSpPr>
            <a:spLocks xmlns:a="http://schemas.openxmlformats.org/drawingml/2006/main" noGrp="1"/>
          </p:cNvSpPr>
          <p:nvPr/>
        </p:nvSpPr>
        <p:spPr>
          <a:xfrm xmlns:a="http://schemas.openxmlformats.org/drawingml/2006/main">
            <a:off x="8382000" y="3714750"/>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400" b="1">
                <a:solidFill>
                  <a:srgbClr val="A96510"/>
                </a:solidFill>
                <a:latin typeface="微软雅黑"/>
                <a:ea typeface="微软雅黑"/>
                <a:cs typeface="微软雅黑"/>
              </a:defRPr>
            </a:pPr>
            <a:r>
              <a:rPr sz="2400" b="1">
                <a:solidFill>
                  <a:srgbClr val="A96510"/>
                </a:solidFill>
                <a:latin typeface="微软雅黑"/>
                <a:ea typeface="微软雅黑"/>
                <a:cs typeface="微软雅黑"/>
              </a:rPr>
              <a:t>A3 文档结构</a:t>
            </a:r>
          </a:p>
        </p:txBody>
      </p:sp>
      <p:sp>
        <p:nvSpPr>
          <p:cNvPr id="16" name="alt-a-2">
            <a:extLst xmlns:a="http://schemas.openxmlformats.org/drawingml/2006/main">
              <a:ext uri="{FF2B5EF4-FFF2-40B4-BE49-F238E27FC236}">
                <a16:creationId xmlns:a16="http://schemas.microsoft.com/office/drawing/2014/main" id="{8886A225-942C-45BC-B843-4178778EED57}"/>
              </a:ext>
            </a:extLst>
          </p:cNvPr>
          <p:cNvSpPr>
            <a:spLocks xmlns:a="http://schemas.openxmlformats.org/drawingml/2006/main" noGrp="1"/>
          </p:cNvSpPr>
          <p:nvPr/>
        </p:nvSpPr>
        <p:spPr>
          <a:xfrm xmlns:a="http://schemas.openxmlformats.org/drawingml/2006/main">
            <a:off x="9144000" y="314325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A96510"/>
                </a:solidFill>
                <a:latin typeface="微软雅黑"/>
                <a:ea typeface="微软雅黑"/>
                <a:cs typeface="微软雅黑"/>
              </a:defRPr>
            </a:pPr>
            <a:r>
              <a:rPr sz="2400" b="0">
                <a:solidFill>
                  <a:srgbClr val="A96510"/>
                </a:solidFill>
                <a:latin typeface="微软雅黑"/>
                <a:ea typeface="微软雅黑"/>
                <a:cs typeface="微软雅黑"/>
              </a:rPr>
              <a:t>→</a:t>
            </a:r>
          </a:p>
        </p:txBody>
      </p:sp>
      <p:sp>
        <p:nvSpPr>
          <p:cNvPr id="17" name="evidence">
            <a:extLst xmlns:a="http://schemas.openxmlformats.org/drawingml/2006/main">
              <a:ext uri="{FF2B5EF4-FFF2-40B4-BE49-F238E27FC236}">
                <a16:creationId xmlns:a16="http://schemas.microsoft.com/office/drawing/2014/main" id="{ED9FB924-96B4-4D89-B654-644CC67B8E91}"/>
              </a:ext>
            </a:extLst>
          </p:cNvPr>
          <p:cNvSpPr>
            <a:spLocks xmlns:a="http://schemas.openxmlformats.org/drawingml/2006/main" noGrp="1"/>
          </p:cNvSpPr>
          <p:nvPr/>
        </p:nvSpPr>
        <p:spPr>
          <a:xfrm xmlns:a="http://schemas.openxmlformats.org/drawingml/2006/main">
            <a:off x="3333750" y="2714625"/>
            <a:ext cx="552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证据：120 份输出的人工评价汇总</a:t>
            </a:r>
          </a:p>
        </p:txBody>
      </p:sp>
      <p:sp>
        <p:nvSpPr>
          <p:cNvPr id="18" name="stable">
            <a:extLst xmlns:a="http://schemas.openxmlformats.org/drawingml/2006/main">
              <a:ext uri="{FF2B5EF4-FFF2-40B4-BE49-F238E27FC236}">
                <a16:creationId xmlns:a16="http://schemas.microsoft.com/office/drawing/2014/main" id="{DEB8401F-F563-4FF6-B33E-61D5A8C6BBA8}"/>
              </a:ext>
            </a:extLst>
          </p:cNvPr>
          <p:cNvSpPr>
            <a:spLocks xmlns:a="http://schemas.openxmlformats.org/drawingml/2006/main" noGrp="1"/>
          </p:cNvSpPr>
          <p:nvPr/>
        </p:nvSpPr>
        <p:spPr>
          <a:xfrm xmlns:a="http://schemas.openxmlformats.org/drawingml/2006/main">
            <a:off x="4476750" y="4857750"/>
            <a:ext cx="323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200" b="1">
                <a:solidFill>
                  <a:srgbClr val="C8161E"/>
                </a:solidFill>
                <a:latin typeface="微软雅黑"/>
                <a:ea typeface="微软雅黑"/>
                <a:cs typeface="微软雅黑"/>
              </a:defRPr>
            </a:pPr>
            <a:r>
              <a:rPr sz="2200" b="1">
                <a:solidFill>
                  <a:srgbClr val="C8161E"/>
                </a:solidFill>
                <a:latin typeface="微软雅黑"/>
                <a:ea typeface="微软雅黑"/>
                <a:cs typeface="微软雅黑"/>
              </a:rPr>
              <a:t>stable 门槛未通过</a:t>
            </a:r>
          </a:p>
        </p:txBody>
      </p:sp>
    </p:spTree>
    <p:extLst>
      <p:ext uri="{BB962C8B-B14F-4D97-AF65-F5344CB8AC3E}">
        <p14:creationId xmlns:p14="http://schemas.microsoft.com/office/powerpoint/2010/main" val="144372840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有效性威胁贴在同一结果上</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30394428-F1DC-E5F6-DB0C-7DE31F3D8A23}" type="slidenum">
              <a:t>11</a:t>
            </a:fld>
            <a:endParaRPr/>
          </a:p>
        </p:txBody>
      </p:sp>
      <p:sp>
        <p:nvSpPr>
          <p:cNvPr id="6" name="brand-header">
            <a:extLst xmlns:a="http://schemas.openxmlformats.org/drawingml/2006/main">
              <a:ext uri="{FF2B5EF4-FFF2-40B4-BE49-F238E27FC236}">
                <a16:creationId xmlns:a16="http://schemas.microsoft.com/office/drawing/2014/main" id="{D0842CD8-A540-41E2-B20B-D02AFABF1670}"/>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92562fbea30a492e"/>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729A87E7-680F-4F6A-9266-41C04C9768D8}"/>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有效性威胁贴在同一结果上</a:t>
            </a:r>
          </a:p>
        </p:txBody>
      </p:sp>
      <p:sp>
        <p:nvSpPr>
          <p:cNvPr id="9" name="source">
            <a:extLst xmlns:a="http://schemas.openxmlformats.org/drawingml/2006/main">
              <a:ext uri="{FF2B5EF4-FFF2-40B4-BE49-F238E27FC236}">
                <a16:creationId xmlns:a16="http://schemas.microsoft.com/office/drawing/2014/main" id="{A8CBBA18-4729-43ED-97B9-882DFD216229}"/>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来源：lesson-13/slides.md；课程工件与讲义见 speaker notes</a:t>
            </a:r>
          </a:p>
        </p:txBody>
      </p:sp>
      <p:sp>
        <p:nvSpPr>
          <p:cNvPr id="10" name="fiction">
            <a:extLst xmlns:a="http://schemas.openxmlformats.org/drawingml/2006/main">
              <a:ext uri="{FF2B5EF4-FFF2-40B4-BE49-F238E27FC236}">
                <a16:creationId xmlns:a16="http://schemas.microsoft.com/office/drawing/2014/main" id="{60844C5E-2A03-480E-825E-ECF1C8B47FB9}"/>
              </a:ext>
            </a:extLst>
          </p:cNvPr>
          <p:cNvSpPr>
            <a:spLocks xmlns:a="http://schemas.openxmlformats.org/drawingml/2006/main" noGrp="1"/>
          </p:cNvSpPr>
          <p:nvPr/>
        </p:nvSpPr>
        <p:spPr>
          <a:xfrm xmlns:a="http://schemas.openxmlformats.org/drawingml/2006/main">
            <a:off x="609600" y="885825"/>
            <a:ext cx="10572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800" b="0">
                <a:solidFill>
                  <a:srgbClr val="A96510"/>
                </a:solidFill>
                <a:latin typeface="微软雅黑"/>
                <a:ea typeface="微软雅黑"/>
                <a:cs typeface="微软雅黑"/>
              </a:defRPr>
            </a:pPr>
            <a:r>
              <a:rPr sz="1800" b="0">
                <a:solidFill>
                  <a:srgbClr val="A96510"/>
                </a:solidFill>
                <a:latin typeface="微软雅黑"/>
                <a:ea typeface="微软雅黑"/>
                <a:cs typeface="微软雅黑"/>
              </a:rPr>
              <a:t>课程虚构教学数据｜0.18 / 0.31</a:t>
            </a:r>
          </a:p>
        </p:txBody>
      </p:sp>
      <p:graphicFrame>
        <p:nvGraphicFramePr>
          <p:cNvPr id="23" name="Chart"/>
          <p:cNvGraphicFramePr/>
          <p:nvPr/>
        </p:nvGraphicFramePr>
        <p:xfrm>
          <a:off xmlns:a="http://schemas.openxmlformats.org/drawingml/2006/main" x="3810000" y="1809750"/>
          <a:ext xmlns:a="http://schemas.openxmlformats.org/drawingml/2006/main" cx="4572000" cy="3000375"/>
        </p:xfrm>
        <a:graphic xmlns:a="http://schemas.openxmlformats.org/drawingml/2006/main">
          <a:graphicData uri="http://schemas.openxmlformats.org/drawingml/2006/chart">
            <c:chart xmlns:r="http://schemas.openxmlformats.org/officeDocument/2006/relationships" xmlns:c="http://schemas.openxmlformats.org/drawingml/2006/chart" r:id="R9eff588cfd24487c"/>
          </a:graphicData>
        </a:graphic>
      </p:graphicFrame>
      <p:sp>
        <p:nvSpPr>
          <p:cNvPr id="12" name="internal">
            <a:extLst xmlns:a="http://schemas.openxmlformats.org/drawingml/2006/main">
              <a:ext uri="{FF2B5EF4-FFF2-40B4-BE49-F238E27FC236}">
                <a16:creationId xmlns:a16="http://schemas.microsoft.com/office/drawing/2014/main" id="{42402F99-5CEE-4A2D-BC7F-4E5AEFEA078B}"/>
              </a:ext>
            </a:extLst>
          </p:cNvPr>
          <p:cNvSpPr>
            <a:spLocks xmlns:a="http://schemas.openxmlformats.org/drawingml/2006/main" noGrp="1"/>
          </p:cNvSpPr>
          <p:nvPr/>
        </p:nvSpPr>
        <p:spPr>
          <a:xfrm xmlns:a="http://schemas.openxmlformats.org/drawingml/2006/main">
            <a:off x="809625" y="1666875"/>
            <a:ext cx="2286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200" b="1">
                <a:solidFill>
                  <a:srgbClr val="C8161E"/>
                </a:solidFill>
                <a:latin typeface="微软雅黑"/>
                <a:ea typeface="微软雅黑"/>
                <a:cs typeface="微软雅黑"/>
              </a:defRPr>
            </a:pPr>
            <a:r>
              <a:rPr sz="2200" b="1">
                <a:solidFill>
                  <a:srgbClr val="C8161E"/>
                </a:solidFill>
                <a:latin typeface="微软雅黑"/>
                <a:ea typeface="微软雅黑"/>
                <a:cs typeface="微软雅黑"/>
              </a:rPr>
              <a:t>内部</a:t>
            </a:r>
          </a:p>
          <a:p xmlns:a="http://schemas.openxmlformats.org/drawingml/2006/main">
            <a:pPr algn="ctr">
              <a:lnSpc>
                <a:spcPct val="118000"/>
              </a:lnSpc>
              <a:buNone/>
              <a:defRPr sz="2200" b="1">
                <a:solidFill>
                  <a:srgbClr val="C8161E"/>
                </a:solidFill>
                <a:latin typeface="微软雅黑"/>
                <a:ea typeface="微软雅黑"/>
                <a:cs typeface="微软雅黑"/>
              </a:defRPr>
            </a:pPr>
            <a:r>
              <a:rPr sz="2200" b="1">
                <a:solidFill>
                  <a:srgbClr val="C8161E"/>
                </a:solidFill>
                <a:latin typeface="微软雅黑"/>
                <a:ea typeface="微软雅黑"/>
                <a:cs typeface="微软雅黑"/>
              </a:rPr>
              <a:t>盲评不彻底</a:t>
            </a:r>
          </a:p>
        </p:txBody>
      </p:sp>
      <p:sp>
        <p:nvSpPr>
          <p:cNvPr id="13" name="external">
            <a:extLst xmlns:a="http://schemas.openxmlformats.org/drawingml/2006/main">
              <a:ext uri="{FF2B5EF4-FFF2-40B4-BE49-F238E27FC236}">
                <a16:creationId xmlns:a16="http://schemas.microsoft.com/office/drawing/2014/main" id="{3B9C83D6-9619-4DB9-A807-238BCB5108D9}"/>
              </a:ext>
            </a:extLst>
          </p:cNvPr>
          <p:cNvSpPr>
            <a:spLocks xmlns:a="http://schemas.openxmlformats.org/drawingml/2006/main" noGrp="1"/>
          </p:cNvSpPr>
          <p:nvPr/>
        </p:nvSpPr>
        <p:spPr>
          <a:xfrm xmlns:a="http://schemas.openxmlformats.org/drawingml/2006/main">
            <a:off x="8953500" y="1666875"/>
            <a:ext cx="2286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200" b="1">
                <a:solidFill>
                  <a:srgbClr val="A96510"/>
                </a:solidFill>
                <a:latin typeface="微软雅黑"/>
                <a:ea typeface="微软雅黑"/>
                <a:cs typeface="微软雅黑"/>
              </a:defRPr>
            </a:pPr>
            <a:r>
              <a:rPr sz="2200" b="1">
                <a:solidFill>
                  <a:srgbClr val="A96510"/>
                </a:solidFill>
                <a:latin typeface="微软雅黑"/>
                <a:ea typeface="微软雅黑"/>
                <a:cs typeface="微软雅黑"/>
              </a:rPr>
              <a:t>外部</a:t>
            </a:r>
          </a:p>
          <a:p xmlns:a="http://schemas.openxmlformats.org/drawingml/2006/main">
            <a:pPr algn="ctr">
              <a:lnSpc>
                <a:spcPct val="118000"/>
              </a:lnSpc>
              <a:buNone/>
              <a:defRPr sz="2200" b="1">
                <a:solidFill>
                  <a:srgbClr val="A96510"/>
                </a:solidFill>
                <a:latin typeface="微软雅黑"/>
                <a:ea typeface="微软雅黑"/>
                <a:cs typeface="微软雅黑"/>
              </a:defRPr>
            </a:pPr>
            <a:r>
              <a:rPr sz="2200" b="1">
                <a:solidFill>
                  <a:srgbClr val="A96510"/>
                </a:solidFill>
                <a:latin typeface="微软雅黑"/>
                <a:ea typeface="微软雅黑"/>
                <a:cs typeface="微软雅黑"/>
              </a:rPr>
              <a:t>仅 20 篇 CS 论文</a:t>
            </a:r>
          </a:p>
        </p:txBody>
      </p:sp>
      <p:sp>
        <p:nvSpPr>
          <p:cNvPr id="14" name="construct">
            <a:extLst xmlns:a="http://schemas.openxmlformats.org/drawingml/2006/main">
              <a:ext uri="{FF2B5EF4-FFF2-40B4-BE49-F238E27FC236}">
                <a16:creationId xmlns:a16="http://schemas.microsoft.com/office/drawing/2014/main" id="{B4FE87AB-52F3-4932-8431-679B344CE4D9}"/>
              </a:ext>
            </a:extLst>
          </p:cNvPr>
          <p:cNvSpPr>
            <a:spLocks xmlns:a="http://schemas.openxmlformats.org/drawingml/2006/main" noGrp="1"/>
          </p:cNvSpPr>
          <p:nvPr/>
        </p:nvSpPr>
        <p:spPr>
          <a:xfrm xmlns:a="http://schemas.openxmlformats.org/drawingml/2006/main">
            <a:off x="762000" y="4048125"/>
            <a:ext cx="24765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100" b="1">
                <a:solidFill>
                  <a:srgbClr val="A96510"/>
                </a:solidFill>
                <a:latin typeface="微软雅黑"/>
                <a:ea typeface="微软雅黑"/>
                <a:cs typeface="微软雅黑"/>
              </a:defRPr>
            </a:pPr>
            <a:r>
              <a:rPr sz="2100" b="1">
                <a:solidFill>
                  <a:srgbClr val="A96510"/>
                </a:solidFill>
                <a:latin typeface="微软雅黑"/>
                <a:ea typeface="微软雅黑"/>
                <a:cs typeface="微软雅黑"/>
              </a:rPr>
              <a:t>构念</a:t>
            </a:r>
          </a:p>
          <a:p xmlns:a="http://schemas.openxmlformats.org/drawingml/2006/main">
            <a:pPr algn="ctr">
              <a:lnSpc>
                <a:spcPct val="118000"/>
              </a:lnSpc>
              <a:buNone/>
              <a:defRPr sz="2100" b="1">
                <a:solidFill>
                  <a:srgbClr val="A96510"/>
                </a:solidFill>
                <a:latin typeface="微软雅黑"/>
                <a:ea typeface="微软雅黑"/>
                <a:cs typeface="微软雅黑"/>
              </a:defRPr>
            </a:pPr>
            <a:r>
              <a:rPr sz="2100" b="1">
                <a:solidFill>
                  <a:srgbClr val="A96510"/>
                </a:solidFill>
                <a:latin typeface="微软雅黑"/>
                <a:ea typeface="微软雅黑"/>
                <a:cs typeface="微软雅黑"/>
              </a:rPr>
              <a:t>遗漏率未覆盖</a:t>
            </a:r>
          </a:p>
          <a:p xmlns:a="http://schemas.openxmlformats.org/drawingml/2006/main">
            <a:pPr algn="ctr">
              <a:lnSpc>
                <a:spcPct val="118000"/>
              </a:lnSpc>
              <a:buNone/>
              <a:defRPr sz="2100" b="1">
                <a:solidFill>
                  <a:srgbClr val="A96510"/>
                </a:solidFill>
                <a:latin typeface="微软雅黑"/>
                <a:ea typeface="微软雅黑"/>
                <a:cs typeface="微软雅黑"/>
              </a:defRPr>
            </a:pPr>
            <a:r>
              <a:rPr sz="2100" b="1">
                <a:solidFill>
                  <a:srgbClr val="A96510"/>
                </a:solidFill>
                <a:latin typeface="微软雅黑"/>
                <a:ea typeface="微软雅黑"/>
                <a:cs typeface="微软雅黑"/>
              </a:rPr>
              <a:t>全部质量</a:t>
            </a:r>
          </a:p>
        </p:txBody>
      </p:sp>
      <p:sp>
        <p:nvSpPr>
          <p:cNvPr id="15" name="conclusion">
            <a:extLst xmlns:a="http://schemas.openxmlformats.org/drawingml/2006/main">
              <a:ext uri="{FF2B5EF4-FFF2-40B4-BE49-F238E27FC236}">
                <a16:creationId xmlns:a16="http://schemas.microsoft.com/office/drawing/2014/main" id="{C5A2D318-4B43-4A6C-82D0-C3CD83805349}"/>
              </a:ext>
            </a:extLst>
          </p:cNvPr>
          <p:cNvSpPr>
            <a:spLocks xmlns:a="http://schemas.openxmlformats.org/drawingml/2006/main" noGrp="1"/>
          </p:cNvSpPr>
          <p:nvPr/>
        </p:nvSpPr>
        <p:spPr>
          <a:xfrm xmlns:a="http://schemas.openxmlformats.org/drawingml/2006/main">
            <a:off x="8858250" y="4238625"/>
            <a:ext cx="2476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100" b="1">
                <a:solidFill>
                  <a:srgbClr val="C8161E"/>
                </a:solidFill>
                <a:latin typeface="微软雅黑"/>
                <a:ea typeface="微软雅黑"/>
                <a:cs typeface="微软雅黑"/>
              </a:defRPr>
            </a:pPr>
            <a:r>
              <a:rPr sz="2100" b="1">
                <a:solidFill>
                  <a:srgbClr val="C8161E"/>
                </a:solidFill>
                <a:latin typeface="微软雅黑"/>
                <a:ea typeface="微软雅黑"/>
                <a:cs typeface="微软雅黑"/>
              </a:rPr>
              <a:t>结论</a:t>
            </a:r>
          </a:p>
          <a:p xmlns:a="http://schemas.openxmlformats.org/drawingml/2006/main">
            <a:pPr algn="ctr">
              <a:lnSpc>
                <a:spcPct val="118000"/>
              </a:lnSpc>
              <a:buNone/>
              <a:defRPr sz="2100" b="1">
                <a:solidFill>
                  <a:srgbClr val="C8161E"/>
                </a:solidFill>
                <a:latin typeface="微软雅黑"/>
                <a:ea typeface="微软雅黑"/>
                <a:cs typeface="微软雅黑"/>
              </a:defRPr>
            </a:pPr>
            <a:r>
              <a:rPr sz="2100" b="1">
                <a:solidFill>
                  <a:srgbClr val="C8161E"/>
                </a:solidFill>
                <a:latin typeface="微软雅黑"/>
                <a:ea typeface="微软雅黑"/>
                <a:cs typeface="微软雅黑"/>
              </a:rPr>
              <a:t>A1/A2/A3 未排除</a:t>
            </a:r>
          </a:p>
        </p:txBody>
      </p:sp>
    </p:spTree>
    <p:extLst>
      <p:ext uri="{BB962C8B-B14F-4D97-AF65-F5344CB8AC3E}">
        <p14:creationId xmlns:p14="http://schemas.microsoft.com/office/powerpoint/2010/main" val="1443728403"/>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失败必须留在运行账本中</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4DB16885-0D3F-A391-B669-3211DB3B26E8}" type="slidenum">
              <a:t>12</a:t>
            </a:fld>
            <a:endParaRPr/>
          </a:p>
        </p:txBody>
      </p:sp>
      <p:sp>
        <p:nvSpPr>
          <p:cNvPr id="6" name="brand-header">
            <a:extLst xmlns:a="http://schemas.openxmlformats.org/drawingml/2006/main">
              <a:ext uri="{FF2B5EF4-FFF2-40B4-BE49-F238E27FC236}">
                <a16:creationId xmlns:a16="http://schemas.microsoft.com/office/drawing/2014/main" id="{7627543D-B91F-4552-B6B9-A9DB4176AE9F}"/>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209ac8b29ccb4a45"/>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422E3D7D-E211-46CD-92C1-C9CAA286E8F0}"/>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失败必须留在运行账本中</a:t>
            </a:r>
          </a:p>
        </p:txBody>
      </p:sp>
      <p:sp>
        <p:nvSpPr>
          <p:cNvPr id="9" name="source">
            <a:extLst xmlns:a="http://schemas.openxmlformats.org/drawingml/2006/main">
              <a:ext uri="{FF2B5EF4-FFF2-40B4-BE49-F238E27FC236}">
                <a16:creationId xmlns:a16="http://schemas.microsoft.com/office/drawing/2014/main" id="{67C9AF6A-01BB-46FF-A8E7-02F72FACAC68}"/>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来源：lesson-13/slides.md；课程工件与讲义见 speaker notes</a:t>
            </a:r>
          </a:p>
        </p:txBody>
      </p:sp>
      <p:sp>
        <p:nvSpPr>
          <p:cNvPr id="10" name="m-label-0">
            <a:extLst xmlns:a="http://schemas.openxmlformats.org/drawingml/2006/main">
              <a:ext uri="{FF2B5EF4-FFF2-40B4-BE49-F238E27FC236}">
                <a16:creationId xmlns:a16="http://schemas.microsoft.com/office/drawing/2014/main" id="{08D2AB24-432C-490B-A0D8-D05B5D588492}"/>
              </a:ext>
            </a:extLst>
          </p:cNvPr>
          <p:cNvSpPr>
            <a:spLocks xmlns:a="http://schemas.openxmlformats.org/drawingml/2006/main" noGrp="1"/>
          </p:cNvSpPr>
          <p:nvPr/>
        </p:nvSpPr>
        <p:spPr>
          <a:xfrm xmlns:a="http://schemas.openxmlformats.org/drawingml/2006/main">
            <a:off x="609600" y="1619250"/>
            <a:ext cx="2190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000" b="1">
                <a:solidFill>
                  <a:srgbClr val="1F4D78"/>
                </a:solidFill>
                <a:latin typeface="微软雅黑"/>
                <a:ea typeface="微软雅黑"/>
                <a:cs typeface="微软雅黑"/>
              </a:defRPr>
            </a:pPr>
            <a:r>
              <a:rPr sz="2000" b="1">
                <a:solidFill>
                  <a:srgbClr val="1F4D78"/>
                </a:solidFill>
                <a:latin typeface="微软雅黑"/>
                <a:ea typeface="微软雅黑"/>
                <a:cs typeface="微软雅黑"/>
              </a:rPr>
              <a:t>run-041（虚构）</a:t>
            </a:r>
          </a:p>
        </p:txBody>
      </p:sp>
      <p:sp>
        <p:nvSpPr>
          <p:cNvPr id="11" name="m-value-0">
            <a:extLst xmlns:a="http://schemas.openxmlformats.org/drawingml/2006/main">
              <a:ext uri="{FF2B5EF4-FFF2-40B4-BE49-F238E27FC236}">
                <a16:creationId xmlns:a16="http://schemas.microsoft.com/office/drawing/2014/main" id="{15C1D21A-C4BE-40C0-B42B-871BCC69859C}"/>
              </a:ext>
            </a:extLst>
          </p:cNvPr>
          <p:cNvSpPr>
            <a:spLocks xmlns:a="http://schemas.openxmlformats.org/drawingml/2006/main" noGrp="1"/>
          </p:cNvSpPr>
          <p:nvPr/>
        </p:nvSpPr>
        <p:spPr>
          <a:xfrm xmlns:a="http://schemas.openxmlformats.org/drawingml/2006/main">
            <a:off x="2971800" y="1619250"/>
            <a:ext cx="86106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正常｜保留</a:t>
            </a:r>
          </a:p>
        </p:txBody>
      </p:sp>
      <p:sp>
        <p:nvSpPr>
          <p:cNvPr id="12" name="m-rule-0">
            <a:extLst xmlns:a="http://schemas.openxmlformats.org/drawingml/2006/main">
              <a:ext uri="{FF2B5EF4-FFF2-40B4-BE49-F238E27FC236}">
                <a16:creationId xmlns:a16="http://schemas.microsoft.com/office/drawing/2014/main" id="{7D84AD6B-C074-49E2-A588-0FEB06DC3D8F}"/>
              </a:ext>
            </a:extLst>
          </p:cNvPr>
          <p:cNvSpPr>
            <a:spLocks xmlns:a="http://schemas.openxmlformats.org/drawingml/2006/main" noGrp="1"/>
          </p:cNvSpPr>
          <p:nvPr/>
        </p:nvSpPr>
        <p:spPr>
          <a:xfrm xmlns:a="http://schemas.openxmlformats.org/drawingml/2006/main">
            <a:off x="609600" y="2438400"/>
            <a:ext cx="10972800"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13" name="m-label-1">
            <a:extLst xmlns:a="http://schemas.openxmlformats.org/drawingml/2006/main">
              <a:ext uri="{FF2B5EF4-FFF2-40B4-BE49-F238E27FC236}">
                <a16:creationId xmlns:a16="http://schemas.microsoft.com/office/drawing/2014/main" id="{37D42DEB-AE18-4E92-9801-8CD279AFED6C}"/>
              </a:ext>
            </a:extLst>
          </p:cNvPr>
          <p:cNvSpPr>
            <a:spLocks xmlns:a="http://schemas.openxmlformats.org/drawingml/2006/main" noGrp="1"/>
          </p:cNvSpPr>
          <p:nvPr/>
        </p:nvSpPr>
        <p:spPr>
          <a:xfrm xmlns:a="http://schemas.openxmlformats.org/drawingml/2006/main">
            <a:off x="609600" y="2476500"/>
            <a:ext cx="2190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000" b="1">
                <a:solidFill>
                  <a:srgbClr val="1F4D78"/>
                </a:solidFill>
                <a:latin typeface="微软雅黑"/>
                <a:ea typeface="微软雅黑"/>
                <a:cs typeface="微软雅黑"/>
              </a:defRPr>
            </a:pPr>
            <a:r>
              <a:rPr sz="2000" b="1">
                <a:solidFill>
                  <a:srgbClr val="1F4D78"/>
                </a:solidFill>
                <a:latin typeface="微软雅黑"/>
                <a:ea typeface="微软雅黑"/>
                <a:cs typeface="微软雅黑"/>
              </a:rPr>
              <a:t>run-042（虚构）</a:t>
            </a:r>
          </a:p>
        </p:txBody>
      </p:sp>
      <p:sp>
        <p:nvSpPr>
          <p:cNvPr id="14" name="m-value-1">
            <a:extLst xmlns:a="http://schemas.openxmlformats.org/drawingml/2006/main">
              <a:ext uri="{FF2B5EF4-FFF2-40B4-BE49-F238E27FC236}">
                <a16:creationId xmlns:a16="http://schemas.microsoft.com/office/drawing/2014/main" id="{DF612433-0F59-4FC0-B13B-4DC987DC3BDD}"/>
              </a:ext>
            </a:extLst>
          </p:cNvPr>
          <p:cNvSpPr>
            <a:spLocks xmlns:a="http://schemas.openxmlformats.org/drawingml/2006/main" noGrp="1"/>
          </p:cNvSpPr>
          <p:nvPr/>
        </p:nvSpPr>
        <p:spPr>
          <a:xfrm xmlns:a="http://schemas.openxmlformats.org/drawingml/2006/main">
            <a:off x="2971800" y="2476500"/>
            <a:ext cx="86106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图表论文反高｜失败 / 局限</a:t>
            </a:r>
          </a:p>
        </p:txBody>
      </p:sp>
      <p:sp>
        <p:nvSpPr>
          <p:cNvPr id="15" name="m-rule-1">
            <a:extLst xmlns:a="http://schemas.openxmlformats.org/drawingml/2006/main">
              <a:ext uri="{FF2B5EF4-FFF2-40B4-BE49-F238E27FC236}">
                <a16:creationId xmlns:a16="http://schemas.microsoft.com/office/drawing/2014/main" id="{F9FEA612-883A-4665-89FA-92AD9BFF4B1F}"/>
              </a:ext>
            </a:extLst>
          </p:cNvPr>
          <p:cNvSpPr>
            <a:spLocks xmlns:a="http://schemas.openxmlformats.org/drawingml/2006/main" noGrp="1"/>
          </p:cNvSpPr>
          <p:nvPr/>
        </p:nvSpPr>
        <p:spPr>
          <a:xfrm xmlns:a="http://schemas.openxmlformats.org/drawingml/2006/main">
            <a:off x="609600" y="3295650"/>
            <a:ext cx="10972800"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16" name="m-label-2">
            <a:extLst xmlns:a="http://schemas.openxmlformats.org/drawingml/2006/main">
              <a:ext uri="{FF2B5EF4-FFF2-40B4-BE49-F238E27FC236}">
                <a16:creationId xmlns:a16="http://schemas.microsoft.com/office/drawing/2014/main" id="{73EE7854-A4D8-4E05-B6D9-F7064E004DF5}"/>
              </a:ext>
            </a:extLst>
          </p:cNvPr>
          <p:cNvSpPr>
            <a:spLocks xmlns:a="http://schemas.openxmlformats.org/drawingml/2006/main" noGrp="1"/>
          </p:cNvSpPr>
          <p:nvPr/>
        </p:nvSpPr>
        <p:spPr>
          <a:xfrm xmlns:a="http://schemas.openxmlformats.org/drawingml/2006/main">
            <a:off x="609600" y="3333750"/>
            <a:ext cx="2190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000" b="1">
                <a:solidFill>
                  <a:srgbClr val="1F4D78"/>
                </a:solidFill>
                <a:latin typeface="微软雅黑"/>
                <a:ea typeface="微软雅黑"/>
                <a:cs typeface="微软雅黑"/>
              </a:defRPr>
            </a:pPr>
            <a:r>
              <a:rPr sz="2000" b="1">
                <a:solidFill>
                  <a:srgbClr val="1F4D78"/>
                </a:solidFill>
                <a:latin typeface="微软雅黑"/>
                <a:ea typeface="微软雅黑"/>
                <a:cs typeface="微软雅黑"/>
              </a:rPr>
              <a:t>run-043（虚构）</a:t>
            </a:r>
          </a:p>
        </p:txBody>
      </p:sp>
      <p:sp>
        <p:nvSpPr>
          <p:cNvPr id="17" name="m-value-2">
            <a:extLst xmlns:a="http://schemas.openxmlformats.org/drawingml/2006/main">
              <a:ext uri="{FF2B5EF4-FFF2-40B4-BE49-F238E27FC236}">
                <a16:creationId xmlns:a16="http://schemas.microsoft.com/office/drawing/2014/main" id="{CE5F9BAD-0CB5-4EFE-A450-8B16044670AD}"/>
              </a:ext>
            </a:extLst>
          </p:cNvPr>
          <p:cNvSpPr>
            <a:spLocks xmlns:a="http://schemas.openxmlformats.org/drawingml/2006/main" noGrp="1"/>
          </p:cNvSpPr>
          <p:nvPr/>
        </p:nvSpPr>
        <p:spPr>
          <a:xfrm xmlns:a="http://schemas.openxmlformats.org/drawingml/2006/main">
            <a:off x="2971800" y="3333750"/>
            <a:ext cx="86106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越权请求｜拒绝并记录</a:t>
            </a:r>
          </a:p>
        </p:txBody>
      </p:sp>
      <p:sp>
        <p:nvSpPr>
          <p:cNvPr id="18" name="m-rule-2">
            <a:extLst xmlns:a="http://schemas.openxmlformats.org/drawingml/2006/main">
              <a:ext uri="{FF2B5EF4-FFF2-40B4-BE49-F238E27FC236}">
                <a16:creationId xmlns:a16="http://schemas.microsoft.com/office/drawing/2014/main" id="{7CA8FD01-CAC7-4EB1-B9FB-988CE484F495}"/>
              </a:ext>
            </a:extLst>
          </p:cNvPr>
          <p:cNvSpPr>
            <a:spLocks xmlns:a="http://schemas.openxmlformats.org/drawingml/2006/main" noGrp="1"/>
          </p:cNvSpPr>
          <p:nvPr/>
        </p:nvSpPr>
        <p:spPr>
          <a:xfrm xmlns:a="http://schemas.openxmlformats.org/drawingml/2006/main">
            <a:off x="609600" y="4152900"/>
            <a:ext cx="10972800"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19" name="m-label-3">
            <a:extLst xmlns:a="http://schemas.openxmlformats.org/drawingml/2006/main">
              <a:ext uri="{FF2B5EF4-FFF2-40B4-BE49-F238E27FC236}">
                <a16:creationId xmlns:a16="http://schemas.microsoft.com/office/drawing/2014/main" id="{AD2EC837-0BEB-4839-92A5-C984C7F86E8C}"/>
              </a:ext>
            </a:extLst>
          </p:cNvPr>
          <p:cNvSpPr>
            <a:spLocks xmlns:a="http://schemas.openxmlformats.org/drawingml/2006/main" noGrp="1"/>
          </p:cNvSpPr>
          <p:nvPr/>
        </p:nvSpPr>
        <p:spPr>
          <a:xfrm xmlns:a="http://schemas.openxmlformats.org/drawingml/2006/main">
            <a:off x="609600" y="4191000"/>
            <a:ext cx="2190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000" b="1">
                <a:solidFill>
                  <a:srgbClr val="C8161E"/>
                </a:solidFill>
                <a:latin typeface="微软雅黑"/>
                <a:ea typeface="微软雅黑"/>
                <a:cs typeface="微软雅黑"/>
              </a:defRPr>
            </a:pPr>
            <a:r>
              <a:rPr sz="2000" b="1">
                <a:solidFill>
                  <a:srgbClr val="C8161E"/>
                </a:solidFill>
                <a:latin typeface="微软雅黑"/>
                <a:ea typeface="微软雅黑"/>
                <a:cs typeface="微软雅黑"/>
              </a:rPr>
              <a:t>禁止动作</a:t>
            </a:r>
          </a:p>
        </p:txBody>
      </p:sp>
      <p:sp>
        <p:nvSpPr>
          <p:cNvPr id="20" name="m-value-3">
            <a:extLst xmlns:a="http://schemas.openxmlformats.org/drawingml/2006/main">
              <a:ext uri="{FF2B5EF4-FFF2-40B4-BE49-F238E27FC236}">
                <a16:creationId xmlns:a16="http://schemas.microsoft.com/office/drawing/2014/main" id="{31078D27-65AE-4698-84E8-3B7C057DC847}"/>
              </a:ext>
            </a:extLst>
          </p:cNvPr>
          <p:cNvSpPr>
            <a:spLocks xmlns:a="http://schemas.openxmlformats.org/drawingml/2006/main" noGrp="1"/>
          </p:cNvSpPr>
          <p:nvPr/>
        </p:nvSpPr>
        <p:spPr>
          <a:xfrm xmlns:a="http://schemas.openxmlformats.org/drawingml/2006/main">
            <a:off x="2971800" y="4191000"/>
            <a:ext cx="86106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删除失败、事后改协议、伪造或隐瞒记录</a:t>
            </a:r>
          </a:p>
        </p:txBody>
      </p:sp>
      <p:sp>
        <p:nvSpPr>
          <p:cNvPr id="21" name="m-rule-3">
            <a:extLst xmlns:a="http://schemas.openxmlformats.org/drawingml/2006/main">
              <a:ext uri="{FF2B5EF4-FFF2-40B4-BE49-F238E27FC236}">
                <a16:creationId xmlns:a16="http://schemas.microsoft.com/office/drawing/2014/main" id="{E63D02E1-069F-496F-B49C-F9A0B0E09051}"/>
              </a:ext>
            </a:extLst>
          </p:cNvPr>
          <p:cNvSpPr>
            <a:spLocks xmlns:a="http://schemas.openxmlformats.org/drawingml/2006/main" noGrp="1"/>
          </p:cNvSpPr>
          <p:nvPr/>
        </p:nvSpPr>
        <p:spPr>
          <a:xfrm xmlns:a="http://schemas.openxmlformats.org/drawingml/2006/main">
            <a:off x="609600" y="5010150"/>
            <a:ext cx="10972800"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Tree>
    <p:extLst>
      <p:ext uri="{BB962C8B-B14F-4D97-AF65-F5344CB8AC3E}">
        <p14:creationId xmlns:p14="http://schemas.microsoft.com/office/powerpoint/2010/main" val="144372840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六类根因围绕一次失败定位</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2DD23107-4986-8758-3A93-3D74F35908CC}" type="slidenum">
              <a:t>13</a:t>
            </a:fld>
            <a:endParaRPr/>
          </a:p>
        </p:txBody>
      </p:sp>
      <p:sp>
        <p:nvSpPr>
          <p:cNvPr id="6" name="brand-header">
            <a:extLst xmlns:a="http://schemas.openxmlformats.org/drawingml/2006/main">
              <a:ext uri="{FF2B5EF4-FFF2-40B4-BE49-F238E27FC236}">
                <a16:creationId xmlns:a16="http://schemas.microsoft.com/office/drawing/2014/main" id="{D6A6E107-2DA7-4D70-8932-5E3579B64371}"/>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e96eece592ba4af9"/>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B141D8F2-A291-4F3C-AEF7-457559FDBF01}"/>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六类根因围绕一次失败定位</a:t>
            </a:r>
          </a:p>
        </p:txBody>
      </p:sp>
      <p:sp>
        <p:nvSpPr>
          <p:cNvPr id="9" name="source">
            <a:extLst xmlns:a="http://schemas.openxmlformats.org/drawingml/2006/main">
              <a:ext uri="{FF2B5EF4-FFF2-40B4-BE49-F238E27FC236}">
                <a16:creationId xmlns:a16="http://schemas.microsoft.com/office/drawing/2014/main" id="{2D239565-C90C-45C7-9F69-D857D6B3EF00}"/>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来源：lesson-13/slides.md；课程工件与讲义见 speaker notes</a:t>
            </a:r>
          </a:p>
        </p:txBody>
      </p:sp>
      <p:sp>
        <p:nvSpPr>
          <p:cNvPr id="10" name="doc-11-bg">
            <a:extLst xmlns:a="http://schemas.openxmlformats.org/drawingml/2006/main">
              <a:ext uri="{FF2B5EF4-FFF2-40B4-BE49-F238E27FC236}">
                <a16:creationId xmlns:a16="http://schemas.microsoft.com/office/drawing/2014/main" id="{54519E1C-A501-4765-8605-59703E589B1F}"/>
              </a:ext>
            </a:extLst>
          </p:cNvPr>
          <p:cNvSpPr>
            <a:spLocks xmlns:a="http://schemas.openxmlformats.org/drawingml/2006/main" noGrp="1"/>
          </p:cNvSpPr>
          <p:nvPr/>
        </p:nvSpPr>
        <p:spPr>
          <a:xfrm xmlns:a="http://schemas.openxmlformats.org/drawingml/2006/main">
            <a:off x="3714750" y="1809750"/>
            <a:ext cx="4762500" cy="2381250"/>
          </a:xfrm>
          <a:prstGeom xmlns:a="http://schemas.openxmlformats.org/drawingml/2006/main" prst="rect">
            <a:avLst/>
          </a:prstGeom>
          <a:solidFill xmlns:a="http://schemas.openxmlformats.org/drawingml/2006/main">
            <a:srgbClr val="F4F6F8"/>
          </a:solidFill>
          <a:ln xmlns:a="http://schemas.openxmlformats.org/drawingml/2006/main" w="0">
            <a:noFill/>
          </a:ln>
        </p:spPr>
      </p:sp>
      <p:sp>
        <p:nvSpPr>
          <p:cNvPr id="11" name="doc-11-title-bg">
            <a:extLst xmlns:a="http://schemas.openxmlformats.org/drawingml/2006/main">
              <a:ext uri="{FF2B5EF4-FFF2-40B4-BE49-F238E27FC236}">
                <a16:creationId xmlns:a16="http://schemas.microsoft.com/office/drawing/2014/main" id="{EC2DDA6E-30A0-475D-AC95-05A0CDF06492}"/>
              </a:ext>
            </a:extLst>
          </p:cNvPr>
          <p:cNvSpPr>
            <a:spLocks xmlns:a="http://schemas.openxmlformats.org/drawingml/2006/main" noGrp="1"/>
          </p:cNvSpPr>
          <p:nvPr/>
        </p:nvSpPr>
        <p:spPr>
          <a:xfrm xmlns:a="http://schemas.openxmlformats.org/drawingml/2006/main">
            <a:off x="3714750" y="1809750"/>
            <a:ext cx="3429000" cy="323850"/>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2" name="doc-11-title">
            <a:extLst xmlns:a="http://schemas.openxmlformats.org/drawingml/2006/main">
              <a:ext uri="{FF2B5EF4-FFF2-40B4-BE49-F238E27FC236}">
                <a16:creationId xmlns:a16="http://schemas.microsoft.com/office/drawing/2014/main" id="{FD3AC288-448A-4835-B34E-B8629763D1E4}"/>
              </a:ext>
            </a:extLst>
          </p:cNvPr>
          <p:cNvSpPr>
            <a:spLocks xmlns:a="http://schemas.openxmlformats.org/drawingml/2006/main" noGrp="1"/>
          </p:cNvSpPr>
          <p:nvPr/>
        </p:nvSpPr>
        <p:spPr>
          <a:xfrm xmlns:a="http://schemas.openxmlformats.org/drawingml/2006/main">
            <a:off x="3790950" y="1828800"/>
            <a:ext cx="327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1">
                <a:solidFill>
                  <a:srgbClr val="FFFFFF"/>
                </a:solidFill>
                <a:latin typeface="微软雅黑"/>
                <a:ea typeface="微软雅黑"/>
                <a:cs typeface="微软雅黑"/>
              </a:defRPr>
            </a:pPr>
            <a:r>
              <a:rPr sz="1800" b="1">
                <a:solidFill>
                  <a:srgbClr val="FFFFFF"/>
                </a:solidFill>
                <a:latin typeface="微软雅黑"/>
                <a:ea typeface="微软雅黑"/>
                <a:cs typeface="微软雅黑"/>
              </a:rPr>
              <a:t>run-042｜虚构教学记录</a:t>
            </a:r>
          </a:p>
        </p:txBody>
      </p:sp>
      <p:sp>
        <p:nvSpPr>
          <p:cNvPr id="13" name="doc-11-line-0">
            <a:extLst xmlns:a="http://schemas.openxmlformats.org/drawingml/2006/main">
              <a:ext uri="{FF2B5EF4-FFF2-40B4-BE49-F238E27FC236}">
                <a16:creationId xmlns:a16="http://schemas.microsoft.com/office/drawing/2014/main" id="{DA8DFEC1-CAAD-4F31-AD8C-28549C7285E6}"/>
              </a:ext>
            </a:extLst>
          </p:cNvPr>
          <p:cNvSpPr>
            <a:spLocks xmlns:a="http://schemas.openxmlformats.org/drawingml/2006/main" noGrp="1"/>
          </p:cNvSpPr>
          <p:nvPr/>
        </p:nvSpPr>
        <p:spPr>
          <a:xfrm xmlns:a="http://schemas.openxmlformats.org/drawingml/2006/main">
            <a:off x="3943350" y="2305050"/>
            <a:ext cx="4305300" cy="546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表现：图表论文遗漏率反高</a:t>
            </a:r>
          </a:p>
        </p:txBody>
      </p:sp>
      <p:sp>
        <p:nvSpPr>
          <p:cNvPr id="14" name="doc-11-line-1">
            <a:extLst xmlns:a="http://schemas.openxmlformats.org/drawingml/2006/main">
              <a:ext uri="{FF2B5EF4-FFF2-40B4-BE49-F238E27FC236}">
                <a16:creationId xmlns:a16="http://schemas.microsoft.com/office/drawing/2014/main" id="{F9785CD8-1418-4D9E-B974-359D43A48361}"/>
              </a:ext>
            </a:extLst>
          </p:cNvPr>
          <p:cNvSpPr>
            <a:spLocks xmlns:a="http://schemas.openxmlformats.org/drawingml/2006/main" noGrp="1"/>
          </p:cNvSpPr>
          <p:nvPr/>
        </p:nvSpPr>
        <p:spPr>
          <a:xfrm xmlns:a="http://schemas.openxmlformats.org/drawingml/2006/main">
            <a:off x="3943350" y="2870200"/>
            <a:ext cx="4305300" cy="546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命中：任务契约 / 文档结构不匹配</a:t>
            </a:r>
          </a:p>
        </p:txBody>
      </p:sp>
      <p:sp>
        <p:nvSpPr>
          <p:cNvPr id="15" name="doc-11-line-2">
            <a:extLst xmlns:a="http://schemas.openxmlformats.org/drawingml/2006/main">
              <a:ext uri="{FF2B5EF4-FFF2-40B4-BE49-F238E27FC236}">
                <a16:creationId xmlns:a16="http://schemas.microsoft.com/office/drawing/2014/main" id="{56EE743A-E1E3-42BB-9D4B-0456CAA5B96A}"/>
              </a:ext>
            </a:extLst>
          </p:cNvPr>
          <p:cNvSpPr>
            <a:spLocks xmlns:a="http://schemas.openxmlformats.org/drawingml/2006/main" noGrp="1"/>
          </p:cNvSpPr>
          <p:nvPr/>
        </p:nvSpPr>
        <p:spPr>
          <a:xfrm xmlns:a="http://schemas.openxmlformats.org/drawingml/2006/main">
            <a:off x="3943350" y="3435350"/>
            <a:ext cx="4305300" cy="546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下一步：补充不适用范围并复测</a:t>
            </a:r>
          </a:p>
        </p:txBody>
      </p:sp>
      <p:sp>
        <p:nvSpPr>
          <p:cNvPr id="16" name="cause-0">
            <a:extLst xmlns:a="http://schemas.openxmlformats.org/drawingml/2006/main">
              <a:ext uri="{FF2B5EF4-FFF2-40B4-BE49-F238E27FC236}">
                <a16:creationId xmlns:a16="http://schemas.microsoft.com/office/drawing/2014/main" id="{25AC929B-706D-4D8C-896F-904D91DBF5AF}"/>
              </a:ext>
            </a:extLst>
          </p:cNvPr>
          <p:cNvSpPr>
            <a:spLocks xmlns:a="http://schemas.openxmlformats.org/drawingml/2006/main" noGrp="1"/>
          </p:cNvSpPr>
          <p:nvPr/>
        </p:nvSpPr>
        <p:spPr>
          <a:xfrm xmlns:a="http://schemas.openxmlformats.org/drawingml/2006/main">
            <a:off x="666750" y="1524000"/>
            <a:ext cx="228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1">
                <a:solidFill>
                  <a:srgbClr val="C8161E"/>
                </a:solidFill>
                <a:latin typeface="微软雅黑"/>
                <a:ea typeface="微软雅黑"/>
                <a:cs typeface="微软雅黑"/>
              </a:defRPr>
            </a:pPr>
            <a:r>
              <a:rPr sz="2000" b="1">
                <a:solidFill>
                  <a:srgbClr val="C8161E"/>
                </a:solidFill>
                <a:latin typeface="微软雅黑"/>
                <a:ea typeface="微软雅黑"/>
                <a:cs typeface="微软雅黑"/>
              </a:rPr>
              <a:t>任务契约</a:t>
            </a:r>
          </a:p>
        </p:txBody>
      </p:sp>
      <p:sp>
        <p:nvSpPr>
          <p:cNvPr id="17" name="cause-1">
            <a:extLst xmlns:a="http://schemas.openxmlformats.org/drawingml/2006/main">
              <a:ext uri="{FF2B5EF4-FFF2-40B4-BE49-F238E27FC236}">
                <a16:creationId xmlns:a16="http://schemas.microsoft.com/office/drawing/2014/main" id="{531FA910-EB9F-499F-BB46-2889F31F0D28}"/>
              </a:ext>
            </a:extLst>
          </p:cNvPr>
          <p:cNvSpPr>
            <a:spLocks xmlns:a="http://schemas.openxmlformats.org/drawingml/2006/main" noGrp="1"/>
          </p:cNvSpPr>
          <p:nvPr/>
        </p:nvSpPr>
        <p:spPr>
          <a:xfrm xmlns:a="http://schemas.openxmlformats.org/drawingml/2006/main">
            <a:off x="666750" y="2857500"/>
            <a:ext cx="228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越权边界</a:t>
            </a:r>
          </a:p>
        </p:txBody>
      </p:sp>
      <p:sp>
        <p:nvSpPr>
          <p:cNvPr id="18" name="cause-2">
            <a:extLst xmlns:a="http://schemas.openxmlformats.org/drawingml/2006/main">
              <a:ext uri="{FF2B5EF4-FFF2-40B4-BE49-F238E27FC236}">
                <a16:creationId xmlns:a16="http://schemas.microsoft.com/office/drawing/2014/main" id="{A09130C3-4529-4383-AAD0-B946A48E8EC8}"/>
              </a:ext>
            </a:extLst>
          </p:cNvPr>
          <p:cNvSpPr>
            <a:spLocks xmlns:a="http://schemas.openxmlformats.org/drawingml/2006/main" noGrp="1"/>
          </p:cNvSpPr>
          <p:nvPr/>
        </p:nvSpPr>
        <p:spPr>
          <a:xfrm xmlns:a="http://schemas.openxmlformats.org/drawingml/2006/main">
            <a:off x="666750" y="4191000"/>
            <a:ext cx="228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协议漂移</a:t>
            </a:r>
          </a:p>
        </p:txBody>
      </p:sp>
      <p:sp>
        <p:nvSpPr>
          <p:cNvPr id="19" name="cause-3">
            <a:extLst xmlns:a="http://schemas.openxmlformats.org/drawingml/2006/main">
              <a:ext uri="{FF2B5EF4-FFF2-40B4-BE49-F238E27FC236}">
                <a16:creationId xmlns:a16="http://schemas.microsoft.com/office/drawing/2014/main" id="{F352D74D-03D0-467B-AB5D-476DA6EAEA6B}"/>
              </a:ext>
            </a:extLst>
          </p:cNvPr>
          <p:cNvSpPr>
            <a:spLocks xmlns:a="http://schemas.openxmlformats.org/drawingml/2006/main" noGrp="1"/>
          </p:cNvSpPr>
          <p:nvPr/>
        </p:nvSpPr>
        <p:spPr>
          <a:xfrm xmlns:a="http://schemas.openxmlformats.org/drawingml/2006/main">
            <a:off x="9048750" y="1524000"/>
            <a:ext cx="228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数据依赖</a:t>
            </a:r>
          </a:p>
        </p:txBody>
      </p:sp>
      <p:sp>
        <p:nvSpPr>
          <p:cNvPr id="20" name="cause-4">
            <a:extLst xmlns:a="http://schemas.openxmlformats.org/drawingml/2006/main">
              <a:ext uri="{FF2B5EF4-FFF2-40B4-BE49-F238E27FC236}">
                <a16:creationId xmlns:a16="http://schemas.microsoft.com/office/drawing/2014/main" id="{3A58AC70-A587-4C86-A89B-FDDA67DFD56A}"/>
              </a:ext>
            </a:extLst>
          </p:cNvPr>
          <p:cNvSpPr>
            <a:spLocks xmlns:a="http://schemas.openxmlformats.org/drawingml/2006/main" noGrp="1"/>
          </p:cNvSpPr>
          <p:nvPr/>
        </p:nvSpPr>
        <p:spPr>
          <a:xfrm xmlns:a="http://schemas.openxmlformats.org/drawingml/2006/main">
            <a:off x="9048750" y="2857500"/>
            <a:ext cx="228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配置债</a:t>
            </a:r>
          </a:p>
        </p:txBody>
      </p:sp>
      <p:sp>
        <p:nvSpPr>
          <p:cNvPr id="21" name="cause-5">
            <a:extLst xmlns:a="http://schemas.openxmlformats.org/drawingml/2006/main">
              <a:ext uri="{FF2B5EF4-FFF2-40B4-BE49-F238E27FC236}">
                <a16:creationId xmlns:a16="http://schemas.microsoft.com/office/drawing/2014/main" id="{EA8F3F68-04A4-4491-BEDE-68AB0FFAAFA8}"/>
              </a:ext>
            </a:extLst>
          </p:cNvPr>
          <p:cNvSpPr>
            <a:spLocks xmlns:a="http://schemas.openxmlformats.org/drawingml/2006/main" noGrp="1"/>
          </p:cNvSpPr>
          <p:nvPr/>
        </p:nvSpPr>
        <p:spPr>
          <a:xfrm xmlns:a="http://schemas.openxmlformats.org/drawingml/2006/main">
            <a:off x="9048750" y="4191000"/>
            <a:ext cx="228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无效建议</a:t>
            </a:r>
          </a:p>
        </p:txBody>
      </p:sp>
    </p:spTree>
    <p:extLst>
      <p:ext uri="{BB962C8B-B14F-4D97-AF65-F5344CB8AC3E}">
        <p14:creationId xmlns:p14="http://schemas.microsoft.com/office/powerpoint/2010/main" val="1443728403"/>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运行 ID 连接失败日志与人工审核</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327921A4-25C4-3DB4-06B1-32693CEE2241}" type="slidenum">
              <a:t>14</a:t>
            </a:fld>
            <a:endParaRPr/>
          </a:p>
        </p:txBody>
      </p:sp>
      <p:sp>
        <p:nvSpPr>
          <p:cNvPr id="6" name="brand-header">
            <a:extLst xmlns:a="http://schemas.openxmlformats.org/drawingml/2006/main">
              <a:ext uri="{FF2B5EF4-FFF2-40B4-BE49-F238E27FC236}">
                <a16:creationId xmlns:a16="http://schemas.microsoft.com/office/drawing/2014/main" id="{738B512B-C32D-4577-96FE-0D75896730C2}"/>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7dd1b67db4f94433"/>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47CF77B2-B22C-421F-8D4E-5C362CEA8CC5}"/>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运行 ID 连接失败日志与人工审核</a:t>
            </a:r>
          </a:p>
        </p:txBody>
      </p:sp>
      <p:sp>
        <p:nvSpPr>
          <p:cNvPr id="9" name="source">
            <a:extLst xmlns:a="http://schemas.openxmlformats.org/drawingml/2006/main">
              <a:ext uri="{FF2B5EF4-FFF2-40B4-BE49-F238E27FC236}">
                <a16:creationId xmlns:a16="http://schemas.microsoft.com/office/drawing/2014/main" id="{4095FFC4-383A-4F2F-832C-8FA73F0DFF21}"/>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来源：lesson-13/slides.md；课程工件与讲义见 speaker notes</a:t>
            </a:r>
          </a:p>
        </p:txBody>
      </p:sp>
      <p:sp>
        <p:nvSpPr>
          <p:cNvPr id="10" name="fiction">
            <a:extLst xmlns:a="http://schemas.openxmlformats.org/drawingml/2006/main">
              <a:ext uri="{FF2B5EF4-FFF2-40B4-BE49-F238E27FC236}">
                <a16:creationId xmlns:a16="http://schemas.microsoft.com/office/drawing/2014/main" id="{FAC9BBD1-724D-4ED9-AEE7-66A98D131DF5}"/>
              </a:ext>
            </a:extLst>
          </p:cNvPr>
          <p:cNvSpPr>
            <a:spLocks xmlns:a="http://schemas.openxmlformats.org/drawingml/2006/main" noGrp="1"/>
          </p:cNvSpPr>
          <p:nvPr/>
        </p:nvSpPr>
        <p:spPr>
          <a:xfrm xmlns:a="http://schemas.openxmlformats.org/drawingml/2006/main">
            <a:off x="609600" y="885825"/>
            <a:ext cx="10572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800" b="0">
                <a:solidFill>
                  <a:srgbClr val="A96510"/>
                </a:solidFill>
                <a:latin typeface="微软雅黑"/>
                <a:ea typeface="微软雅黑"/>
                <a:cs typeface="微软雅黑"/>
              </a:defRPr>
            </a:pPr>
            <a:r>
              <a:rPr sz="1800" b="0">
                <a:solidFill>
                  <a:srgbClr val="A96510"/>
                </a:solidFill>
                <a:latin typeface="微软雅黑"/>
                <a:ea typeface="微软雅黑"/>
                <a:cs typeface="微软雅黑"/>
              </a:rPr>
              <a:t>课程虚构教学案例</a:t>
            </a:r>
          </a:p>
        </p:txBody>
      </p:sp>
      <p:sp>
        <p:nvSpPr>
          <p:cNvPr id="11" name="doc-12-bg">
            <a:extLst xmlns:a="http://schemas.openxmlformats.org/drawingml/2006/main">
              <a:ext uri="{FF2B5EF4-FFF2-40B4-BE49-F238E27FC236}">
                <a16:creationId xmlns:a16="http://schemas.microsoft.com/office/drawing/2014/main" id="{DA936E32-723F-485D-966E-C61652D03C64}"/>
              </a:ext>
            </a:extLst>
          </p:cNvPr>
          <p:cNvSpPr>
            <a:spLocks xmlns:a="http://schemas.openxmlformats.org/drawingml/2006/main" noGrp="1"/>
          </p:cNvSpPr>
          <p:nvPr/>
        </p:nvSpPr>
        <p:spPr>
          <a:xfrm xmlns:a="http://schemas.openxmlformats.org/drawingml/2006/main">
            <a:off x="523875" y="1381125"/>
            <a:ext cx="4953000" cy="4095750"/>
          </a:xfrm>
          <a:prstGeom xmlns:a="http://schemas.openxmlformats.org/drawingml/2006/main" prst="rect">
            <a:avLst/>
          </a:prstGeom>
          <a:solidFill xmlns:a="http://schemas.openxmlformats.org/drawingml/2006/main">
            <a:srgbClr val="F4F6F8"/>
          </a:solidFill>
          <a:ln xmlns:a="http://schemas.openxmlformats.org/drawingml/2006/main" w="0">
            <a:noFill/>
          </a:ln>
        </p:spPr>
      </p:sp>
      <p:sp>
        <p:nvSpPr>
          <p:cNvPr id="12" name="doc-12-title-bg">
            <a:extLst xmlns:a="http://schemas.openxmlformats.org/drawingml/2006/main">
              <a:ext uri="{FF2B5EF4-FFF2-40B4-BE49-F238E27FC236}">
                <a16:creationId xmlns:a16="http://schemas.microsoft.com/office/drawing/2014/main" id="{6ACD2E4F-C6B6-460A-B636-92742540D0D2}"/>
              </a:ext>
            </a:extLst>
          </p:cNvPr>
          <p:cNvSpPr>
            <a:spLocks xmlns:a="http://schemas.openxmlformats.org/drawingml/2006/main" noGrp="1"/>
          </p:cNvSpPr>
          <p:nvPr/>
        </p:nvSpPr>
        <p:spPr>
          <a:xfrm xmlns:a="http://schemas.openxmlformats.org/drawingml/2006/main">
            <a:off x="523875" y="1381125"/>
            <a:ext cx="3429000" cy="323850"/>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3" name="doc-12-title">
            <a:extLst xmlns:a="http://schemas.openxmlformats.org/drawingml/2006/main">
              <a:ext uri="{FF2B5EF4-FFF2-40B4-BE49-F238E27FC236}">
                <a16:creationId xmlns:a16="http://schemas.microsoft.com/office/drawing/2014/main" id="{A0A9D3E6-AF38-4E49-8EB7-2AAEA784BB61}"/>
              </a:ext>
            </a:extLst>
          </p:cNvPr>
          <p:cNvSpPr>
            <a:spLocks xmlns:a="http://schemas.openxmlformats.org/drawingml/2006/main" noGrp="1"/>
          </p:cNvSpPr>
          <p:nvPr/>
        </p:nvSpPr>
        <p:spPr>
          <a:xfrm xmlns:a="http://schemas.openxmlformats.org/drawingml/2006/main">
            <a:off x="600075" y="1400175"/>
            <a:ext cx="327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1">
                <a:solidFill>
                  <a:srgbClr val="FFFFFF"/>
                </a:solidFill>
                <a:latin typeface="微软雅黑"/>
                <a:ea typeface="微软雅黑"/>
                <a:cs typeface="微软雅黑"/>
              </a:defRPr>
            </a:pPr>
            <a:r>
              <a:rPr sz="1800" b="1">
                <a:solidFill>
                  <a:srgbClr val="FFFFFF"/>
                </a:solidFill>
                <a:latin typeface="微软雅黑"/>
                <a:ea typeface="微软雅黑"/>
                <a:cs typeface="微软雅黑"/>
              </a:rPr>
              <a:t>failure-log.md｜run-042</a:t>
            </a:r>
          </a:p>
        </p:txBody>
      </p:sp>
      <p:sp>
        <p:nvSpPr>
          <p:cNvPr id="14" name="doc-12-line-0">
            <a:extLst xmlns:a="http://schemas.openxmlformats.org/drawingml/2006/main">
              <a:ext uri="{FF2B5EF4-FFF2-40B4-BE49-F238E27FC236}">
                <a16:creationId xmlns:a16="http://schemas.microsoft.com/office/drawing/2014/main" id="{53A596B9-C975-4793-9D72-94CE27CE39A2}"/>
              </a:ext>
            </a:extLst>
          </p:cNvPr>
          <p:cNvSpPr>
            <a:spLocks xmlns:a="http://schemas.openxmlformats.org/drawingml/2006/main" noGrp="1"/>
          </p:cNvSpPr>
          <p:nvPr/>
        </p:nvSpPr>
        <p:spPr>
          <a:xfrm xmlns:a="http://schemas.openxmlformats.org/drawingml/2006/main">
            <a:off x="752475" y="1876425"/>
            <a:ext cx="4495800" cy="55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发生：run-042</a:t>
            </a:r>
          </a:p>
        </p:txBody>
      </p:sp>
      <p:sp>
        <p:nvSpPr>
          <p:cNvPr id="15" name="doc-12-line-1">
            <a:extLst xmlns:a="http://schemas.openxmlformats.org/drawingml/2006/main">
              <a:ext uri="{FF2B5EF4-FFF2-40B4-BE49-F238E27FC236}">
                <a16:creationId xmlns:a16="http://schemas.microsoft.com/office/drawing/2014/main" id="{1ED63676-CCAC-461D-90F6-CCB7FD33E362}"/>
              </a:ext>
            </a:extLst>
          </p:cNvPr>
          <p:cNvSpPr>
            <a:spLocks xmlns:a="http://schemas.openxmlformats.org/drawingml/2006/main" noGrp="1"/>
          </p:cNvSpPr>
          <p:nvPr/>
        </p:nvSpPr>
        <p:spPr>
          <a:xfrm xmlns:a="http://schemas.openxmlformats.org/drawingml/2006/main">
            <a:off x="752475" y="2444750"/>
            <a:ext cx="4495800" cy="55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表现：图表论文遗漏率反高</a:t>
            </a:r>
          </a:p>
        </p:txBody>
      </p:sp>
      <p:sp>
        <p:nvSpPr>
          <p:cNvPr id="16" name="doc-12-line-2">
            <a:extLst xmlns:a="http://schemas.openxmlformats.org/drawingml/2006/main">
              <a:ext uri="{FF2B5EF4-FFF2-40B4-BE49-F238E27FC236}">
                <a16:creationId xmlns:a16="http://schemas.microsoft.com/office/drawing/2014/main" id="{1DAA1464-D683-4075-944C-879F9526AB1C}"/>
              </a:ext>
            </a:extLst>
          </p:cNvPr>
          <p:cNvSpPr>
            <a:spLocks xmlns:a="http://schemas.openxmlformats.org/drawingml/2006/main" noGrp="1"/>
          </p:cNvSpPr>
          <p:nvPr/>
        </p:nvSpPr>
        <p:spPr>
          <a:xfrm xmlns:a="http://schemas.openxmlformats.org/drawingml/2006/main">
            <a:off x="752475" y="3013075"/>
            <a:ext cx="4495800" cy="55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根因：任务契约 / 文档结构不匹配</a:t>
            </a:r>
          </a:p>
        </p:txBody>
      </p:sp>
      <p:sp>
        <p:nvSpPr>
          <p:cNvPr id="17" name="doc-12-line-3">
            <a:extLst xmlns:a="http://schemas.openxmlformats.org/drawingml/2006/main">
              <a:ext uri="{FF2B5EF4-FFF2-40B4-BE49-F238E27FC236}">
                <a16:creationId xmlns:a16="http://schemas.microsoft.com/office/drawing/2014/main" id="{3648383C-DF9B-4D44-B5B1-54B7B6A3F9B7}"/>
              </a:ext>
            </a:extLst>
          </p:cNvPr>
          <p:cNvSpPr>
            <a:spLocks xmlns:a="http://schemas.openxmlformats.org/drawingml/2006/main" noGrp="1"/>
          </p:cNvSpPr>
          <p:nvPr/>
        </p:nvSpPr>
        <p:spPr>
          <a:xfrm xmlns:a="http://schemas.openxmlformats.org/drawingml/2006/main">
            <a:off x="752475" y="3581400"/>
            <a:ext cx="4495800" cy="55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红线检查：无编造 / 隐瞒 / 越权</a:t>
            </a:r>
          </a:p>
        </p:txBody>
      </p:sp>
      <p:sp>
        <p:nvSpPr>
          <p:cNvPr id="18" name="doc-12-line-4">
            <a:extLst xmlns:a="http://schemas.openxmlformats.org/drawingml/2006/main">
              <a:ext uri="{FF2B5EF4-FFF2-40B4-BE49-F238E27FC236}">
                <a16:creationId xmlns:a16="http://schemas.microsoft.com/office/drawing/2014/main" id="{7602FD7E-724B-4CBC-BBA3-61B7C60419F0}"/>
              </a:ext>
            </a:extLst>
          </p:cNvPr>
          <p:cNvSpPr>
            <a:spLocks xmlns:a="http://schemas.openxmlformats.org/drawingml/2006/main" noGrp="1"/>
          </p:cNvSpPr>
          <p:nvPr/>
        </p:nvSpPr>
        <p:spPr>
          <a:xfrm xmlns:a="http://schemas.openxmlformats.org/drawingml/2006/main">
            <a:off x="752475" y="4149725"/>
            <a:ext cx="4495800" cy="55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下一步：补不适用范围</a:t>
            </a:r>
          </a:p>
        </p:txBody>
      </p:sp>
      <p:sp>
        <p:nvSpPr>
          <p:cNvPr id="19" name="doc-12-line-5">
            <a:extLst xmlns:a="http://schemas.openxmlformats.org/drawingml/2006/main">
              <a:ext uri="{FF2B5EF4-FFF2-40B4-BE49-F238E27FC236}">
                <a16:creationId xmlns:a16="http://schemas.microsoft.com/office/drawing/2014/main" id="{DAA1C8FF-DEC3-4324-9BB2-FF7861E61492}"/>
              </a:ext>
            </a:extLst>
          </p:cNvPr>
          <p:cNvSpPr>
            <a:spLocks xmlns:a="http://schemas.openxmlformats.org/drawingml/2006/main" noGrp="1"/>
          </p:cNvSpPr>
          <p:nvPr/>
        </p:nvSpPr>
        <p:spPr>
          <a:xfrm xmlns:a="http://schemas.openxmlformats.org/drawingml/2006/main">
            <a:off x="752475" y="4718050"/>
            <a:ext cx="4495800" cy="55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修订后：待验证</a:t>
            </a:r>
          </a:p>
        </p:txBody>
      </p:sp>
      <p:sp>
        <p:nvSpPr>
          <p:cNvPr id="20" name="doc-13-bg">
            <a:extLst xmlns:a="http://schemas.openxmlformats.org/drawingml/2006/main">
              <a:ext uri="{FF2B5EF4-FFF2-40B4-BE49-F238E27FC236}">
                <a16:creationId xmlns:a16="http://schemas.microsoft.com/office/drawing/2014/main" id="{829E124C-5CFD-4D52-9E37-78F868E5AE85}"/>
              </a:ext>
            </a:extLst>
          </p:cNvPr>
          <p:cNvSpPr>
            <a:spLocks xmlns:a="http://schemas.openxmlformats.org/drawingml/2006/main" noGrp="1"/>
          </p:cNvSpPr>
          <p:nvPr/>
        </p:nvSpPr>
        <p:spPr>
          <a:xfrm xmlns:a="http://schemas.openxmlformats.org/drawingml/2006/main">
            <a:off x="6715125" y="1381125"/>
            <a:ext cx="4953000" cy="4095750"/>
          </a:xfrm>
          <a:prstGeom xmlns:a="http://schemas.openxmlformats.org/drawingml/2006/main" prst="rect">
            <a:avLst/>
          </a:prstGeom>
          <a:solidFill xmlns:a="http://schemas.openxmlformats.org/drawingml/2006/main">
            <a:srgbClr val="F4F6F8"/>
          </a:solidFill>
          <a:ln xmlns:a="http://schemas.openxmlformats.org/drawingml/2006/main" w="0">
            <a:noFill/>
          </a:ln>
        </p:spPr>
      </p:sp>
      <p:sp>
        <p:nvSpPr>
          <p:cNvPr id="21" name="doc-13-title-bg">
            <a:extLst xmlns:a="http://schemas.openxmlformats.org/drawingml/2006/main">
              <a:ext uri="{FF2B5EF4-FFF2-40B4-BE49-F238E27FC236}">
                <a16:creationId xmlns:a16="http://schemas.microsoft.com/office/drawing/2014/main" id="{54085F95-571B-485F-907C-B0EBBAB84F58}"/>
              </a:ext>
            </a:extLst>
          </p:cNvPr>
          <p:cNvSpPr>
            <a:spLocks xmlns:a="http://schemas.openxmlformats.org/drawingml/2006/main" noGrp="1"/>
          </p:cNvSpPr>
          <p:nvPr/>
        </p:nvSpPr>
        <p:spPr>
          <a:xfrm xmlns:a="http://schemas.openxmlformats.org/drawingml/2006/main">
            <a:off x="6715125" y="1381125"/>
            <a:ext cx="3429000" cy="323850"/>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22" name="doc-13-title">
            <a:extLst xmlns:a="http://schemas.openxmlformats.org/drawingml/2006/main">
              <a:ext uri="{FF2B5EF4-FFF2-40B4-BE49-F238E27FC236}">
                <a16:creationId xmlns:a16="http://schemas.microsoft.com/office/drawing/2014/main" id="{E0FCC7D5-D31C-4DEF-B423-EB2D2E8525F6}"/>
              </a:ext>
            </a:extLst>
          </p:cNvPr>
          <p:cNvSpPr>
            <a:spLocks xmlns:a="http://schemas.openxmlformats.org/drawingml/2006/main" noGrp="1"/>
          </p:cNvSpPr>
          <p:nvPr/>
        </p:nvSpPr>
        <p:spPr>
          <a:xfrm xmlns:a="http://schemas.openxmlformats.org/drawingml/2006/main">
            <a:off x="6791325" y="1400175"/>
            <a:ext cx="327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1">
                <a:solidFill>
                  <a:srgbClr val="FFFFFF"/>
                </a:solidFill>
                <a:latin typeface="微软雅黑"/>
                <a:ea typeface="微软雅黑"/>
                <a:cs typeface="微软雅黑"/>
              </a:defRPr>
            </a:pPr>
            <a:r>
              <a:rPr sz="1800" b="1">
                <a:solidFill>
                  <a:srgbClr val="FFFFFF"/>
                </a:solidFill>
                <a:latin typeface="微软雅黑"/>
                <a:ea typeface="微软雅黑"/>
                <a:cs typeface="微软雅黑"/>
              </a:rPr>
              <a:t>review.md｜run-042</a:t>
            </a:r>
          </a:p>
        </p:txBody>
      </p:sp>
      <p:sp>
        <p:nvSpPr>
          <p:cNvPr id="23" name="doc-13-line-0">
            <a:extLst xmlns:a="http://schemas.openxmlformats.org/drawingml/2006/main">
              <a:ext uri="{FF2B5EF4-FFF2-40B4-BE49-F238E27FC236}">
                <a16:creationId xmlns:a16="http://schemas.microsoft.com/office/drawing/2014/main" id="{616B9A10-E26A-4AB1-AE0A-D24ADABC67F2}"/>
              </a:ext>
            </a:extLst>
          </p:cNvPr>
          <p:cNvSpPr>
            <a:spLocks xmlns:a="http://schemas.openxmlformats.org/drawingml/2006/main" noGrp="1"/>
          </p:cNvSpPr>
          <p:nvPr/>
        </p:nvSpPr>
        <p:spPr>
          <a:xfrm xmlns:a="http://schemas.openxmlformats.org/drawingml/2006/main">
            <a:off x="6943725" y="1876425"/>
            <a:ext cx="4495800" cy="670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对象：结构化阅读卡输出</a:t>
            </a:r>
          </a:p>
        </p:txBody>
      </p:sp>
      <p:sp>
        <p:nvSpPr>
          <p:cNvPr id="24" name="doc-13-line-1">
            <a:extLst xmlns:a="http://schemas.openxmlformats.org/drawingml/2006/main">
              <a:ext uri="{FF2B5EF4-FFF2-40B4-BE49-F238E27FC236}">
                <a16:creationId xmlns:a16="http://schemas.microsoft.com/office/drawing/2014/main" id="{89C58AED-497F-4640-B5AD-0E7DC08F00E3}"/>
              </a:ext>
            </a:extLst>
          </p:cNvPr>
          <p:cNvSpPr>
            <a:spLocks xmlns:a="http://schemas.openxmlformats.org/drawingml/2006/main" noGrp="1"/>
          </p:cNvSpPr>
          <p:nvPr/>
        </p:nvSpPr>
        <p:spPr>
          <a:xfrm xmlns:a="http://schemas.openxmlformats.org/drawingml/2006/main">
            <a:off x="6943725" y="2558415"/>
            <a:ext cx="4495800" cy="670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审核人：学生本人</a:t>
            </a:r>
          </a:p>
        </p:txBody>
      </p:sp>
      <p:sp>
        <p:nvSpPr>
          <p:cNvPr id="25" name="doc-13-line-2">
            <a:extLst xmlns:a="http://schemas.openxmlformats.org/drawingml/2006/main">
              <a:ext uri="{FF2B5EF4-FFF2-40B4-BE49-F238E27FC236}">
                <a16:creationId xmlns:a16="http://schemas.microsoft.com/office/drawing/2014/main" id="{4562BA62-295B-4BC5-8E6C-86B1AF888C8B}"/>
              </a:ext>
            </a:extLst>
          </p:cNvPr>
          <p:cNvSpPr>
            <a:spLocks xmlns:a="http://schemas.openxmlformats.org/drawingml/2006/main" noGrp="1"/>
          </p:cNvSpPr>
          <p:nvPr/>
        </p:nvSpPr>
        <p:spPr>
          <a:xfrm xmlns:a="http://schemas.openxmlformats.org/drawingml/2006/main">
            <a:off x="6943725" y="3240405"/>
            <a:ext cx="4495800" cy="670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结果：修改后采纳</a:t>
            </a:r>
          </a:p>
        </p:txBody>
      </p:sp>
      <p:sp>
        <p:nvSpPr>
          <p:cNvPr id="26" name="doc-13-line-3">
            <a:extLst xmlns:a="http://schemas.openxmlformats.org/drawingml/2006/main">
              <a:ext uri="{FF2B5EF4-FFF2-40B4-BE49-F238E27FC236}">
                <a16:creationId xmlns:a16="http://schemas.microsoft.com/office/drawing/2014/main" id="{274FA2FC-F44F-4022-974C-BA475249786C}"/>
              </a:ext>
            </a:extLst>
          </p:cNvPr>
          <p:cNvSpPr>
            <a:spLocks xmlns:a="http://schemas.openxmlformats.org/drawingml/2006/main" noGrp="1"/>
          </p:cNvSpPr>
          <p:nvPr/>
        </p:nvSpPr>
        <p:spPr>
          <a:xfrm xmlns:a="http://schemas.openxmlformats.org/drawingml/2006/main">
            <a:off x="6943725" y="3922395"/>
            <a:ext cx="4495800" cy="670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理由：补标图表位置字段</a:t>
            </a:r>
          </a:p>
        </p:txBody>
      </p:sp>
      <p:sp>
        <p:nvSpPr>
          <p:cNvPr id="27" name="doc-13-line-4">
            <a:extLst xmlns:a="http://schemas.openxmlformats.org/drawingml/2006/main">
              <a:ext uri="{FF2B5EF4-FFF2-40B4-BE49-F238E27FC236}">
                <a16:creationId xmlns:a16="http://schemas.microsoft.com/office/drawing/2014/main" id="{785B893C-6D64-4AAA-A324-8BC8F4B694AC}"/>
              </a:ext>
            </a:extLst>
          </p:cNvPr>
          <p:cNvSpPr>
            <a:spLocks xmlns:a="http://schemas.openxmlformats.org/drawingml/2006/main" noGrp="1"/>
          </p:cNvSpPr>
          <p:nvPr/>
        </p:nvSpPr>
        <p:spPr>
          <a:xfrm xmlns:a="http://schemas.openxmlformats.org/drawingml/2006/main">
            <a:off x="6943725" y="4604385"/>
            <a:ext cx="4495800" cy="670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关联 run ID：run-042</a:t>
            </a:r>
          </a:p>
        </p:txBody>
      </p:sp>
      <p:sp>
        <p:nvSpPr>
          <p:cNvPr id="28" name="run-link">
            <a:extLst xmlns:a="http://schemas.openxmlformats.org/drawingml/2006/main">
              <a:ext uri="{FF2B5EF4-FFF2-40B4-BE49-F238E27FC236}">
                <a16:creationId xmlns:a16="http://schemas.microsoft.com/office/drawing/2014/main" id="{F95A1C93-83A9-4328-993B-8029ACE7DE4D}"/>
              </a:ext>
            </a:extLst>
          </p:cNvPr>
          <p:cNvSpPr>
            <a:spLocks xmlns:a="http://schemas.openxmlformats.org/drawingml/2006/main" noGrp="1"/>
          </p:cNvSpPr>
          <p:nvPr/>
        </p:nvSpPr>
        <p:spPr>
          <a:xfrm xmlns:a="http://schemas.openxmlformats.org/drawingml/2006/main">
            <a:off x="5619750" y="3000375"/>
            <a:ext cx="95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C8161E"/>
                </a:solidFill>
                <a:latin typeface="微软雅黑"/>
                <a:ea typeface="微软雅黑"/>
                <a:cs typeface="微软雅黑"/>
              </a:defRPr>
            </a:pPr>
            <a:r>
              <a:rPr sz="2400" b="0">
                <a:solidFill>
                  <a:srgbClr val="C8161E"/>
                </a:solidFill>
                <a:latin typeface="微软雅黑"/>
                <a:ea typeface="微软雅黑"/>
                <a:cs typeface="微软雅黑"/>
              </a:rPr>
              <a:t>→</a:t>
            </a:r>
          </a:p>
        </p:txBody>
      </p:sp>
    </p:spTree>
    <p:extLst>
      <p:ext uri="{BB962C8B-B14F-4D97-AF65-F5344CB8AC3E}">
        <p14:creationId xmlns:p14="http://schemas.microsoft.com/office/powerpoint/2010/main" val="1443728403"/>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验证门 10 项检查当前项目版本</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EA83FA91-883A-0168-8075-96CEB9DCA3C2}" type="slidenum">
              <a:t>15</a:t>
            </a:fld>
            <a:endParaRPr/>
          </a:p>
        </p:txBody>
      </p:sp>
      <p:sp>
        <p:nvSpPr>
          <p:cNvPr id="6" name="brand-header">
            <a:extLst xmlns:a="http://schemas.openxmlformats.org/drawingml/2006/main">
              <a:ext uri="{FF2B5EF4-FFF2-40B4-BE49-F238E27FC236}">
                <a16:creationId xmlns:a16="http://schemas.microsoft.com/office/drawing/2014/main" id="{15CBC811-6BB7-4413-BE04-E5C5B446BC43}"/>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c469c8df050549a9"/>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2A5951BC-60A0-443A-90D0-EACD8DEAA710}"/>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验证门 10 项检查当前项目版本</a:t>
            </a:r>
          </a:p>
        </p:txBody>
      </p:sp>
      <p:sp>
        <p:nvSpPr>
          <p:cNvPr id="9" name="source">
            <a:extLst xmlns:a="http://schemas.openxmlformats.org/drawingml/2006/main">
              <a:ext uri="{FF2B5EF4-FFF2-40B4-BE49-F238E27FC236}">
                <a16:creationId xmlns:a16="http://schemas.microsoft.com/office/drawing/2014/main" id="{F0AA4F45-8C1F-4EBD-9363-7263F14AFAF8}"/>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来源：lesson-13/slides.md；课程工件与讲义见 speaker notes</a:t>
            </a:r>
          </a:p>
        </p:txBody>
      </p:sp>
      <p:sp>
        <p:nvSpPr>
          <p:cNvPr id="10" name="left-h">
            <a:extLst xmlns:a="http://schemas.openxmlformats.org/drawingml/2006/main">
              <a:ext uri="{FF2B5EF4-FFF2-40B4-BE49-F238E27FC236}">
                <a16:creationId xmlns:a16="http://schemas.microsoft.com/office/drawing/2014/main" id="{2F4DFABD-241E-425A-B3D4-68F7DE4FB11B}"/>
              </a:ext>
            </a:extLst>
          </p:cNvPr>
          <p:cNvSpPr>
            <a:spLocks xmlns:a="http://schemas.openxmlformats.org/drawingml/2006/main" noGrp="1"/>
          </p:cNvSpPr>
          <p:nvPr/>
        </p:nvSpPr>
        <p:spPr>
          <a:xfrm xmlns:a="http://schemas.openxmlformats.org/drawingml/2006/main">
            <a:off x="609600" y="147637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200" b="1">
                <a:solidFill>
                  <a:srgbClr val="2E7D5B"/>
                </a:solidFill>
                <a:latin typeface="微软雅黑"/>
                <a:ea typeface="微软雅黑"/>
                <a:cs typeface="微软雅黑"/>
              </a:defRPr>
            </a:pPr>
            <a:r>
              <a:rPr sz="2200" b="1">
                <a:solidFill>
                  <a:srgbClr val="2E7D5B"/>
                </a:solidFill>
                <a:latin typeface="微软雅黑"/>
                <a:ea typeface="微软雅黑"/>
                <a:cs typeface="微软雅黑"/>
              </a:rPr>
              <a:t>第 12 课已建立</a:t>
            </a:r>
          </a:p>
        </p:txBody>
      </p:sp>
      <p:sp>
        <p:nvSpPr>
          <p:cNvPr id="11" name="right-h">
            <a:extLst xmlns:a="http://schemas.openxmlformats.org/drawingml/2006/main">
              <a:ext uri="{FF2B5EF4-FFF2-40B4-BE49-F238E27FC236}">
                <a16:creationId xmlns:a16="http://schemas.microsoft.com/office/drawing/2014/main" id="{41CA1959-0DA7-41D5-A17F-099ABA260FFE}"/>
              </a:ext>
            </a:extLst>
          </p:cNvPr>
          <p:cNvSpPr>
            <a:spLocks xmlns:a="http://schemas.openxmlformats.org/drawingml/2006/main" noGrp="1"/>
          </p:cNvSpPr>
          <p:nvPr/>
        </p:nvSpPr>
        <p:spPr>
          <a:xfrm xmlns:a="http://schemas.openxmlformats.org/drawingml/2006/main">
            <a:off x="6629400" y="147637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200" b="1">
                <a:solidFill>
                  <a:srgbClr val="1F4D78"/>
                </a:solidFill>
                <a:latin typeface="微软雅黑"/>
                <a:ea typeface="微软雅黑"/>
                <a:cs typeface="微软雅黑"/>
              </a:defRPr>
            </a:pPr>
            <a:r>
              <a:rPr sz="2200" b="1">
                <a:solidFill>
                  <a:srgbClr val="1F4D78"/>
                </a:solidFill>
                <a:latin typeface="微软雅黑"/>
                <a:ea typeface="微软雅黑"/>
                <a:cs typeface="微软雅黑"/>
              </a:rPr>
              <a:t>本课收口与课后补全</a:t>
            </a:r>
          </a:p>
        </p:txBody>
      </p:sp>
      <p:sp>
        <p:nvSpPr>
          <p:cNvPr id="12" name="split">
            <a:extLst xmlns:a="http://schemas.openxmlformats.org/drawingml/2006/main">
              <a:ext uri="{FF2B5EF4-FFF2-40B4-BE49-F238E27FC236}">
                <a16:creationId xmlns:a16="http://schemas.microsoft.com/office/drawing/2014/main" id="{6792336A-16FF-48D0-BA89-7BFE266360F1}"/>
              </a:ext>
            </a:extLst>
          </p:cNvPr>
          <p:cNvSpPr>
            <a:spLocks xmlns:a="http://schemas.openxmlformats.org/drawingml/2006/main" noGrp="1"/>
          </p:cNvSpPr>
          <p:nvPr/>
        </p:nvSpPr>
        <p:spPr>
          <a:xfrm xmlns:a="http://schemas.openxmlformats.org/drawingml/2006/main">
            <a:off x="6096000" y="1476375"/>
            <a:ext cx="9525"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13" name="list-64-217-0">
            <a:extLst xmlns:a="http://schemas.openxmlformats.org/drawingml/2006/main">
              <a:ext uri="{FF2B5EF4-FFF2-40B4-BE49-F238E27FC236}">
                <a16:creationId xmlns:a16="http://schemas.microsoft.com/office/drawing/2014/main" id="{871A4364-9C15-4DE3-87F2-D51030B9440A}"/>
              </a:ext>
            </a:extLst>
          </p:cNvPr>
          <p:cNvSpPr>
            <a:spLocks xmlns:a="http://schemas.openxmlformats.org/drawingml/2006/main" noGrp="1"/>
          </p:cNvSpPr>
          <p:nvPr/>
        </p:nvSpPr>
        <p:spPr>
          <a:xfrm xmlns:a="http://schemas.openxmlformats.org/drawingml/2006/main">
            <a:off x="609600" y="20669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1 明确科研动作与边界</a:t>
            </a:r>
          </a:p>
        </p:txBody>
      </p:sp>
      <p:sp>
        <p:nvSpPr>
          <p:cNvPr id="14" name="list-64-217-1">
            <a:extLst xmlns:a="http://schemas.openxmlformats.org/drawingml/2006/main">
              <a:ext uri="{FF2B5EF4-FFF2-40B4-BE49-F238E27FC236}">
                <a16:creationId xmlns:a16="http://schemas.microsoft.com/office/drawing/2014/main" id="{D5CC1AC4-4FEB-40F0-99CC-942A90FCA021}"/>
              </a:ext>
            </a:extLst>
          </p:cNvPr>
          <p:cNvSpPr>
            <a:spLocks xmlns:a="http://schemas.openxmlformats.org/drawingml/2006/main" noGrp="1"/>
          </p:cNvSpPr>
          <p:nvPr/>
        </p:nvSpPr>
        <p:spPr>
          <a:xfrm xmlns:a="http://schemas.openxmlformats.org/drawingml/2006/main">
            <a:off x="609600" y="25241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2 可运行或可演示原型</a:t>
            </a:r>
          </a:p>
        </p:txBody>
      </p:sp>
      <p:sp>
        <p:nvSpPr>
          <p:cNvPr id="15" name="list-64-217-2">
            <a:extLst xmlns:a="http://schemas.openxmlformats.org/drawingml/2006/main">
              <a:ext uri="{FF2B5EF4-FFF2-40B4-BE49-F238E27FC236}">
                <a16:creationId xmlns:a16="http://schemas.microsoft.com/office/drawing/2014/main" id="{75C8DF84-D989-4D1D-AAC1-D776769140EA}"/>
              </a:ext>
            </a:extLst>
          </p:cNvPr>
          <p:cNvSpPr>
            <a:spLocks xmlns:a="http://schemas.openxmlformats.org/drawingml/2006/main" noGrp="1"/>
          </p:cNvSpPr>
          <p:nvPr/>
        </p:nvSpPr>
        <p:spPr>
          <a:xfrm xmlns:a="http://schemas.openxmlformats.org/drawingml/2006/main">
            <a:off x="609600" y="29813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3 Context / 状态 / 数据来源</a:t>
            </a:r>
          </a:p>
        </p:txBody>
      </p:sp>
      <p:sp>
        <p:nvSpPr>
          <p:cNvPr id="16" name="list-64-217-3">
            <a:extLst xmlns:a="http://schemas.openxmlformats.org/drawingml/2006/main">
              <a:ext uri="{FF2B5EF4-FFF2-40B4-BE49-F238E27FC236}">
                <a16:creationId xmlns:a16="http://schemas.microsoft.com/office/drawing/2014/main" id="{7511CC47-10AB-4A7A-8F7B-4863F8370B18}"/>
              </a:ext>
            </a:extLst>
          </p:cNvPr>
          <p:cNvSpPr>
            <a:spLocks xmlns:a="http://schemas.openxmlformats.org/drawingml/2006/main" noGrp="1"/>
          </p:cNvSpPr>
          <p:nvPr/>
        </p:nvSpPr>
        <p:spPr>
          <a:xfrm xmlns:a="http://schemas.openxmlformats.org/drawingml/2006/main">
            <a:off x="609600" y="34385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4 权限 / 预算 / 停止</a:t>
            </a:r>
          </a:p>
        </p:txBody>
      </p:sp>
      <p:sp>
        <p:nvSpPr>
          <p:cNvPr id="17" name="list-696-217-0">
            <a:extLst xmlns:a="http://schemas.openxmlformats.org/drawingml/2006/main">
              <a:ext uri="{FF2B5EF4-FFF2-40B4-BE49-F238E27FC236}">
                <a16:creationId xmlns:a16="http://schemas.microsoft.com/office/drawing/2014/main" id="{0670D99C-F73F-48EA-B385-E6420A5C4748}"/>
              </a:ext>
            </a:extLst>
          </p:cNvPr>
          <p:cNvSpPr>
            <a:spLocks xmlns:a="http://schemas.openxmlformats.org/drawingml/2006/main" noGrp="1"/>
          </p:cNvSpPr>
          <p:nvPr/>
        </p:nvSpPr>
        <p:spPr>
          <a:xfrm xmlns:a="http://schemas.openxmlformats.org/drawingml/2006/main">
            <a:off x="6629400" y="20669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5 可重复评价</a:t>
            </a:r>
          </a:p>
        </p:txBody>
      </p:sp>
      <p:sp>
        <p:nvSpPr>
          <p:cNvPr id="18" name="list-696-217-1">
            <a:extLst xmlns:a="http://schemas.openxmlformats.org/drawingml/2006/main">
              <a:ext uri="{FF2B5EF4-FFF2-40B4-BE49-F238E27FC236}">
                <a16:creationId xmlns:a16="http://schemas.microsoft.com/office/drawing/2014/main" id="{84A655B5-99DC-4CF6-B6E7-8CF8A29C1FB4}"/>
              </a:ext>
            </a:extLst>
          </p:cNvPr>
          <p:cNvSpPr>
            <a:spLocks xmlns:a="http://schemas.openxmlformats.org/drawingml/2006/main" noGrp="1"/>
          </p:cNvSpPr>
          <p:nvPr/>
        </p:nvSpPr>
        <p:spPr>
          <a:xfrm xmlns:a="http://schemas.openxmlformats.org/drawingml/2006/main">
            <a:off x="6629400" y="25241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6 失败或局限</a:t>
            </a:r>
          </a:p>
        </p:txBody>
      </p:sp>
      <p:sp>
        <p:nvSpPr>
          <p:cNvPr id="19" name="list-696-217-2">
            <a:extLst xmlns:a="http://schemas.openxmlformats.org/drawingml/2006/main">
              <a:ext uri="{FF2B5EF4-FFF2-40B4-BE49-F238E27FC236}">
                <a16:creationId xmlns:a16="http://schemas.microsoft.com/office/drawing/2014/main" id="{AB929E6E-3AD1-4F73-BCFB-05D584A9625F}"/>
              </a:ext>
            </a:extLst>
          </p:cNvPr>
          <p:cNvSpPr>
            <a:spLocks xmlns:a="http://schemas.openxmlformats.org/drawingml/2006/main" noGrp="1"/>
          </p:cNvSpPr>
          <p:nvPr/>
        </p:nvSpPr>
        <p:spPr>
          <a:xfrm xmlns:a="http://schemas.openxmlformats.org/drawingml/2006/main">
            <a:off x="6629400" y="29813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7 人工审核</a:t>
            </a:r>
          </a:p>
        </p:txBody>
      </p:sp>
      <p:sp>
        <p:nvSpPr>
          <p:cNvPr id="20" name="list-696-217-3">
            <a:extLst xmlns:a="http://schemas.openxmlformats.org/drawingml/2006/main">
              <a:ext uri="{FF2B5EF4-FFF2-40B4-BE49-F238E27FC236}">
                <a16:creationId xmlns:a16="http://schemas.microsoft.com/office/drawing/2014/main" id="{9F4327DE-41FE-48DD-82E9-6BF705100F38}"/>
              </a:ext>
            </a:extLst>
          </p:cNvPr>
          <p:cNvSpPr>
            <a:spLocks xmlns:a="http://schemas.openxmlformats.org/drawingml/2006/main" noGrp="1"/>
          </p:cNvSpPr>
          <p:nvPr/>
        </p:nvSpPr>
        <p:spPr>
          <a:xfrm xmlns:a="http://schemas.openxmlformats.org/drawingml/2006/main">
            <a:off x="6629400" y="34385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8 实际影响</a:t>
            </a:r>
          </a:p>
        </p:txBody>
      </p:sp>
      <p:sp>
        <p:nvSpPr>
          <p:cNvPr id="21" name="list-696-217-4">
            <a:extLst xmlns:a="http://schemas.openxmlformats.org/drawingml/2006/main">
              <a:ext uri="{FF2B5EF4-FFF2-40B4-BE49-F238E27FC236}">
                <a16:creationId xmlns:a16="http://schemas.microsoft.com/office/drawing/2014/main" id="{645FC812-A8F0-4199-BBBC-F852023E39B9}"/>
              </a:ext>
            </a:extLst>
          </p:cNvPr>
          <p:cNvSpPr>
            <a:spLocks xmlns:a="http://schemas.openxmlformats.org/drawingml/2006/main" noGrp="1"/>
          </p:cNvSpPr>
          <p:nvPr/>
        </p:nvSpPr>
        <p:spPr>
          <a:xfrm xmlns:a="http://schemas.openxmlformats.org/drawingml/2006/main">
            <a:off x="6629400" y="38957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9 证据与风险</a:t>
            </a:r>
          </a:p>
        </p:txBody>
      </p:sp>
      <p:sp>
        <p:nvSpPr>
          <p:cNvPr id="22" name="list-696-217-5">
            <a:extLst xmlns:a="http://schemas.openxmlformats.org/drawingml/2006/main">
              <a:ext uri="{FF2B5EF4-FFF2-40B4-BE49-F238E27FC236}">
                <a16:creationId xmlns:a16="http://schemas.microsoft.com/office/drawing/2014/main" id="{DD5D7150-827B-41B3-9282-1C7B84A36653}"/>
              </a:ext>
            </a:extLst>
          </p:cNvPr>
          <p:cNvSpPr>
            <a:spLocks xmlns:a="http://schemas.openxmlformats.org/drawingml/2006/main" noGrp="1"/>
          </p:cNvSpPr>
          <p:nvPr/>
        </p:nvSpPr>
        <p:spPr>
          <a:xfrm xmlns:a="http://schemas.openxmlformats.org/drawingml/2006/main">
            <a:off x="6629400" y="43529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10 伦理与合规</a:t>
            </a:r>
          </a:p>
        </p:txBody>
      </p:sp>
    </p:spTree>
    <p:extLst>
      <p:ext uri="{BB962C8B-B14F-4D97-AF65-F5344CB8AC3E}">
        <p14:creationId xmlns:p14="http://schemas.microsoft.com/office/powerpoint/2010/main" val="1443728403"/>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工作流原型收口为三件评价工件</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DC9C7607-4BA3-B4DC-A00F-2E67A9FCFF7E}" type="slidenum">
              <a:t>16</a:t>
            </a:fld>
            <a:endParaRPr/>
          </a:p>
        </p:txBody>
      </p:sp>
      <p:sp>
        <p:nvSpPr>
          <p:cNvPr id="6" name="brand-header">
            <a:extLst xmlns:a="http://schemas.openxmlformats.org/drawingml/2006/main">
              <a:ext uri="{FF2B5EF4-FFF2-40B4-BE49-F238E27FC236}">
                <a16:creationId xmlns:a16="http://schemas.microsoft.com/office/drawing/2014/main" id="{239FC9DE-1DA2-4862-A2EB-4A4B7B7C487F}"/>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eb82f45832414bfc"/>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CBEEF5ED-C591-40A4-BF10-85F7899D3895}"/>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工作流原型收口为三件评价工件</a:t>
            </a:r>
          </a:p>
        </p:txBody>
      </p:sp>
      <p:sp>
        <p:nvSpPr>
          <p:cNvPr id="9" name="source">
            <a:extLst xmlns:a="http://schemas.openxmlformats.org/drawingml/2006/main">
              <a:ext uri="{FF2B5EF4-FFF2-40B4-BE49-F238E27FC236}">
                <a16:creationId xmlns:a16="http://schemas.microsoft.com/office/drawing/2014/main" id="{35299CA1-6901-4ACE-896B-C45810D88750}"/>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来源：lesson-13/slides.md；课程工件与讲义见 speaker notes</a:t>
            </a:r>
          </a:p>
        </p:txBody>
      </p:sp>
      <p:sp>
        <p:nvSpPr>
          <p:cNvPr id="10" name="fiction">
            <a:extLst xmlns:a="http://schemas.openxmlformats.org/drawingml/2006/main">
              <a:ext uri="{FF2B5EF4-FFF2-40B4-BE49-F238E27FC236}">
                <a16:creationId xmlns:a16="http://schemas.microsoft.com/office/drawing/2014/main" id="{DE5C8824-8C9A-4C32-8302-B84F361AA7FE}"/>
              </a:ext>
            </a:extLst>
          </p:cNvPr>
          <p:cNvSpPr>
            <a:spLocks xmlns:a="http://schemas.openxmlformats.org/drawingml/2006/main" noGrp="1"/>
          </p:cNvSpPr>
          <p:nvPr/>
        </p:nvSpPr>
        <p:spPr>
          <a:xfrm xmlns:a="http://schemas.openxmlformats.org/drawingml/2006/main">
            <a:off x="609600" y="885825"/>
            <a:ext cx="10572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800" b="0">
                <a:solidFill>
                  <a:srgbClr val="A96510"/>
                </a:solidFill>
                <a:latin typeface="微软雅黑"/>
                <a:ea typeface="微软雅黑"/>
                <a:cs typeface="微软雅黑"/>
              </a:defRPr>
            </a:pPr>
            <a:r>
              <a:rPr sz="1800" b="0">
                <a:solidFill>
                  <a:srgbClr val="A96510"/>
                </a:solidFill>
                <a:latin typeface="微软雅黑"/>
                <a:ea typeface="微软雅黑"/>
                <a:cs typeface="微软雅黑"/>
              </a:rPr>
              <a:t>课程虚构教学案例</a:t>
            </a:r>
          </a:p>
        </p:txBody>
      </p:sp>
      <p:sp>
        <p:nvSpPr>
          <p:cNvPr id="11" name="chain-line-0">
            <a:extLst xmlns:a="http://schemas.openxmlformats.org/drawingml/2006/main">
              <a:ext uri="{FF2B5EF4-FFF2-40B4-BE49-F238E27FC236}">
                <a16:creationId xmlns:a16="http://schemas.microsoft.com/office/drawing/2014/main" id="{C8BCC864-9EB3-4F38-AB37-79B179171C70}"/>
              </a:ext>
            </a:extLst>
          </p:cNvPr>
          <p:cNvSpPr>
            <a:spLocks xmlns:a="http://schemas.openxmlformats.org/drawingml/2006/main" noGrp="1"/>
          </p:cNvSpPr>
          <p:nvPr/>
        </p:nvSpPr>
        <p:spPr>
          <a:xfrm xmlns:a="http://schemas.openxmlformats.org/drawingml/2006/main">
            <a:off x="1428750" y="2914650"/>
            <a:ext cx="238125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2" name="chain-0">
            <a:extLst xmlns:a="http://schemas.openxmlformats.org/drawingml/2006/main">
              <a:ext uri="{FF2B5EF4-FFF2-40B4-BE49-F238E27FC236}">
                <a16:creationId xmlns:a16="http://schemas.microsoft.com/office/drawing/2014/main" id="{1C5C4EB3-981B-48BB-BF69-8EDD5BB77EF3}"/>
              </a:ext>
            </a:extLst>
          </p:cNvPr>
          <p:cNvSpPr>
            <a:spLocks xmlns:a="http://schemas.openxmlformats.org/drawingml/2006/main" noGrp="1"/>
          </p:cNvSpPr>
          <p:nvPr/>
        </p:nvSpPr>
        <p:spPr>
          <a:xfrm xmlns:a="http://schemas.openxmlformats.org/drawingml/2006/main">
            <a:off x="1428750" y="2190750"/>
            <a:ext cx="238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结果对照</a:t>
            </a:r>
          </a:p>
        </p:txBody>
      </p:sp>
      <p:sp>
        <p:nvSpPr>
          <p:cNvPr id="13" name="chain-arrow-0">
            <a:extLst xmlns:a="http://schemas.openxmlformats.org/drawingml/2006/main">
              <a:ext uri="{FF2B5EF4-FFF2-40B4-BE49-F238E27FC236}">
                <a16:creationId xmlns:a16="http://schemas.microsoft.com/office/drawing/2014/main" id="{7F5C0185-01E1-4F3F-9931-E53ED0C1778B}"/>
              </a:ext>
            </a:extLst>
          </p:cNvPr>
          <p:cNvSpPr>
            <a:spLocks xmlns:a="http://schemas.openxmlformats.org/drawingml/2006/main" noGrp="1"/>
          </p:cNvSpPr>
          <p:nvPr/>
        </p:nvSpPr>
        <p:spPr>
          <a:xfrm xmlns:a="http://schemas.openxmlformats.org/drawingml/2006/main">
            <a:off x="3810000" y="2362200"/>
            <a:ext cx="10953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4" name="chain-sub-0">
            <a:extLst xmlns:a="http://schemas.openxmlformats.org/drawingml/2006/main">
              <a:ext uri="{FF2B5EF4-FFF2-40B4-BE49-F238E27FC236}">
                <a16:creationId xmlns:a16="http://schemas.microsoft.com/office/drawing/2014/main" id="{12CBD0C4-F1B1-4CEB-A53A-25264C313A56}"/>
              </a:ext>
            </a:extLst>
          </p:cNvPr>
          <p:cNvSpPr>
            <a:spLocks xmlns:a="http://schemas.openxmlformats.org/drawingml/2006/main" noGrp="1"/>
          </p:cNvSpPr>
          <p:nvPr/>
        </p:nvSpPr>
        <p:spPr>
          <a:xfrm xmlns:a="http://schemas.openxmlformats.org/drawingml/2006/main">
            <a:off x="1428750" y="3067050"/>
            <a:ext cx="238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0.18 vs 0.31</a:t>
            </a:r>
          </a:p>
        </p:txBody>
      </p:sp>
      <p:sp>
        <p:nvSpPr>
          <p:cNvPr id="15" name="chain-line-1">
            <a:extLst xmlns:a="http://schemas.openxmlformats.org/drawingml/2006/main">
              <a:ext uri="{FF2B5EF4-FFF2-40B4-BE49-F238E27FC236}">
                <a16:creationId xmlns:a16="http://schemas.microsoft.com/office/drawing/2014/main" id="{805AF173-972A-4444-9FD7-D0DF906D72B8}"/>
              </a:ext>
            </a:extLst>
          </p:cNvPr>
          <p:cNvSpPr>
            <a:spLocks xmlns:a="http://schemas.openxmlformats.org/drawingml/2006/main" noGrp="1"/>
          </p:cNvSpPr>
          <p:nvPr/>
        </p:nvSpPr>
        <p:spPr>
          <a:xfrm xmlns:a="http://schemas.openxmlformats.org/drawingml/2006/main">
            <a:off x="4905375" y="2914650"/>
            <a:ext cx="238125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6" name="chain-1">
            <a:extLst xmlns:a="http://schemas.openxmlformats.org/drawingml/2006/main">
              <a:ext uri="{FF2B5EF4-FFF2-40B4-BE49-F238E27FC236}">
                <a16:creationId xmlns:a16="http://schemas.microsoft.com/office/drawing/2014/main" id="{D0CDBCA1-F9C9-4CB6-A1CD-DE7784C57008}"/>
              </a:ext>
            </a:extLst>
          </p:cNvPr>
          <p:cNvSpPr>
            <a:spLocks xmlns:a="http://schemas.openxmlformats.org/drawingml/2006/main" noGrp="1"/>
          </p:cNvSpPr>
          <p:nvPr/>
        </p:nvSpPr>
        <p:spPr>
          <a:xfrm xmlns:a="http://schemas.openxmlformats.org/drawingml/2006/main">
            <a:off x="4905375" y="2190750"/>
            <a:ext cx="238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失败 / 局限</a:t>
            </a:r>
          </a:p>
        </p:txBody>
      </p:sp>
      <p:sp>
        <p:nvSpPr>
          <p:cNvPr id="17" name="chain-arrow-1">
            <a:extLst xmlns:a="http://schemas.openxmlformats.org/drawingml/2006/main">
              <a:ext uri="{FF2B5EF4-FFF2-40B4-BE49-F238E27FC236}">
                <a16:creationId xmlns:a16="http://schemas.microsoft.com/office/drawing/2014/main" id="{A40E673D-A2CD-4631-B637-7E364EEF5903}"/>
              </a:ext>
            </a:extLst>
          </p:cNvPr>
          <p:cNvSpPr>
            <a:spLocks xmlns:a="http://schemas.openxmlformats.org/drawingml/2006/main" noGrp="1"/>
          </p:cNvSpPr>
          <p:nvPr/>
        </p:nvSpPr>
        <p:spPr>
          <a:xfrm xmlns:a="http://schemas.openxmlformats.org/drawingml/2006/main">
            <a:off x="7286625" y="2362200"/>
            <a:ext cx="10953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8" name="chain-sub-1">
            <a:extLst xmlns:a="http://schemas.openxmlformats.org/drawingml/2006/main">
              <a:ext uri="{FF2B5EF4-FFF2-40B4-BE49-F238E27FC236}">
                <a16:creationId xmlns:a16="http://schemas.microsoft.com/office/drawing/2014/main" id="{B497F05C-C975-413F-A162-9D74BB6007FA}"/>
              </a:ext>
            </a:extLst>
          </p:cNvPr>
          <p:cNvSpPr>
            <a:spLocks xmlns:a="http://schemas.openxmlformats.org/drawingml/2006/main" noGrp="1"/>
          </p:cNvSpPr>
          <p:nvPr/>
        </p:nvSpPr>
        <p:spPr>
          <a:xfrm xmlns:a="http://schemas.openxmlformats.org/drawingml/2006/main">
            <a:off x="4905375" y="3067050"/>
            <a:ext cx="238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图表论文反高</a:t>
            </a:r>
          </a:p>
        </p:txBody>
      </p:sp>
      <p:sp>
        <p:nvSpPr>
          <p:cNvPr id="19" name="chain-line-2">
            <a:extLst xmlns:a="http://schemas.openxmlformats.org/drawingml/2006/main">
              <a:ext uri="{FF2B5EF4-FFF2-40B4-BE49-F238E27FC236}">
                <a16:creationId xmlns:a16="http://schemas.microsoft.com/office/drawing/2014/main" id="{1E0D638A-EECA-4F8A-846B-AED1FAC1BD18}"/>
              </a:ext>
            </a:extLst>
          </p:cNvPr>
          <p:cNvSpPr>
            <a:spLocks xmlns:a="http://schemas.openxmlformats.org/drawingml/2006/main" noGrp="1"/>
          </p:cNvSpPr>
          <p:nvPr/>
        </p:nvSpPr>
        <p:spPr>
          <a:xfrm xmlns:a="http://schemas.openxmlformats.org/drawingml/2006/main">
            <a:off x="8382000" y="2914650"/>
            <a:ext cx="238125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20" name="chain-2">
            <a:extLst xmlns:a="http://schemas.openxmlformats.org/drawingml/2006/main">
              <a:ext uri="{FF2B5EF4-FFF2-40B4-BE49-F238E27FC236}">
                <a16:creationId xmlns:a16="http://schemas.microsoft.com/office/drawing/2014/main" id="{C51B0395-EB37-44E8-A357-B722F8222C96}"/>
              </a:ext>
            </a:extLst>
          </p:cNvPr>
          <p:cNvSpPr>
            <a:spLocks xmlns:a="http://schemas.openxmlformats.org/drawingml/2006/main" noGrp="1"/>
          </p:cNvSpPr>
          <p:nvPr/>
        </p:nvSpPr>
        <p:spPr>
          <a:xfrm xmlns:a="http://schemas.openxmlformats.org/drawingml/2006/main">
            <a:off x="8382000" y="2190750"/>
            <a:ext cx="238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判断修订</a:t>
            </a:r>
          </a:p>
        </p:txBody>
      </p:sp>
      <p:sp>
        <p:nvSpPr>
          <p:cNvPr id="21" name="chain-sub-2">
            <a:extLst xmlns:a="http://schemas.openxmlformats.org/drawingml/2006/main">
              <a:ext uri="{FF2B5EF4-FFF2-40B4-BE49-F238E27FC236}">
                <a16:creationId xmlns:a16="http://schemas.microsoft.com/office/drawing/2014/main" id="{5C6CD8AD-D4C3-4B74-8EBC-ACF62452A153}"/>
              </a:ext>
            </a:extLst>
          </p:cNvPr>
          <p:cNvSpPr>
            <a:spLocks xmlns:a="http://schemas.openxmlformats.org/drawingml/2006/main" noGrp="1"/>
          </p:cNvSpPr>
          <p:nvPr/>
        </p:nvSpPr>
        <p:spPr>
          <a:xfrm xmlns:a="http://schemas.openxmlformats.org/drawingml/2006/main">
            <a:off x="8382000" y="3067050"/>
            <a:ext cx="238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方向支持，机制未决</a:t>
            </a:r>
          </a:p>
        </p:txBody>
      </p:sp>
      <p:sp>
        <p:nvSpPr>
          <p:cNvPr id="22" name="rest">
            <a:extLst xmlns:a="http://schemas.openxmlformats.org/drawingml/2006/main">
              <a:ext uri="{FF2B5EF4-FFF2-40B4-BE49-F238E27FC236}">
                <a16:creationId xmlns:a16="http://schemas.microsoft.com/office/drawing/2014/main" id="{6757793E-0463-4C7E-A3A2-DE0FCBD2CC3C}"/>
              </a:ext>
            </a:extLst>
          </p:cNvPr>
          <p:cNvSpPr>
            <a:spLocks xmlns:a="http://schemas.openxmlformats.org/drawingml/2006/main" noGrp="1"/>
          </p:cNvSpPr>
          <p:nvPr/>
        </p:nvSpPr>
        <p:spPr>
          <a:xfrm xmlns:a="http://schemas.openxmlformats.org/drawingml/2006/main">
            <a:off x="1762125" y="4476750"/>
            <a:ext cx="8667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200" b="0">
                <a:solidFill>
                  <a:srgbClr val="66727D"/>
                </a:solidFill>
                <a:latin typeface="微软雅黑"/>
                <a:ea typeface="微软雅黑"/>
                <a:cs typeface="微软雅黑"/>
              </a:defRPr>
            </a:pPr>
            <a:r>
              <a:rPr sz="2200" b="0">
                <a:solidFill>
                  <a:srgbClr val="66727D"/>
                </a:solidFill>
                <a:latin typeface="微软雅黑"/>
                <a:ea typeface="微软雅黑"/>
                <a:cs typeface="微软雅黑"/>
              </a:rPr>
              <a:t>人工审核、充分性、威胁、伦理与 10 项自查课后补全。</a:t>
            </a:r>
          </a:p>
        </p:txBody>
      </p:sp>
    </p:spTree>
    <p:extLst>
      <p:ext uri="{BB962C8B-B14F-4D97-AF65-F5344CB8AC3E}">
        <p14:creationId xmlns:p14="http://schemas.microsoft.com/office/powerpoint/2010/main" val="1443728403"/>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实践停留页：完成三件最低产出</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90F7333B-44AC-F7E9-D49D-FE92F45E0477}" type="slidenum">
              <a:t>17</a:t>
            </a:fld>
            <a:endParaRPr/>
          </a:p>
        </p:txBody>
      </p:sp>
      <p:sp>
        <p:nvSpPr>
          <p:cNvPr id="6" name="brand-header">
            <a:extLst xmlns:a="http://schemas.openxmlformats.org/drawingml/2006/main">
              <a:ext uri="{FF2B5EF4-FFF2-40B4-BE49-F238E27FC236}">
                <a16:creationId xmlns:a16="http://schemas.microsoft.com/office/drawing/2014/main" id="{80A4F2AF-EC29-4FDE-AB8C-7344F9094900}"/>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26d4f3f34c0a4087"/>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B14DAF7D-F387-4945-8BE2-F97459345026}"/>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实践停留页：完成三件最低产出</a:t>
            </a:r>
          </a:p>
        </p:txBody>
      </p:sp>
      <p:sp>
        <p:nvSpPr>
          <p:cNvPr id="9" name="source">
            <a:extLst xmlns:a="http://schemas.openxmlformats.org/drawingml/2006/main">
              <a:ext uri="{FF2B5EF4-FFF2-40B4-BE49-F238E27FC236}">
                <a16:creationId xmlns:a16="http://schemas.microsoft.com/office/drawing/2014/main" id="{688D1864-8BB6-47B1-8742-28511401201E}"/>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来源：lesson-13/slides.md；课程工件与讲义见 speaker notes</a:t>
            </a:r>
          </a:p>
        </p:txBody>
      </p:sp>
      <p:sp>
        <p:nvSpPr>
          <p:cNvPr id="10" name="num-0">
            <a:extLst xmlns:a="http://schemas.openxmlformats.org/drawingml/2006/main">
              <a:ext uri="{FF2B5EF4-FFF2-40B4-BE49-F238E27FC236}">
                <a16:creationId xmlns:a16="http://schemas.microsoft.com/office/drawing/2014/main" id="{9445F035-E492-4AC0-B626-871355E82126}"/>
              </a:ext>
            </a:extLst>
          </p:cNvPr>
          <p:cNvSpPr>
            <a:spLocks xmlns:a="http://schemas.openxmlformats.org/drawingml/2006/main" noGrp="1"/>
          </p:cNvSpPr>
          <p:nvPr/>
        </p:nvSpPr>
        <p:spPr>
          <a:xfrm xmlns:a="http://schemas.openxmlformats.org/drawingml/2006/main">
            <a:off x="666750" y="1524000"/>
            <a:ext cx="323850" cy="1016000"/>
          </a:xfrm>
          <a:prstGeom xmlns:a="http://schemas.openxmlformats.org/drawingml/2006/main" prst="rect">
            <a:avLst/>
          </a:prstGeom>
          <a:solidFill xmlns:a="http://schemas.openxmlformats.org/drawingml/2006/main">
            <a:srgbClr val="1F4D78"/>
          </a:solidFill>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1800" b="1">
                <a:solidFill>
                  <a:srgbClr val="FFFFFF"/>
                </a:solidFill>
                <a:latin typeface="微软雅黑"/>
                <a:ea typeface="微软雅黑"/>
                <a:cs typeface="微软雅黑"/>
              </a:defRPr>
            </a:pPr>
            <a:r>
              <a:rPr sz="1800" b="1">
                <a:solidFill>
                  <a:srgbClr val="FFFFFF"/>
                </a:solidFill>
                <a:latin typeface="微软雅黑"/>
                <a:ea typeface="微软雅黑"/>
                <a:cs typeface="微软雅黑"/>
              </a:rPr>
              <a:t>1</a:t>
            </a:r>
          </a:p>
        </p:txBody>
      </p:sp>
      <p:sp>
        <p:nvSpPr>
          <p:cNvPr id="11" name="row-0">
            <a:extLst xmlns:a="http://schemas.openxmlformats.org/drawingml/2006/main">
              <a:ext uri="{FF2B5EF4-FFF2-40B4-BE49-F238E27FC236}">
                <a16:creationId xmlns:a16="http://schemas.microsoft.com/office/drawing/2014/main" id="{2DFA4062-4E8C-4D30-9C98-A408E4DD159D}"/>
              </a:ext>
            </a:extLst>
          </p:cNvPr>
          <p:cNvSpPr>
            <a:spLocks xmlns:a="http://schemas.openxmlformats.org/drawingml/2006/main" noGrp="1"/>
          </p:cNvSpPr>
          <p:nvPr/>
        </p:nvSpPr>
        <p:spPr>
          <a:xfrm xmlns:a="http://schemas.openxmlformats.org/drawingml/2006/main">
            <a:off x="1143000" y="1524000"/>
            <a:ext cx="6191250" cy="101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一张对照｜输入、条件、运行数、指标、结果</a:t>
            </a:r>
          </a:p>
        </p:txBody>
      </p:sp>
      <p:sp>
        <p:nvSpPr>
          <p:cNvPr id="12" name="row-rule-0">
            <a:extLst xmlns:a="http://schemas.openxmlformats.org/drawingml/2006/main">
              <a:ext uri="{FF2B5EF4-FFF2-40B4-BE49-F238E27FC236}">
                <a16:creationId xmlns:a16="http://schemas.microsoft.com/office/drawing/2014/main" id="{C1B7C796-84A1-4873-9104-EC03977678D5}"/>
              </a:ext>
            </a:extLst>
          </p:cNvPr>
          <p:cNvSpPr>
            <a:spLocks xmlns:a="http://schemas.openxmlformats.org/drawingml/2006/main" noGrp="1"/>
          </p:cNvSpPr>
          <p:nvPr/>
        </p:nvSpPr>
        <p:spPr>
          <a:xfrm xmlns:a="http://schemas.openxmlformats.org/drawingml/2006/main">
            <a:off x="1143000" y="2578100"/>
            <a:ext cx="6191250"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13" name="num-1">
            <a:extLst xmlns:a="http://schemas.openxmlformats.org/drawingml/2006/main">
              <a:ext uri="{FF2B5EF4-FFF2-40B4-BE49-F238E27FC236}">
                <a16:creationId xmlns:a16="http://schemas.microsoft.com/office/drawing/2014/main" id="{EA5D4021-BE4D-4957-8411-AED345E1276B}"/>
              </a:ext>
            </a:extLst>
          </p:cNvPr>
          <p:cNvSpPr>
            <a:spLocks xmlns:a="http://schemas.openxmlformats.org/drawingml/2006/main" noGrp="1"/>
          </p:cNvSpPr>
          <p:nvPr/>
        </p:nvSpPr>
        <p:spPr>
          <a:xfrm xmlns:a="http://schemas.openxmlformats.org/drawingml/2006/main">
            <a:off x="666750" y="2635250"/>
            <a:ext cx="323850" cy="1016000"/>
          </a:xfrm>
          <a:prstGeom xmlns:a="http://schemas.openxmlformats.org/drawingml/2006/main" prst="rect">
            <a:avLst/>
          </a:prstGeom>
          <a:solidFill xmlns:a="http://schemas.openxmlformats.org/drawingml/2006/main">
            <a:srgbClr val="1F4D78"/>
          </a:solidFill>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1800" b="1">
                <a:solidFill>
                  <a:srgbClr val="FFFFFF"/>
                </a:solidFill>
                <a:latin typeface="微软雅黑"/>
                <a:ea typeface="微软雅黑"/>
                <a:cs typeface="微软雅黑"/>
              </a:defRPr>
            </a:pPr>
            <a:r>
              <a:rPr sz="1800" b="1">
                <a:solidFill>
                  <a:srgbClr val="FFFFFF"/>
                </a:solidFill>
                <a:latin typeface="微软雅黑"/>
                <a:ea typeface="微软雅黑"/>
                <a:cs typeface="微软雅黑"/>
              </a:rPr>
              <a:t>2</a:t>
            </a:r>
          </a:p>
        </p:txBody>
      </p:sp>
      <p:sp>
        <p:nvSpPr>
          <p:cNvPr id="14" name="row-1">
            <a:extLst xmlns:a="http://schemas.openxmlformats.org/drawingml/2006/main">
              <a:ext uri="{FF2B5EF4-FFF2-40B4-BE49-F238E27FC236}">
                <a16:creationId xmlns:a16="http://schemas.microsoft.com/office/drawing/2014/main" id="{08EA6E16-C328-4BC4-9B0C-C5886DCF2F1E}"/>
              </a:ext>
            </a:extLst>
          </p:cNvPr>
          <p:cNvSpPr>
            <a:spLocks xmlns:a="http://schemas.openxmlformats.org/drawingml/2006/main" noGrp="1"/>
          </p:cNvSpPr>
          <p:nvPr/>
        </p:nvSpPr>
        <p:spPr>
          <a:xfrm xmlns:a="http://schemas.openxmlformats.org/drawingml/2006/main">
            <a:off x="1143000" y="2635250"/>
            <a:ext cx="6191250" cy="101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一项失败或局限｜表现、根因、边界、下一步</a:t>
            </a:r>
          </a:p>
        </p:txBody>
      </p:sp>
      <p:sp>
        <p:nvSpPr>
          <p:cNvPr id="15" name="row-rule-1">
            <a:extLst xmlns:a="http://schemas.openxmlformats.org/drawingml/2006/main">
              <a:ext uri="{FF2B5EF4-FFF2-40B4-BE49-F238E27FC236}">
                <a16:creationId xmlns:a16="http://schemas.microsoft.com/office/drawing/2014/main" id="{2C25FC32-FFB0-46D8-8FB3-5B44A44D138D}"/>
              </a:ext>
            </a:extLst>
          </p:cNvPr>
          <p:cNvSpPr>
            <a:spLocks xmlns:a="http://schemas.openxmlformats.org/drawingml/2006/main" noGrp="1"/>
          </p:cNvSpPr>
          <p:nvPr/>
        </p:nvSpPr>
        <p:spPr>
          <a:xfrm xmlns:a="http://schemas.openxmlformats.org/drawingml/2006/main">
            <a:off x="1143000" y="3689350"/>
            <a:ext cx="6191250"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16" name="num-2">
            <a:extLst xmlns:a="http://schemas.openxmlformats.org/drawingml/2006/main">
              <a:ext uri="{FF2B5EF4-FFF2-40B4-BE49-F238E27FC236}">
                <a16:creationId xmlns:a16="http://schemas.microsoft.com/office/drawing/2014/main" id="{741A00EB-3CE3-41D7-B24B-9311C551D097}"/>
              </a:ext>
            </a:extLst>
          </p:cNvPr>
          <p:cNvSpPr>
            <a:spLocks xmlns:a="http://schemas.openxmlformats.org/drawingml/2006/main" noGrp="1"/>
          </p:cNvSpPr>
          <p:nvPr/>
        </p:nvSpPr>
        <p:spPr>
          <a:xfrm xmlns:a="http://schemas.openxmlformats.org/drawingml/2006/main">
            <a:off x="666750" y="3746500"/>
            <a:ext cx="323850" cy="1016000"/>
          </a:xfrm>
          <a:prstGeom xmlns:a="http://schemas.openxmlformats.org/drawingml/2006/main" prst="rect">
            <a:avLst/>
          </a:prstGeom>
          <a:solidFill xmlns:a="http://schemas.openxmlformats.org/drawingml/2006/main">
            <a:srgbClr val="C8161E"/>
          </a:solidFill>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1800" b="1">
                <a:solidFill>
                  <a:srgbClr val="C8161E"/>
                </a:solidFill>
                <a:latin typeface="微软雅黑"/>
                <a:ea typeface="微软雅黑"/>
                <a:cs typeface="微软雅黑"/>
              </a:defRPr>
            </a:pPr>
            <a:r>
              <a:rPr sz="1800" b="1">
                <a:solidFill>
                  <a:srgbClr val="C8161E"/>
                </a:solidFill>
                <a:latin typeface="微软雅黑"/>
                <a:ea typeface="微软雅黑"/>
                <a:cs typeface="微软雅黑"/>
              </a:rPr>
              <a:t>3</a:t>
            </a:r>
          </a:p>
        </p:txBody>
      </p:sp>
      <p:sp>
        <p:nvSpPr>
          <p:cNvPr id="17" name="row-2">
            <a:extLst xmlns:a="http://schemas.openxmlformats.org/drawingml/2006/main">
              <a:ext uri="{FF2B5EF4-FFF2-40B4-BE49-F238E27FC236}">
                <a16:creationId xmlns:a16="http://schemas.microsoft.com/office/drawing/2014/main" id="{680D7DA6-D6BB-4421-A338-D49B388ADC49}"/>
              </a:ext>
            </a:extLst>
          </p:cNvPr>
          <p:cNvSpPr>
            <a:spLocks xmlns:a="http://schemas.openxmlformats.org/drawingml/2006/main" noGrp="1"/>
          </p:cNvSpPr>
          <p:nvPr/>
        </p:nvSpPr>
        <p:spPr>
          <a:xfrm xmlns:a="http://schemas.openxmlformats.org/drawingml/2006/main">
            <a:off x="1143000" y="3746500"/>
            <a:ext cx="6191250" cy="101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一条判断修订｜支持 / 反驳 / 仍不能判断</a:t>
            </a:r>
          </a:p>
        </p:txBody>
      </p:sp>
      <p:sp>
        <p:nvSpPr>
          <p:cNvPr id="18" name="practice-side">
            <a:extLst xmlns:a="http://schemas.openxmlformats.org/drawingml/2006/main">
              <a:ext uri="{FF2B5EF4-FFF2-40B4-BE49-F238E27FC236}">
                <a16:creationId xmlns:a16="http://schemas.microsoft.com/office/drawing/2014/main" id="{BAC3B011-F981-434B-8F9C-A35A05F50990}"/>
              </a:ext>
            </a:extLst>
          </p:cNvPr>
          <p:cNvSpPr>
            <a:spLocks xmlns:a="http://schemas.openxmlformats.org/drawingml/2006/main" noGrp="1"/>
          </p:cNvSpPr>
          <p:nvPr/>
        </p:nvSpPr>
        <p:spPr>
          <a:xfrm xmlns:a="http://schemas.openxmlformats.org/drawingml/2006/main">
            <a:off x="7905750" y="1666875"/>
            <a:ext cx="3429000" cy="2619375"/>
          </a:xfrm>
          <a:prstGeom xmlns:a="http://schemas.openxmlformats.org/drawingml/2006/main" prst="rect">
            <a:avLst/>
          </a:prstGeom>
          <a:solidFill xmlns:a="http://schemas.openxmlformats.org/drawingml/2006/main">
            <a:srgbClr val="F4F6F8"/>
          </a:solidFill>
          <a:ln xmlns:a="http://schemas.openxmlformats.org/drawingml/2006/main" w="0">
            <a:noFill/>
          </a:ln>
        </p:spPr>
      </p:sp>
      <p:sp>
        <p:nvSpPr>
          <p:cNvPr id="19" name="practice-h">
            <a:extLst xmlns:a="http://schemas.openxmlformats.org/drawingml/2006/main">
              <a:ext uri="{FF2B5EF4-FFF2-40B4-BE49-F238E27FC236}">
                <a16:creationId xmlns:a16="http://schemas.microsoft.com/office/drawing/2014/main" id="{FEFD2E8B-BF50-488C-BB94-F502A4494EF0}"/>
              </a:ext>
            </a:extLst>
          </p:cNvPr>
          <p:cNvSpPr>
            <a:spLocks xmlns:a="http://schemas.openxmlformats.org/drawingml/2006/main" noGrp="1"/>
          </p:cNvSpPr>
          <p:nvPr/>
        </p:nvSpPr>
        <p:spPr>
          <a:xfrm xmlns:a="http://schemas.openxmlformats.org/drawingml/2006/main">
            <a:off x="8191500" y="1952625"/>
            <a:ext cx="285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200" b="1">
                <a:solidFill>
                  <a:srgbClr val="1F4D78"/>
                </a:solidFill>
                <a:latin typeface="微软雅黑"/>
                <a:ea typeface="微软雅黑"/>
                <a:cs typeface="微软雅黑"/>
              </a:defRPr>
            </a:pPr>
            <a:r>
              <a:rPr sz="2200" b="1">
                <a:solidFill>
                  <a:srgbClr val="1F4D78"/>
                </a:solidFill>
                <a:latin typeface="微软雅黑"/>
                <a:ea typeface="微软雅黑"/>
                <a:cs typeface="微软雅黑"/>
              </a:rPr>
              <a:t>evaluation-report.md</a:t>
            </a:r>
          </a:p>
        </p:txBody>
      </p:sp>
      <p:sp>
        <p:nvSpPr>
          <p:cNvPr id="20" name="practice-note">
            <a:extLst xmlns:a="http://schemas.openxmlformats.org/drawingml/2006/main">
              <a:ext uri="{FF2B5EF4-FFF2-40B4-BE49-F238E27FC236}">
                <a16:creationId xmlns:a16="http://schemas.microsoft.com/office/drawing/2014/main" id="{F24E8C3D-5D58-4251-A865-AEF6D6972E32}"/>
              </a:ext>
            </a:extLst>
          </p:cNvPr>
          <p:cNvSpPr>
            <a:spLocks xmlns:a="http://schemas.openxmlformats.org/drawingml/2006/main" noGrp="1"/>
          </p:cNvSpPr>
          <p:nvPr/>
        </p:nvSpPr>
        <p:spPr>
          <a:xfrm xmlns:a="http://schemas.openxmlformats.org/drawingml/2006/main">
            <a:off x="8191500" y="2619375"/>
            <a:ext cx="2762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完成标志</a:t>
            </a:r>
          </a:p>
          <a:p xmlns:a="http://schemas.openxmlformats.org/drawingml/2006/main">
            <a:r>
              <a:t/>
            </a:r>
          </a:p>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三项都有证据项</a:t>
            </a:r>
          </a:p>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并保留未决解释</a:t>
            </a:r>
          </a:p>
        </p:txBody>
      </p:sp>
    </p:spTree>
    <p:extLst>
      <p:ext uri="{BB962C8B-B14F-4D97-AF65-F5344CB8AC3E}">
        <p14:creationId xmlns:p14="http://schemas.microsoft.com/office/powerpoint/2010/main" val="1443728403"/>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同伴只问证据是否足够</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B1C6C81E-38B9-7560-621D-5A151A79DF9B}" type="slidenum">
              <a:t>18</a:t>
            </a:fld>
            <a:endParaRPr/>
          </a:p>
        </p:txBody>
      </p:sp>
      <p:sp>
        <p:nvSpPr>
          <p:cNvPr id="6" name="brand-header">
            <a:extLst xmlns:a="http://schemas.openxmlformats.org/drawingml/2006/main">
              <a:ext uri="{FF2B5EF4-FFF2-40B4-BE49-F238E27FC236}">
                <a16:creationId xmlns:a16="http://schemas.microsoft.com/office/drawing/2014/main" id="{27AB9983-C6D0-4E04-95F5-40801F8E701A}"/>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04a400c586d84d23"/>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224F083D-AA2B-40BB-A64B-781786C6482D}"/>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同伴只问证据是否足够</a:t>
            </a:r>
          </a:p>
        </p:txBody>
      </p:sp>
      <p:sp>
        <p:nvSpPr>
          <p:cNvPr id="9" name="source">
            <a:extLst xmlns:a="http://schemas.openxmlformats.org/drawingml/2006/main">
              <a:ext uri="{FF2B5EF4-FFF2-40B4-BE49-F238E27FC236}">
                <a16:creationId xmlns:a16="http://schemas.microsoft.com/office/drawing/2014/main" id="{BFBA3517-E8F9-4769-AA56-B53A7796FC85}"/>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来源：lesson-13/slides.md；课程工件与讲义见 speaker notes</a:t>
            </a:r>
          </a:p>
        </p:txBody>
      </p:sp>
      <p:sp>
        <p:nvSpPr>
          <p:cNvPr id="10" name="doc-14-bg">
            <a:extLst xmlns:a="http://schemas.openxmlformats.org/drawingml/2006/main">
              <a:ext uri="{FF2B5EF4-FFF2-40B4-BE49-F238E27FC236}">
                <a16:creationId xmlns:a16="http://schemas.microsoft.com/office/drawing/2014/main" id="{1319A607-173B-4B03-96B9-174F190E73E5}"/>
              </a:ext>
            </a:extLst>
          </p:cNvPr>
          <p:cNvSpPr>
            <a:spLocks xmlns:a="http://schemas.openxmlformats.org/drawingml/2006/main" noGrp="1"/>
          </p:cNvSpPr>
          <p:nvPr/>
        </p:nvSpPr>
        <p:spPr>
          <a:xfrm xmlns:a="http://schemas.openxmlformats.org/drawingml/2006/main">
            <a:off x="3333750" y="1476375"/>
            <a:ext cx="5524500" cy="3667125"/>
          </a:xfrm>
          <a:prstGeom xmlns:a="http://schemas.openxmlformats.org/drawingml/2006/main" prst="rect">
            <a:avLst/>
          </a:prstGeom>
          <a:solidFill xmlns:a="http://schemas.openxmlformats.org/drawingml/2006/main">
            <a:srgbClr val="F4F6F8"/>
          </a:solidFill>
          <a:ln xmlns:a="http://schemas.openxmlformats.org/drawingml/2006/main" w="0">
            <a:noFill/>
          </a:ln>
        </p:spPr>
      </p:sp>
      <p:sp>
        <p:nvSpPr>
          <p:cNvPr id="11" name="doc-14-title-bg">
            <a:extLst xmlns:a="http://schemas.openxmlformats.org/drawingml/2006/main">
              <a:ext uri="{FF2B5EF4-FFF2-40B4-BE49-F238E27FC236}">
                <a16:creationId xmlns:a16="http://schemas.microsoft.com/office/drawing/2014/main" id="{47017246-161B-419F-8E23-019D9A46347D}"/>
              </a:ext>
            </a:extLst>
          </p:cNvPr>
          <p:cNvSpPr>
            <a:spLocks xmlns:a="http://schemas.openxmlformats.org/drawingml/2006/main" noGrp="1"/>
          </p:cNvSpPr>
          <p:nvPr/>
        </p:nvSpPr>
        <p:spPr>
          <a:xfrm xmlns:a="http://schemas.openxmlformats.org/drawingml/2006/main">
            <a:off x="3333750" y="1476375"/>
            <a:ext cx="3429000" cy="323850"/>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2" name="doc-14-title">
            <a:extLst xmlns:a="http://schemas.openxmlformats.org/drawingml/2006/main">
              <a:ext uri="{FF2B5EF4-FFF2-40B4-BE49-F238E27FC236}">
                <a16:creationId xmlns:a16="http://schemas.microsoft.com/office/drawing/2014/main" id="{5245809E-0CA5-43AF-8C0E-D1C30889BC10}"/>
              </a:ext>
            </a:extLst>
          </p:cNvPr>
          <p:cNvSpPr>
            <a:spLocks xmlns:a="http://schemas.openxmlformats.org/drawingml/2006/main" noGrp="1"/>
          </p:cNvSpPr>
          <p:nvPr/>
        </p:nvSpPr>
        <p:spPr>
          <a:xfrm xmlns:a="http://schemas.openxmlformats.org/drawingml/2006/main">
            <a:off x="3409950" y="1495425"/>
            <a:ext cx="327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1">
                <a:solidFill>
                  <a:srgbClr val="FFFFFF"/>
                </a:solidFill>
                <a:latin typeface="微软雅黑"/>
                <a:ea typeface="微软雅黑"/>
                <a:cs typeface="微软雅黑"/>
              </a:defRPr>
            </a:pPr>
            <a:r>
              <a:rPr sz="1800" b="1">
                <a:solidFill>
                  <a:srgbClr val="FFFFFF"/>
                </a:solidFill>
                <a:latin typeface="微软雅黑"/>
                <a:ea typeface="微软雅黑"/>
                <a:cs typeface="微软雅黑"/>
              </a:rPr>
              <a:t>作者的三项最低产出</a:t>
            </a:r>
          </a:p>
        </p:txBody>
      </p:sp>
      <p:sp>
        <p:nvSpPr>
          <p:cNvPr id="13" name="doc-14-line-0">
            <a:extLst xmlns:a="http://schemas.openxmlformats.org/drawingml/2006/main">
              <a:ext uri="{FF2B5EF4-FFF2-40B4-BE49-F238E27FC236}">
                <a16:creationId xmlns:a16="http://schemas.microsoft.com/office/drawing/2014/main" id="{61935C2B-E8D4-4A05-BDBA-A41F98A74270}"/>
              </a:ext>
            </a:extLst>
          </p:cNvPr>
          <p:cNvSpPr>
            <a:spLocks xmlns:a="http://schemas.openxmlformats.org/drawingml/2006/main" noGrp="1"/>
          </p:cNvSpPr>
          <p:nvPr/>
        </p:nvSpPr>
        <p:spPr>
          <a:xfrm xmlns:a="http://schemas.openxmlformats.org/drawingml/2006/main">
            <a:off x="3562350" y="1971675"/>
            <a:ext cx="5067300" cy="974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结果对照｜口径可比吗</a:t>
            </a:r>
          </a:p>
        </p:txBody>
      </p:sp>
      <p:sp>
        <p:nvSpPr>
          <p:cNvPr id="14" name="doc-14-line-1">
            <a:extLst xmlns:a="http://schemas.openxmlformats.org/drawingml/2006/main">
              <a:ext uri="{FF2B5EF4-FFF2-40B4-BE49-F238E27FC236}">
                <a16:creationId xmlns:a16="http://schemas.microsoft.com/office/drawing/2014/main" id="{ACD499CD-4F29-4EFC-91F4-1F72A42835FE}"/>
              </a:ext>
            </a:extLst>
          </p:cNvPr>
          <p:cNvSpPr>
            <a:spLocks xmlns:a="http://schemas.openxmlformats.org/drawingml/2006/main" noGrp="1"/>
          </p:cNvSpPr>
          <p:nvPr/>
        </p:nvSpPr>
        <p:spPr>
          <a:xfrm xmlns:a="http://schemas.openxmlformats.org/drawingml/2006/main">
            <a:off x="3562350" y="2965450"/>
            <a:ext cx="5067300" cy="974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失败 / 局限｜根因具体吗</a:t>
            </a:r>
          </a:p>
        </p:txBody>
      </p:sp>
      <p:sp>
        <p:nvSpPr>
          <p:cNvPr id="15" name="doc-14-line-2">
            <a:extLst xmlns:a="http://schemas.openxmlformats.org/drawingml/2006/main">
              <a:ext uri="{FF2B5EF4-FFF2-40B4-BE49-F238E27FC236}">
                <a16:creationId xmlns:a16="http://schemas.microsoft.com/office/drawing/2014/main" id="{63CE1D16-09A0-4F41-A51E-2E221A05EA8F}"/>
              </a:ext>
            </a:extLst>
          </p:cNvPr>
          <p:cNvSpPr>
            <a:spLocks xmlns:a="http://schemas.openxmlformats.org/drawingml/2006/main" noGrp="1"/>
          </p:cNvSpPr>
          <p:nvPr/>
        </p:nvSpPr>
        <p:spPr>
          <a:xfrm xmlns:a="http://schemas.openxmlformats.org/drawingml/2006/main">
            <a:off x="3562350" y="3959225"/>
            <a:ext cx="5067300" cy="974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判断修订｜证据支持三态吗</a:t>
            </a:r>
          </a:p>
        </p:txBody>
      </p:sp>
      <p:sp>
        <p:nvSpPr>
          <p:cNvPr id="16" name="peer">
            <a:extLst xmlns:a="http://schemas.openxmlformats.org/drawingml/2006/main">
              <a:ext uri="{FF2B5EF4-FFF2-40B4-BE49-F238E27FC236}">
                <a16:creationId xmlns:a16="http://schemas.microsoft.com/office/drawing/2014/main" id="{D195C913-D541-41A1-BB2B-881A2BCB7250}"/>
              </a:ext>
            </a:extLst>
          </p:cNvPr>
          <p:cNvSpPr>
            <a:spLocks xmlns:a="http://schemas.openxmlformats.org/drawingml/2006/main" noGrp="1"/>
          </p:cNvSpPr>
          <p:nvPr/>
        </p:nvSpPr>
        <p:spPr>
          <a:xfrm xmlns:a="http://schemas.openxmlformats.org/drawingml/2006/main">
            <a:off x="619125" y="2333625"/>
            <a:ext cx="2190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200" b="1">
                <a:solidFill>
                  <a:srgbClr val="1F4D78"/>
                </a:solidFill>
                <a:latin typeface="微软雅黑"/>
                <a:ea typeface="微软雅黑"/>
                <a:cs typeface="微软雅黑"/>
              </a:defRPr>
            </a:pPr>
            <a:r>
              <a:rPr sz="2200" b="1">
                <a:solidFill>
                  <a:srgbClr val="1F4D78"/>
                </a:solidFill>
                <a:latin typeface="微软雅黑"/>
                <a:ea typeface="微软雅黑"/>
                <a:cs typeface="微软雅黑"/>
              </a:rPr>
              <a:t>同伴问题</a:t>
            </a:r>
          </a:p>
          <a:p xmlns:a="http://schemas.openxmlformats.org/drawingml/2006/main">
            <a:pPr algn="ctr">
              <a:lnSpc>
                <a:spcPct val="118000"/>
              </a:lnSpc>
              <a:buNone/>
              <a:defRPr sz="2200" b="1">
                <a:solidFill>
                  <a:srgbClr val="1F4D78"/>
                </a:solidFill>
                <a:latin typeface="微软雅黑"/>
                <a:ea typeface="微软雅黑"/>
                <a:cs typeface="微软雅黑"/>
              </a:defRPr>
            </a:pPr>
            <a:r>
              <a:rPr sz="2200" b="1">
                <a:solidFill>
                  <a:srgbClr val="1F4D78"/>
                </a:solidFill>
                <a:latin typeface="微软雅黑"/>
                <a:ea typeface="微软雅黑"/>
                <a:cs typeface="微软雅黑"/>
              </a:rPr>
              <a:t>契约 / 评价 / 证据 / 伦理</a:t>
            </a:r>
          </a:p>
        </p:txBody>
      </p:sp>
      <p:sp>
        <p:nvSpPr>
          <p:cNvPr id="17" name="author">
            <a:extLst xmlns:a="http://schemas.openxmlformats.org/drawingml/2006/main">
              <a:ext uri="{FF2B5EF4-FFF2-40B4-BE49-F238E27FC236}">
                <a16:creationId xmlns:a16="http://schemas.microsoft.com/office/drawing/2014/main" id="{A0F7B284-2C9E-486C-924F-20B6B9303B46}"/>
              </a:ext>
            </a:extLst>
          </p:cNvPr>
          <p:cNvSpPr>
            <a:spLocks xmlns:a="http://schemas.openxmlformats.org/drawingml/2006/main" noGrp="1"/>
          </p:cNvSpPr>
          <p:nvPr/>
        </p:nvSpPr>
        <p:spPr>
          <a:xfrm xmlns:a="http://schemas.openxmlformats.org/drawingml/2006/main">
            <a:off x="9286875" y="2143125"/>
            <a:ext cx="2286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200" b="1">
                <a:solidFill>
                  <a:srgbClr val="2E7D5B"/>
                </a:solidFill>
                <a:latin typeface="微软雅黑"/>
                <a:ea typeface="微软雅黑"/>
                <a:cs typeface="微软雅黑"/>
              </a:defRPr>
            </a:pPr>
            <a:r>
              <a:rPr sz="2200" b="1">
                <a:solidFill>
                  <a:srgbClr val="2E7D5B"/>
                </a:solidFill>
                <a:latin typeface="微软雅黑"/>
                <a:ea typeface="微软雅黑"/>
                <a:cs typeface="微软雅黑"/>
              </a:rPr>
              <a:t>作者处理</a:t>
            </a:r>
          </a:p>
          <a:p xmlns:a="http://schemas.openxmlformats.org/drawingml/2006/main">
            <a:pPr algn="ctr">
              <a:lnSpc>
                <a:spcPct val="118000"/>
              </a:lnSpc>
              <a:buNone/>
              <a:defRPr sz="2200" b="1">
                <a:solidFill>
                  <a:srgbClr val="2E7D5B"/>
                </a:solidFill>
                <a:latin typeface="微软雅黑"/>
                <a:ea typeface="微软雅黑"/>
                <a:cs typeface="微软雅黑"/>
              </a:defRPr>
            </a:pPr>
            <a:r>
              <a:rPr sz="2200" b="1">
                <a:solidFill>
                  <a:srgbClr val="2E7D5B"/>
                </a:solidFill>
                <a:latin typeface="微软雅黑"/>
                <a:ea typeface="微软雅黑"/>
                <a:cs typeface="微软雅黑"/>
              </a:rPr>
              <a:t>采纳 / 澄清 / 补证</a:t>
            </a:r>
          </a:p>
          <a:p xmlns:a="http://schemas.openxmlformats.org/drawingml/2006/main">
            <a:pPr algn="ctr">
              <a:lnSpc>
                <a:spcPct val="118000"/>
              </a:lnSpc>
              <a:buNone/>
              <a:defRPr sz="2200" b="1">
                <a:solidFill>
                  <a:srgbClr val="2E7D5B"/>
                </a:solidFill>
                <a:latin typeface="微软雅黑"/>
                <a:ea typeface="微软雅黑"/>
                <a:cs typeface="微软雅黑"/>
              </a:defRPr>
            </a:pPr>
            <a:r>
              <a:rPr sz="2200" b="1">
                <a:solidFill>
                  <a:srgbClr val="2E7D5B"/>
                </a:solidFill>
                <a:latin typeface="微软雅黑"/>
                <a:ea typeface="微软雅黑"/>
                <a:cs typeface="微软雅黑"/>
              </a:rPr>
              <a:t>保留异议 / 暂缓</a:t>
            </a:r>
          </a:p>
        </p:txBody>
      </p:sp>
    </p:spTree>
    <p:extLst>
      <p:ext uri="{BB962C8B-B14F-4D97-AF65-F5344CB8AC3E}">
        <p14:creationId xmlns:p14="http://schemas.microsoft.com/office/powerpoint/2010/main" val="1443728403"/>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本讲知识点总结</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CF91274-D221-1BB4-3BF9-836E3AD31EBE}" type="slidenum">
              <a:t>19</a:t>
            </a:fld>
            <a:endParaRPr/>
          </a:p>
        </p:txBody>
      </p:sp>
      <p:sp>
        <p:nvSpPr>
          <p:cNvPr id="6" name="brand-header">
            <a:extLst xmlns:a="http://schemas.openxmlformats.org/drawingml/2006/main">
              <a:ext uri="{FF2B5EF4-FFF2-40B4-BE49-F238E27FC236}">
                <a16:creationId xmlns:a16="http://schemas.microsoft.com/office/drawing/2014/main" id="{629A1350-C521-492D-9172-C91E782CB9DA}"/>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59d6b3f1061b4053"/>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7EB01D12-2E4F-4A63-97F4-80FD2AF58976}"/>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本讲知识点总结</a:t>
            </a:r>
          </a:p>
        </p:txBody>
      </p:sp>
      <p:sp>
        <p:nvSpPr>
          <p:cNvPr id="9" name="source">
            <a:extLst xmlns:a="http://schemas.openxmlformats.org/drawingml/2006/main">
              <a:ext uri="{FF2B5EF4-FFF2-40B4-BE49-F238E27FC236}">
                <a16:creationId xmlns:a16="http://schemas.microsoft.com/office/drawing/2014/main" id="{D9D38E52-D502-40DE-B211-D20A4D531DB1}"/>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来源：lesson-13/slides.md；课程工件与讲义见 speaker notes</a:t>
            </a:r>
          </a:p>
        </p:txBody>
      </p:sp>
      <p:sp>
        <p:nvSpPr>
          <p:cNvPr id="10" name="chain-line-0">
            <a:extLst xmlns:a="http://schemas.openxmlformats.org/drawingml/2006/main">
              <a:ext uri="{FF2B5EF4-FFF2-40B4-BE49-F238E27FC236}">
                <a16:creationId xmlns:a16="http://schemas.microsoft.com/office/drawing/2014/main" id="{439C1CA4-0CB8-4F17-BAB2-6420050530F3}"/>
              </a:ext>
            </a:extLst>
          </p:cNvPr>
          <p:cNvSpPr>
            <a:spLocks xmlns:a="http://schemas.openxmlformats.org/drawingml/2006/main" noGrp="1"/>
          </p:cNvSpPr>
          <p:nvPr/>
        </p:nvSpPr>
        <p:spPr>
          <a:xfrm xmlns:a="http://schemas.openxmlformats.org/drawingml/2006/main">
            <a:off x="704850" y="3057525"/>
            <a:ext cx="195262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1" name="chain-0">
            <a:extLst xmlns:a="http://schemas.openxmlformats.org/drawingml/2006/main">
              <a:ext uri="{FF2B5EF4-FFF2-40B4-BE49-F238E27FC236}">
                <a16:creationId xmlns:a16="http://schemas.microsoft.com/office/drawing/2014/main" id="{367F1D46-08ED-429B-B776-E5AB8FA892D1}"/>
              </a:ext>
            </a:extLst>
          </p:cNvPr>
          <p:cNvSpPr>
            <a:spLocks xmlns:a="http://schemas.openxmlformats.org/drawingml/2006/main" noGrp="1"/>
          </p:cNvSpPr>
          <p:nvPr/>
        </p:nvSpPr>
        <p:spPr>
          <a:xfrm xmlns:a="http://schemas.openxmlformats.org/drawingml/2006/main">
            <a:off x="704850" y="2333625"/>
            <a:ext cx="1952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固定对照</a:t>
            </a:r>
          </a:p>
        </p:txBody>
      </p:sp>
      <p:sp>
        <p:nvSpPr>
          <p:cNvPr id="12" name="chain-arrow-0">
            <a:extLst xmlns:a="http://schemas.openxmlformats.org/drawingml/2006/main">
              <a:ext uri="{FF2B5EF4-FFF2-40B4-BE49-F238E27FC236}">
                <a16:creationId xmlns:a16="http://schemas.microsoft.com/office/drawing/2014/main" id="{7C18F7D9-4746-43EA-9F5D-C5F61B8FBA63}"/>
              </a:ext>
            </a:extLst>
          </p:cNvPr>
          <p:cNvSpPr>
            <a:spLocks xmlns:a="http://schemas.openxmlformats.org/drawingml/2006/main" noGrp="1"/>
          </p:cNvSpPr>
          <p:nvPr/>
        </p:nvSpPr>
        <p:spPr>
          <a:xfrm xmlns:a="http://schemas.openxmlformats.org/drawingml/2006/main">
            <a:off x="2657475" y="2505075"/>
            <a:ext cx="92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3" name="chain-sub-0">
            <a:extLst xmlns:a="http://schemas.openxmlformats.org/drawingml/2006/main">
              <a:ext uri="{FF2B5EF4-FFF2-40B4-BE49-F238E27FC236}">
                <a16:creationId xmlns:a16="http://schemas.microsoft.com/office/drawing/2014/main" id="{CA57C9FD-8305-43DB-A8DE-97DE4A4511D0}"/>
              </a:ext>
            </a:extLst>
          </p:cNvPr>
          <p:cNvSpPr>
            <a:spLocks xmlns:a="http://schemas.openxmlformats.org/drawingml/2006/main" noGrp="1"/>
          </p:cNvSpPr>
          <p:nvPr/>
        </p:nvSpPr>
        <p:spPr>
          <a:xfrm xmlns:a="http://schemas.openxmlformats.org/drawingml/2006/main">
            <a:off x="704850" y="3209925"/>
            <a:ext cx="1952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本讲输入</a:t>
            </a:r>
          </a:p>
        </p:txBody>
      </p:sp>
      <p:sp>
        <p:nvSpPr>
          <p:cNvPr id="14" name="chain-line-1">
            <a:extLst xmlns:a="http://schemas.openxmlformats.org/drawingml/2006/main">
              <a:ext uri="{FF2B5EF4-FFF2-40B4-BE49-F238E27FC236}">
                <a16:creationId xmlns:a16="http://schemas.microsoft.com/office/drawing/2014/main" id="{5E3FDE9A-06FC-4010-B88A-47E053A70619}"/>
              </a:ext>
            </a:extLst>
          </p:cNvPr>
          <p:cNvSpPr>
            <a:spLocks xmlns:a="http://schemas.openxmlformats.org/drawingml/2006/main" noGrp="1"/>
          </p:cNvSpPr>
          <p:nvPr/>
        </p:nvSpPr>
        <p:spPr>
          <a:xfrm xmlns:a="http://schemas.openxmlformats.org/drawingml/2006/main">
            <a:off x="3578225" y="3057525"/>
            <a:ext cx="195262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5" name="chain-1">
            <a:extLst xmlns:a="http://schemas.openxmlformats.org/drawingml/2006/main">
              <a:ext uri="{FF2B5EF4-FFF2-40B4-BE49-F238E27FC236}">
                <a16:creationId xmlns:a16="http://schemas.microsoft.com/office/drawing/2014/main" id="{D1A09309-B7F2-4476-95A4-AE629B0D9C95}"/>
              </a:ext>
            </a:extLst>
          </p:cNvPr>
          <p:cNvSpPr>
            <a:spLocks xmlns:a="http://schemas.openxmlformats.org/drawingml/2006/main" noGrp="1"/>
          </p:cNvSpPr>
          <p:nvPr/>
        </p:nvSpPr>
        <p:spPr>
          <a:xfrm xmlns:a="http://schemas.openxmlformats.org/drawingml/2006/main">
            <a:off x="3578225" y="2333625"/>
            <a:ext cx="1952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结果三态</a:t>
            </a:r>
          </a:p>
        </p:txBody>
      </p:sp>
      <p:sp>
        <p:nvSpPr>
          <p:cNvPr id="16" name="chain-arrow-1">
            <a:extLst xmlns:a="http://schemas.openxmlformats.org/drawingml/2006/main">
              <a:ext uri="{FF2B5EF4-FFF2-40B4-BE49-F238E27FC236}">
                <a16:creationId xmlns:a16="http://schemas.microsoft.com/office/drawing/2014/main" id="{FFFBAA93-C92E-4CC2-A612-0C64442D5652}"/>
              </a:ext>
            </a:extLst>
          </p:cNvPr>
          <p:cNvSpPr>
            <a:spLocks xmlns:a="http://schemas.openxmlformats.org/drawingml/2006/main" noGrp="1"/>
          </p:cNvSpPr>
          <p:nvPr/>
        </p:nvSpPr>
        <p:spPr>
          <a:xfrm xmlns:a="http://schemas.openxmlformats.org/drawingml/2006/main">
            <a:off x="5530850" y="2505075"/>
            <a:ext cx="92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7" name="chain-sub-1">
            <a:extLst xmlns:a="http://schemas.openxmlformats.org/drawingml/2006/main">
              <a:ext uri="{FF2B5EF4-FFF2-40B4-BE49-F238E27FC236}">
                <a16:creationId xmlns:a16="http://schemas.microsoft.com/office/drawing/2014/main" id="{35B8A6F4-3EEE-49CD-8D6B-5FF4A5134631}"/>
              </a:ext>
            </a:extLst>
          </p:cNvPr>
          <p:cNvSpPr>
            <a:spLocks xmlns:a="http://schemas.openxmlformats.org/drawingml/2006/main" noGrp="1"/>
          </p:cNvSpPr>
          <p:nvPr/>
        </p:nvSpPr>
        <p:spPr>
          <a:xfrm xmlns:a="http://schemas.openxmlformats.org/drawingml/2006/main">
            <a:off x="3578225" y="3209925"/>
            <a:ext cx="1952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本讲执行</a:t>
            </a:r>
          </a:p>
        </p:txBody>
      </p:sp>
      <p:sp>
        <p:nvSpPr>
          <p:cNvPr id="18" name="chain-line-2">
            <a:extLst xmlns:a="http://schemas.openxmlformats.org/drawingml/2006/main">
              <a:ext uri="{FF2B5EF4-FFF2-40B4-BE49-F238E27FC236}">
                <a16:creationId xmlns:a16="http://schemas.microsoft.com/office/drawing/2014/main" id="{C27A74BB-C845-440A-8B60-B85E6B12ECE0}"/>
              </a:ext>
            </a:extLst>
          </p:cNvPr>
          <p:cNvSpPr>
            <a:spLocks xmlns:a="http://schemas.openxmlformats.org/drawingml/2006/main" noGrp="1"/>
          </p:cNvSpPr>
          <p:nvPr/>
        </p:nvSpPr>
        <p:spPr>
          <a:xfrm xmlns:a="http://schemas.openxmlformats.org/drawingml/2006/main">
            <a:off x="6451600" y="3057525"/>
            <a:ext cx="195262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9" name="chain-2">
            <a:extLst xmlns:a="http://schemas.openxmlformats.org/drawingml/2006/main">
              <a:ext uri="{FF2B5EF4-FFF2-40B4-BE49-F238E27FC236}">
                <a16:creationId xmlns:a16="http://schemas.microsoft.com/office/drawing/2014/main" id="{7F2D5F98-A906-4701-AD35-C5614BBFDF61}"/>
              </a:ext>
            </a:extLst>
          </p:cNvPr>
          <p:cNvSpPr>
            <a:spLocks xmlns:a="http://schemas.openxmlformats.org/drawingml/2006/main" noGrp="1"/>
          </p:cNvSpPr>
          <p:nvPr/>
        </p:nvSpPr>
        <p:spPr>
          <a:xfrm xmlns:a="http://schemas.openxmlformats.org/drawingml/2006/main">
            <a:off x="6451600" y="2333625"/>
            <a:ext cx="1952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失败审计</a:t>
            </a:r>
          </a:p>
        </p:txBody>
      </p:sp>
      <p:sp>
        <p:nvSpPr>
          <p:cNvPr id="20" name="chain-arrow-2">
            <a:extLst xmlns:a="http://schemas.openxmlformats.org/drawingml/2006/main">
              <a:ext uri="{FF2B5EF4-FFF2-40B4-BE49-F238E27FC236}">
                <a16:creationId xmlns:a16="http://schemas.microsoft.com/office/drawing/2014/main" id="{18823D17-1697-4D46-811D-C1D2BB9D614A}"/>
              </a:ext>
            </a:extLst>
          </p:cNvPr>
          <p:cNvSpPr>
            <a:spLocks xmlns:a="http://schemas.openxmlformats.org/drawingml/2006/main" noGrp="1"/>
          </p:cNvSpPr>
          <p:nvPr/>
        </p:nvSpPr>
        <p:spPr>
          <a:xfrm xmlns:a="http://schemas.openxmlformats.org/drawingml/2006/main">
            <a:off x="8404225" y="2505075"/>
            <a:ext cx="92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21" name="chain-sub-2">
            <a:extLst xmlns:a="http://schemas.openxmlformats.org/drawingml/2006/main">
              <a:ext uri="{FF2B5EF4-FFF2-40B4-BE49-F238E27FC236}">
                <a16:creationId xmlns:a16="http://schemas.microsoft.com/office/drawing/2014/main" id="{3215A685-A55E-4D73-8A05-E4FBA6A0D9FA}"/>
              </a:ext>
            </a:extLst>
          </p:cNvPr>
          <p:cNvSpPr>
            <a:spLocks xmlns:a="http://schemas.openxmlformats.org/drawingml/2006/main" noGrp="1"/>
          </p:cNvSpPr>
          <p:nvPr/>
        </p:nvSpPr>
        <p:spPr>
          <a:xfrm xmlns:a="http://schemas.openxmlformats.org/drawingml/2006/main">
            <a:off x="6451600" y="3209925"/>
            <a:ext cx="1952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本讲证据</a:t>
            </a:r>
          </a:p>
        </p:txBody>
      </p:sp>
      <p:sp>
        <p:nvSpPr>
          <p:cNvPr id="22" name="chain-line-3">
            <a:extLst xmlns:a="http://schemas.openxmlformats.org/drawingml/2006/main">
              <a:ext uri="{FF2B5EF4-FFF2-40B4-BE49-F238E27FC236}">
                <a16:creationId xmlns:a16="http://schemas.microsoft.com/office/drawing/2014/main" id="{73D9F0A8-5088-4069-AEB6-8F407F63AAF6}"/>
              </a:ext>
            </a:extLst>
          </p:cNvPr>
          <p:cNvSpPr>
            <a:spLocks xmlns:a="http://schemas.openxmlformats.org/drawingml/2006/main" noGrp="1"/>
          </p:cNvSpPr>
          <p:nvPr/>
        </p:nvSpPr>
        <p:spPr>
          <a:xfrm xmlns:a="http://schemas.openxmlformats.org/drawingml/2006/main">
            <a:off x="9324975" y="3057525"/>
            <a:ext cx="195262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23" name="chain-3">
            <a:extLst xmlns:a="http://schemas.openxmlformats.org/drawingml/2006/main">
              <a:ext uri="{FF2B5EF4-FFF2-40B4-BE49-F238E27FC236}">
                <a16:creationId xmlns:a16="http://schemas.microsoft.com/office/drawing/2014/main" id="{944F9669-5D94-4AEE-AC88-BEA5DE29DAA8}"/>
              </a:ext>
            </a:extLst>
          </p:cNvPr>
          <p:cNvSpPr>
            <a:spLocks xmlns:a="http://schemas.openxmlformats.org/drawingml/2006/main" noGrp="1"/>
          </p:cNvSpPr>
          <p:nvPr/>
        </p:nvSpPr>
        <p:spPr>
          <a:xfrm xmlns:a="http://schemas.openxmlformats.org/drawingml/2006/main">
            <a:off x="9324975" y="2333625"/>
            <a:ext cx="1952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验证门</a:t>
            </a:r>
          </a:p>
        </p:txBody>
      </p:sp>
      <p:sp>
        <p:nvSpPr>
          <p:cNvPr id="24" name="chain-sub-3">
            <a:extLst xmlns:a="http://schemas.openxmlformats.org/drawingml/2006/main">
              <a:ext uri="{FF2B5EF4-FFF2-40B4-BE49-F238E27FC236}">
                <a16:creationId xmlns:a16="http://schemas.microsoft.com/office/drawing/2014/main" id="{93D11A77-4F4E-4001-AAA5-B0A6E5A4CEB4}"/>
              </a:ext>
            </a:extLst>
          </p:cNvPr>
          <p:cNvSpPr>
            <a:spLocks xmlns:a="http://schemas.openxmlformats.org/drawingml/2006/main" noGrp="1"/>
          </p:cNvSpPr>
          <p:nvPr/>
        </p:nvSpPr>
        <p:spPr>
          <a:xfrm xmlns:a="http://schemas.openxmlformats.org/drawingml/2006/main">
            <a:off x="9324975" y="3209925"/>
            <a:ext cx="1952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下一步</a:t>
            </a:r>
          </a:p>
        </p:txBody>
      </p:sp>
    </p:spTree>
    <p:extLst>
      <p:ext uri="{BB962C8B-B14F-4D97-AF65-F5344CB8AC3E}">
        <p14:creationId xmlns:p14="http://schemas.microsoft.com/office/powerpoint/2010/main" val="1443728403"/>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评价材料直接进入第 14 课写作</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844E025A-983C-6D44-79C6-4612AACD43FC}" type="slidenum">
              <a:t>20</a:t>
            </a:fld>
            <a:endParaRPr/>
          </a:p>
        </p:txBody>
      </p:sp>
      <p:sp>
        <p:nvSpPr>
          <p:cNvPr id="6" name="brand-header">
            <a:extLst xmlns:a="http://schemas.openxmlformats.org/drawingml/2006/main">
              <a:ext uri="{FF2B5EF4-FFF2-40B4-BE49-F238E27FC236}">
                <a16:creationId xmlns:a16="http://schemas.microsoft.com/office/drawing/2014/main" id="{25442F73-AC2E-4E5C-A840-A747C0EC964E}"/>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3e39c59555d24caf"/>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834B78B6-270C-48E9-80FB-2B0347AF0A3C}"/>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评价材料直接进入第 14 课写作</a:t>
            </a:r>
          </a:p>
        </p:txBody>
      </p:sp>
      <p:sp>
        <p:nvSpPr>
          <p:cNvPr id="9" name="source">
            <a:extLst xmlns:a="http://schemas.openxmlformats.org/drawingml/2006/main">
              <a:ext uri="{FF2B5EF4-FFF2-40B4-BE49-F238E27FC236}">
                <a16:creationId xmlns:a16="http://schemas.microsoft.com/office/drawing/2014/main" id="{E56F65F0-10F7-47D6-AA77-C62E9DA19281}"/>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来源：lesson-13/slides.md；课程工件与讲义见 speaker notes</a:t>
            </a:r>
          </a:p>
        </p:txBody>
      </p:sp>
      <p:sp>
        <p:nvSpPr>
          <p:cNvPr id="10" name="doc-15-bg">
            <a:extLst xmlns:a="http://schemas.openxmlformats.org/drawingml/2006/main">
              <a:ext uri="{FF2B5EF4-FFF2-40B4-BE49-F238E27FC236}">
                <a16:creationId xmlns:a16="http://schemas.microsoft.com/office/drawing/2014/main" id="{83624BE2-34D0-4904-820E-5884DBDFC0BF}"/>
              </a:ext>
            </a:extLst>
          </p:cNvPr>
          <p:cNvSpPr>
            <a:spLocks xmlns:a="http://schemas.openxmlformats.org/drawingml/2006/main" noGrp="1"/>
          </p:cNvSpPr>
          <p:nvPr/>
        </p:nvSpPr>
        <p:spPr>
          <a:xfrm xmlns:a="http://schemas.openxmlformats.org/drawingml/2006/main">
            <a:off x="762000" y="1571625"/>
            <a:ext cx="4762500" cy="3429000"/>
          </a:xfrm>
          <a:prstGeom xmlns:a="http://schemas.openxmlformats.org/drawingml/2006/main" prst="rect">
            <a:avLst/>
          </a:prstGeom>
          <a:solidFill xmlns:a="http://schemas.openxmlformats.org/drawingml/2006/main">
            <a:srgbClr val="F4F6F8"/>
          </a:solidFill>
          <a:ln xmlns:a="http://schemas.openxmlformats.org/drawingml/2006/main" w="0">
            <a:noFill/>
          </a:ln>
        </p:spPr>
      </p:sp>
      <p:sp>
        <p:nvSpPr>
          <p:cNvPr id="11" name="doc-15-title-bg">
            <a:extLst xmlns:a="http://schemas.openxmlformats.org/drawingml/2006/main">
              <a:ext uri="{FF2B5EF4-FFF2-40B4-BE49-F238E27FC236}">
                <a16:creationId xmlns:a16="http://schemas.microsoft.com/office/drawing/2014/main" id="{60FDAC97-DD0A-4F1D-820A-7AFEFCF977C3}"/>
              </a:ext>
            </a:extLst>
          </p:cNvPr>
          <p:cNvSpPr>
            <a:spLocks xmlns:a="http://schemas.openxmlformats.org/drawingml/2006/main" noGrp="1"/>
          </p:cNvSpPr>
          <p:nvPr/>
        </p:nvSpPr>
        <p:spPr>
          <a:xfrm xmlns:a="http://schemas.openxmlformats.org/drawingml/2006/main">
            <a:off x="762000" y="1571625"/>
            <a:ext cx="3429000" cy="323850"/>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2" name="doc-15-title">
            <a:extLst xmlns:a="http://schemas.openxmlformats.org/drawingml/2006/main">
              <a:ext uri="{FF2B5EF4-FFF2-40B4-BE49-F238E27FC236}">
                <a16:creationId xmlns:a16="http://schemas.microsoft.com/office/drawing/2014/main" id="{48EFE941-60D1-4E61-BF67-57D554A31FE9}"/>
              </a:ext>
            </a:extLst>
          </p:cNvPr>
          <p:cNvSpPr>
            <a:spLocks xmlns:a="http://schemas.openxmlformats.org/drawingml/2006/main" noGrp="1"/>
          </p:cNvSpPr>
          <p:nvPr/>
        </p:nvSpPr>
        <p:spPr>
          <a:xfrm xmlns:a="http://schemas.openxmlformats.org/drawingml/2006/main">
            <a:off x="838200" y="1590675"/>
            <a:ext cx="327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1">
                <a:solidFill>
                  <a:srgbClr val="FFFFFF"/>
                </a:solidFill>
                <a:latin typeface="微软雅黑"/>
                <a:ea typeface="微软雅黑"/>
                <a:cs typeface="微软雅黑"/>
              </a:defRPr>
            </a:pPr>
            <a:r>
              <a:rPr sz="1800" b="1">
                <a:solidFill>
                  <a:srgbClr val="FFFFFF"/>
                </a:solidFill>
                <a:latin typeface="微软雅黑"/>
                <a:ea typeface="微软雅黑"/>
                <a:cs typeface="微软雅黑"/>
              </a:rPr>
              <a:t>evaluation-report.md</a:t>
            </a:r>
          </a:p>
        </p:txBody>
      </p:sp>
      <p:sp>
        <p:nvSpPr>
          <p:cNvPr id="13" name="doc-15-line-0">
            <a:extLst xmlns:a="http://schemas.openxmlformats.org/drawingml/2006/main">
              <a:ext uri="{FF2B5EF4-FFF2-40B4-BE49-F238E27FC236}">
                <a16:creationId xmlns:a16="http://schemas.microsoft.com/office/drawing/2014/main" id="{38E35CAC-BD86-4497-940B-22CDD990EA3E}"/>
              </a:ext>
            </a:extLst>
          </p:cNvPr>
          <p:cNvSpPr>
            <a:spLocks xmlns:a="http://schemas.openxmlformats.org/drawingml/2006/main" noGrp="1"/>
          </p:cNvSpPr>
          <p:nvPr/>
        </p:nvSpPr>
        <p:spPr>
          <a:xfrm xmlns:a="http://schemas.openxmlformats.org/drawingml/2006/main">
            <a:off x="990600" y="2066925"/>
            <a:ext cx="4305300" cy="6715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结果对照</a:t>
            </a:r>
          </a:p>
        </p:txBody>
      </p:sp>
      <p:sp>
        <p:nvSpPr>
          <p:cNvPr id="14" name="doc-15-line-1">
            <a:extLst xmlns:a="http://schemas.openxmlformats.org/drawingml/2006/main">
              <a:ext uri="{FF2B5EF4-FFF2-40B4-BE49-F238E27FC236}">
                <a16:creationId xmlns:a16="http://schemas.microsoft.com/office/drawing/2014/main" id="{789CAE4D-0F20-44A1-AE28-1D58F3F85ECE}"/>
              </a:ext>
            </a:extLst>
          </p:cNvPr>
          <p:cNvSpPr>
            <a:spLocks xmlns:a="http://schemas.openxmlformats.org/drawingml/2006/main" noGrp="1"/>
          </p:cNvSpPr>
          <p:nvPr/>
        </p:nvSpPr>
        <p:spPr>
          <a:xfrm xmlns:a="http://schemas.openxmlformats.org/drawingml/2006/main">
            <a:off x="990600" y="2752725"/>
            <a:ext cx="4305300" cy="6715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判断修订</a:t>
            </a:r>
          </a:p>
        </p:txBody>
      </p:sp>
      <p:sp>
        <p:nvSpPr>
          <p:cNvPr id="15" name="doc-15-line-2">
            <a:extLst xmlns:a="http://schemas.openxmlformats.org/drawingml/2006/main">
              <a:ext uri="{FF2B5EF4-FFF2-40B4-BE49-F238E27FC236}">
                <a16:creationId xmlns:a16="http://schemas.microsoft.com/office/drawing/2014/main" id="{22C93E29-2AE2-4BEB-B55B-631CA95D0D91}"/>
              </a:ext>
            </a:extLst>
          </p:cNvPr>
          <p:cNvSpPr>
            <a:spLocks xmlns:a="http://schemas.openxmlformats.org/drawingml/2006/main" noGrp="1"/>
          </p:cNvSpPr>
          <p:nvPr/>
        </p:nvSpPr>
        <p:spPr>
          <a:xfrm xmlns:a="http://schemas.openxmlformats.org/drawingml/2006/main">
            <a:off x="990600" y="3438525"/>
            <a:ext cx="4305300" cy="6715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失败 / 局限</a:t>
            </a:r>
          </a:p>
        </p:txBody>
      </p:sp>
      <p:sp>
        <p:nvSpPr>
          <p:cNvPr id="16" name="doc-15-line-3">
            <a:extLst xmlns:a="http://schemas.openxmlformats.org/drawingml/2006/main">
              <a:ext uri="{FF2B5EF4-FFF2-40B4-BE49-F238E27FC236}">
                <a16:creationId xmlns:a16="http://schemas.microsoft.com/office/drawing/2014/main" id="{DC4BC316-EA99-4F3B-B80B-435CBFD53404}"/>
              </a:ext>
            </a:extLst>
          </p:cNvPr>
          <p:cNvSpPr>
            <a:spLocks xmlns:a="http://schemas.openxmlformats.org/drawingml/2006/main" noGrp="1"/>
          </p:cNvSpPr>
          <p:nvPr/>
        </p:nvSpPr>
        <p:spPr>
          <a:xfrm xmlns:a="http://schemas.openxmlformats.org/drawingml/2006/main">
            <a:off x="990600" y="4124325"/>
            <a:ext cx="4305300" cy="6715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证据与威胁</a:t>
            </a:r>
          </a:p>
        </p:txBody>
      </p:sp>
      <p:sp>
        <p:nvSpPr>
          <p:cNvPr id="17" name="to14">
            <a:extLst xmlns:a="http://schemas.openxmlformats.org/drawingml/2006/main">
              <a:ext uri="{FF2B5EF4-FFF2-40B4-BE49-F238E27FC236}">
                <a16:creationId xmlns:a16="http://schemas.microsoft.com/office/drawing/2014/main" id="{3C4B0D77-0A3E-4C73-AEEA-4A280571E200}"/>
              </a:ext>
            </a:extLst>
          </p:cNvPr>
          <p:cNvSpPr>
            <a:spLocks xmlns:a="http://schemas.openxmlformats.org/drawingml/2006/main" noGrp="1"/>
          </p:cNvSpPr>
          <p:nvPr/>
        </p:nvSpPr>
        <p:spPr>
          <a:xfrm xmlns:a="http://schemas.openxmlformats.org/drawingml/2006/main">
            <a:off x="5810250" y="2952750"/>
            <a:ext cx="762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8" name="doc-16-bg">
            <a:extLst xmlns:a="http://schemas.openxmlformats.org/drawingml/2006/main">
              <a:ext uri="{FF2B5EF4-FFF2-40B4-BE49-F238E27FC236}">
                <a16:creationId xmlns:a16="http://schemas.microsoft.com/office/drawing/2014/main" id="{FCA9384D-6A1D-4B9F-9704-703BBD8A3510}"/>
              </a:ext>
            </a:extLst>
          </p:cNvPr>
          <p:cNvSpPr>
            <a:spLocks xmlns:a="http://schemas.openxmlformats.org/drawingml/2006/main" noGrp="1"/>
          </p:cNvSpPr>
          <p:nvPr/>
        </p:nvSpPr>
        <p:spPr>
          <a:xfrm xmlns:a="http://schemas.openxmlformats.org/drawingml/2006/main">
            <a:off x="6858000" y="1571625"/>
            <a:ext cx="4476750" cy="3429000"/>
          </a:xfrm>
          <a:prstGeom xmlns:a="http://schemas.openxmlformats.org/drawingml/2006/main" prst="rect">
            <a:avLst/>
          </a:prstGeom>
          <a:solidFill xmlns:a="http://schemas.openxmlformats.org/drawingml/2006/main">
            <a:srgbClr val="F4F6F8"/>
          </a:solidFill>
          <a:ln xmlns:a="http://schemas.openxmlformats.org/drawingml/2006/main" w="0">
            <a:noFill/>
          </a:ln>
        </p:spPr>
      </p:sp>
      <p:sp>
        <p:nvSpPr>
          <p:cNvPr id="19" name="doc-16-title-bg">
            <a:extLst xmlns:a="http://schemas.openxmlformats.org/drawingml/2006/main">
              <a:ext uri="{FF2B5EF4-FFF2-40B4-BE49-F238E27FC236}">
                <a16:creationId xmlns:a16="http://schemas.microsoft.com/office/drawing/2014/main" id="{463AEB6A-220D-4C60-B3C0-FAB1F463CB48}"/>
              </a:ext>
            </a:extLst>
          </p:cNvPr>
          <p:cNvSpPr>
            <a:spLocks xmlns:a="http://schemas.openxmlformats.org/drawingml/2006/main" noGrp="1"/>
          </p:cNvSpPr>
          <p:nvPr/>
        </p:nvSpPr>
        <p:spPr>
          <a:xfrm xmlns:a="http://schemas.openxmlformats.org/drawingml/2006/main">
            <a:off x="6858000" y="1571625"/>
            <a:ext cx="3429000" cy="323850"/>
          </a:xfrm>
          <a:prstGeom xmlns:a="http://schemas.openxmlformats.org/drawingml/2006/main" prst="rect">
            <a:avLst/>
          </a:prstGeom>
          <a:solidFill xmlns:a="http://schemas.openxmlformats.org/drawingml/2006/main">
            <a:srgbClr val="2E7D5B"/>
          </a:solidFill>
          <a:ln xmlns:a="http://schemas.openxmlformats.org/drawingml/2006/main" w="0">
            <a:noFill/>
          </a:ln>
        </p:spPr>
      </p:sp>
      <p:sp>
        <p:nvSpPr>
          <p:cNvPr id="20" name="doc-16-title">
            <a:extLst xmlns:a="http://schemas.openxmlformats.org/drawingml/2006/main">
              <a:ext uri="{FF2B5EF4-FFF2-40B4-BE49-F238E27FC236}">
                <a16:creationId xmlns:a16="http://schemas.microsoft.com/office/drawing/2014/main" id="{1C697B70-2DC7-4C23-A2D5-19D4C7705E03}"/>
              </a:ext>
            </a:extLst>
          </p:cNvPr>
          <p:cNvSpPr>
            <a:spLocks xmlns:a="http://schemas.openxmlformats.org/drawingml/2006/main" noGrp="1"/>
          </p:cNvSpPr>
          <p:nvPr/>
        </p:nvSpPr>
        <p:spPr>
          <a:xfrm xmlns:a="http://schemas.openxmlformats.org/drawingml/2006/main">
            <a:off x="6934200" y="1590675"/>
            <a:ext cx="327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1">
                <a:solidFill>
                  <a:srgbClr val="FFFFFF"/>
                </a:solidFill>
                <a:latin typeface="微软雅黑"/>
                <a:ea typeface="微软雅黑"/>
                <a:cs typeface="微软雅黑"/>
              </a:defRPr>
            </a:pPr>
            <a:r>
              <a:rPr sz="1800" b="1">
                <a:solidFill>
                  <a:srgbClr val="FFFFFF"/>
                </a:solidFill>
                <a:latin typeface="微软雅黑"/>
                <a:ea typeface="微软雅黑"/>
                <a:cs typeface="微软雅黑"/>
              </a:rPr>
              <a:t>第 14 课论文结构</a:t>
            </a:r>
          </a:p>
        </p:txBody>
      </p:sp>
      <p:sp>
        <p:nvSpPr>
          <p:cNvPr id="21" name="doc-16-line-0">
            <a:extLst xmlns:a="http://schemas.openxmlformats.org/drawingml/2006/main">
              <a:ext uri="{FF2B5EF4-FFF2-40B4-BE49-F238E27FC236}">
                <a16:creationId xmlns:a16="http://schemas.microsoft.com/office/drawing/2014/main" id="{B6E61F73-156C-474B-B068-3C32474C8964}"/>
              </a:ext>
            </a:extLst>
          </p:cNvPr>
          <p:cNvSpPr>
            <a:spLocks xmlns:a="http://schemas.openxmlformats.org/drawingml/2006/main" noGrp="1"/>
          </p:cNvSpPr>
          <p:nvPr/>
        </p:nvSpPr>
        <p:spPr>
          <a:xfrm xmlns:a="http://schemas.openxmlformats.org/drawingml/2006/main">
            <a:off x="7086600" y="2066925"/>
            <a:ext cx="40195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Results｜对照与结果</a:t>
            </a:r>
          </a:p>
        </p:txBody>
      </p:sp>
      <p:sp>
        <p:nvSpPr>
          <p:cNvPr id="22" name="doc-16-line-1">
            <a:extLst xmlns:a="http://schemas.openxmlformats.org/drawingml/2006/main">
              <a:ext uri="{FF2B5EF4-FFF2-40B4-BE49-F238E27FC236}">
                <a16:creationId xmlns:a16="http://schemas.microsoft.com/office/drawing/2014/main" id="{70293B27-B9AE-4DD4-A47B-8087AAA520A7}"/>
              </a:ext>
            </a:extLst>
          </p:cNvPr>
          <p:cNvSpPr>
            <a:spLocks xmlns:a="http://schemas.openxmlformats.org/drawingml/2006/main" noGrp="1"/>
          </p:cNvSpPr>
          <p:nvPr/>
        </p:nvSpPr>
        <p:spPr>
          <a:xfrm xmlns:a="http://schemas.openxmlformats.org/drawingml/2006/main">
            <a:off x="7086600" y="2981325"/>
            <a:ext cx="40195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Discussion｜局限与替代解释</a:t>
            </a:r>
          </a:p>
        </p:txBody>
      </p:sp>
      <p:sp>
        <p:nvSpPr>
          <p:cNvPr id="23" name="doc-16-line-2">
            <a:extLst xmlns:a="http://schemas.openxmlformats.org/drawingml/2006/main">
              <a:ext uri="{FF2B5EF4-FFF2-40B4-BE49-F238E27FC236}">
                <a16:creationId xmlns:a16="http://schemas.microsoft.com/office/drawing/2014/main" id="{1CA24C00-ECBB-43B0-8541-875A820F6B0B}"/>
              </a:ext>
            </a:extLst>
          </p:cNvPr>
          <p:cNvSpPr>
            <a:spLocks xmlns:a="http://schemas.openxmlformats.org/drawingml/2006/main" noGrp="1"/>
          </p:cNvSpPr>
          <p:nvPr/>
        </p:nvSpPr>
        <p:spPr>
          <a:xfrm xmlns:a="http://schemas.openxmlformats.org/drawingml/2006/main">
            <a:off x="7086600" y="3895725"/>
            <a:ext cx="40195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Disclosure｜人工审核与 AI 使用</a:t>
            </a:r>
          </a:p>
        </p:txBody>
      </p:sp>
    </p:spTree>
    <p:extLst>
      <p:ext uri="{BB962C8B-B14F-4D97-AF65-F5344CB8AC3E}">
        <p14:creationId xmlns:p14="http://schemas.microsoft.com/office/powerpoint/2010/main" val="1443728403"/>
      </p:ext>
    </p:extLst>
  </p:cSld>
</p:sld>
</file>

<file path=ppt/theme/theme1.xml><?xml version="1.0" encoding="utf-8"?>
<a:theme xmlns:a="http://schemas.openxmlformats.org/drawingml/2006/main" name="Office 主题​​">
  <a:themeElements>
    <a:clrScheme name="SJTU-2019">
      <a:dk1>
        <a:srgbClr val="000000"/>
      </a:dk1>
      <a:lt1>
        <a:srgbClr val="FFFFFF"/>
      </a:lt1>
      <a:dk2>
        <a:srgbClr val="1B1C21"/>
      </a:dk2>
      <a:lt2>
        <a:srgbClr val="DBDBDB"/>
      </a:lt2>
      <a:accent1>
        <a:srgbClr val="C8161E"/>
      </a:accent1>
      <a:accent2>
        <a:srgbClr val="44546A"/>
      </a:accent2>
      <a:accent3>
        <a:srgbClr val="1F4D78"/>
      </a:accent3>
      <a:accent4>
        <a:srgbClr val="ED7D31"/>
      </a:accent4>
      <a:accent5>
        <a:srgbClr val="FFC000"/>
      </a:accent5>
      <a:accent6>
        <a:srgbClr val="A5A5A5"/>
      </a:accent6>
      <a:hlink>
        <a:srgbClr val="196E7D"/>
      </a:hlink>
      <a:folHlink>
        <a:srgbClr val="BEBEBE"/>
      </a:folHlink>
    </a:clrScheme>
    <a:fontScheme name="外宣普适">
      <a:majorFont>
        <a:latin typeface="Arial"/>
        <a:ea typeface="微软雅黑"/>
        <a:cs typeface=""/>
      </a:majorFont>
      <a:minorFont>
        <a:latin typeface="Arial"/>
        <a:ea typeface="微软雅黑"/>
        <a:cs typeface=""/>
      </a:minorFont>
    </a:fontScheme>
    <a:fmtScheme name="SJTU-2019">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2026-09-12T11:49:39.1450000Z</dcterms:created>
  <dcterms:modified xsi:type="dcterms:W3CDTF">2026-09-12T11:49:39.1450000Z</dcterms:modified>
</coreProperties>
</file>