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b5764f14e44ab7" /><Relationship Type="http://schemas.openxmlformats.org/officeDocument/2006/relationships/extended-properties" Target="/docProps/app.xml" Id="R88f42377e1594165" /><Relationship Type="http://schemas.openxmlformats.org/officeDocument/2006/relationships/officeDocument" Target="/ppt/presentation.xml" Id="R885e44a6395a43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2a91966a8a4792"/>
  </p:sldMasterIdLst>
  <p:notesMasterIdLst>
    <p:notesMasterId xmlns:r="http://schemas.openxmlformats.org/officeDocument/2006/relationships" r:id="R6c07fa03ac8f4c26"/>
  </p:notesMasterIdLst>
  <p:sldIdLst>
    <p:sldId xmlns:r="http://schemas.openxmlformats.org/officeDocument/2006/relationships" id="256" r:id="Rc49308b45d0c4bff"/>
    <p:sldId xmlns:r="http://schemas.openxmlformats.org/officeDocument/2006/relationships" id="257" r:id="Rc0de3cdb36d84552"/>
    <p:sldId xmlns:r="http://schemas.openxmlformats.org/officeDocument/2006/relationships" id="258" r:id="R98d0314f6689416c"/>
    <p:sldId xmlns:r="http://schemas.openxmlformats.org/officeDocument/2006/relationships" id="259" r:id="R9fe9b8c4162c4ef9"/>
    <p:sldId xmlns:r="http://schemas.openxmlformats.org/officeDocument/2006/relationships" id="260" r:id="R6a4e4b23ffeb41d4"/>
    <p:sldId xmlns:r="http://schemas.openxmlformats.org/officeDocument/2006/relationships" id="261" r:id="R73dba1ebf1564e27"/>
    <p:sldId xmlns:r="http://schemas.openxmlformats.org/officeDocument/2006/relationships" id="262" r:id="R7d7e36615b5646f9"/>
    <p:sldId xmlns:r="http://schemas.openxmlformats.org/officeDocument/2006/relationships" id="263" r:id="R6750f2c640fe4f74"/>
    <p:sldId xmlns:r="http://schemas.openxmlformats.org/officeDocument/2006/relationships" id="264" r:id="R1b8a703a76214a07"/>
    <p:sldId xmlns:r="http://schemas.openxmlformats.org/officeDocument/2006/relationships" id="265" r:id="R80c4edeffac4443d"/>
    <p:sldId xmlns:r="http://schemas.openxmlformats.org/officeDocument/2006/relationships" id="266" r:id="R4aac2e9fc8fe4976"/>
    <p:sldId xmlns:r="http://schemas.openxmlformats.org/officeDocument/2006/relationships" id="267" r:id="R47f319b340a04c06"/>
    <p:sldId xmlns:r="http://schemas.openxmlformats.org/officeDocument/2006/relationships" id="268" r:id="R0bb2c2b241d84b78"/>
    <p:sldId xmlns:r="http://schemas.openxmlformats.org/officeDocument/2006/relationships" id="269" r:id="Rc32b17bcd50e467a"/>
    <p:sldId xmlns:r="http://schemas.openxmlformats.org/officeDocument/2006/relationships" id="270" r:id="Rb250e9da6a0544e8"/>
    <p:sldId xmlns:r="http://schemas.openxmlformats.org/officeDocument/2006/relationships" id="271" r:id="R7c173c20fbf84352"/>
    <p:sldId xmlns:r="http://schemas.openxmlformats.org/officeDocument/2006/relationships" id="272" r:id="R46cf1d7086c04b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47068d7de84c4d" /><Relationship Type="http://schemas.openxmlformats.org/officeDocument/2006/relationships/slideMaster" Target="/ppt/slideMasters/slideMaster1.xml" Id="R162a91966a8a4792" /><Relationship Type="http://schemas.openxmlformats.org/officeDocument/2006/relationships/notesMaster" Target="/ppt/notesMasters/notesMaster1.xml" Id="R6c07fa03ac8f4c26" /><Relationship Type="http://schemas.openxmlformats.org/officeDocument/2006/relationships/presProps" Target="/ppt/presProps.xml" Id="Rd5e75fbd2de64f4c" /><Relationship Type="http://schemas.openxmlformats.org/officeDocument/2006/relationships/viewProps" Target="/ppt/viewProps.xml" Id="R34ddca4236fe4575" /><Relationship Type="http://schemas.openxmlformats.org/officeDocument/2006/relationships/tableStyles" Target="/ppt/tableStyles.xml" Id="Re58babb7928a4930" /><Relationship Type="http://schemas.openxmlformats.org/officeDocument/2006/relationships/slide" Target="/ppt/slides/slide1.xml" Id="Rc49308b45d0c4bff" /><Relationship Type="http://schemas.openxmlformats.org/officeDocument/2006/relationships/slide" Target="/ppt/slides/slide2.xml" Id="Rc0de3cdb36d84552" /><Relationship Type="http://schemas.openxmlformats.org/officeDocument/2006/relationships/slide" Target="/ppt/slides/slide3.xml" Id="R98d0314f6689416c" /><Relationship Type="http://schemas.openxmlformats.org/officeDocument/2006/relationships/slide" Target="/ppt/slides/slide4.xml" Id="R9fe9b8c4162c4ef9" /><Relationship Type="http://schemas.openxmlformats.org/officeDocument/2006/relationships/slide" Target="/ppt/slides/slide5.xml" Id="R6a4e4b23ffeb41d4" /><Relationship Type="http://schemas.openxmlformats.org/officeDocument/2006/relationships/slide" Target="/ppt/slides/slide6.xml" Id="R73dba1ebf1564e27" /><Relationship Type="http://schemas.openxmlformats.org/officeDocument/2006/relationships/slide" Target="/ppt/slides/slide7.xml" Id="R7d7e36615b5646f9" /><Relationship Type="http://schemas.openxmlformats.org/officeDocument/2006/relationships/slide" Target="/ppt/slides/slide8.xml" Id="R6750f2c640fe4f74" /><Relationship Type="http://schemas.openxmlformats.org/officeDocument/2006/relationships/slide" Target="/ppt/slides/slide9.xml" Id="R1b8a703a76214a07" /><Relationship Type="http://schemas.openxmlformats.org/officeDocument/2006/relationships/slide" Target="/ppt/slides/slide10.xml" Id="R80c4edeffac4443d" /><Relationship Type="http://schemas.openxmlformats.org/officeDocument/2006/relationships/slide" Target="/ppt/slides/slide11.xml" Id="R4aac2e9fc8fe4976" /><Relationship Type="http://schemas.openxmlformats.org/officeDocument/2006/relationships/slide" Target="/ppt/slides/slide12.xml" Id="R47f319b340a04c06" /><Relationship Type="http://schemas.openxmlformats.org/officeDocument/2006/relationships/slide" Target="/ppt/slides/slide13.xml" Id="R0bb2c2b241d84b78" /><Relationship Type="http://schemas.openxmlformats.org/officeDocument/2006/relationships/slide" Target="/ppt/slides/slide14.xml" Id="Rc32b17bcd50e467a" /><Relationship Type="http://schemas.openxmlformats.org/officeDocument/2006/relationships/slide" Target="/ppt/slides/slide15.xml" Id="Rb250e9da6a0544e8" /><Relationship Type="http://schemas.openxmlformats.org/officeDocument/2006/relationships/slide" Target="/ppt/slides/slide16.xml" Id="R7c173c20fbf84352" /><Relationship Type="http://schemas.openxmlformats.org/officeDocument/2006/relationships/slide" Target="/ppt/slides/slide17.xml" Id="R46cf1d7086c04b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1d49396fd547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c4d7f86db64d3a" /><Relationship Type="http://schemas.openxmlformats.org/officeDocument/2006/relationships/notesMaster" Target="/ppt/notesMasters/notesMaster1.xml" Id="Rff3c241b734c4b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e53de83a1f4f22" /><Relationship Type="http://schemas.openxmlformats.org/officeDocument/2006/relationships/notesMaster" Target="/ppt/notesMasters/notesMaster1.xml" Id="R5d49004740864a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b2d55b0f4b4757" /><Relationship Type="http://schemas.openxmlformats.org/officeDocument/2006/relationships/notesMaster" Target="/ppt/notesMasters/notesMaster1.xml" Id="Rd6a45741cc6847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8b48febbcf642c8" /><Relationship Type="http://schemas.openxmlformats.org/officeDocument/2006/relationships/notesMaster" Target="/ppt/notesMasters/notesMaster1.xml" Id="Rd5e378a8626b4f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7c94b60afc4454" /><Relationship Type="http://schemas.openxmlformats.org/officeDocument/2006/relationships/notesMaster" Target="/ppt/notesMasters/notesMaster1.xml" Id="Rfa9092ec1b4343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1f4aa7ca524063" /><Relationship Type="http://schemas.openxmlformats.org/officeDocument/2006/relationships/notesMaster" Target="/ppt/notesMasters/notesMaster1.xml" Id="R785d16e41a8f47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a0a03384df4a9f" /><Relationship Type="http://schemas.openxmlformats.org/officeDocument/2006/relationships/notesMaster" Target="/ppt/notesMasters/notesMaster1.xml" Id="R32fee4926b664b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98c3e751d84b80" /><Relationship Type="http://schemas.openxmlformats.org/officeDocument/2006/relationships/notesMaster" Target="/ppt/notesMasters/notesMaster1.xml" Id="R14279ee0428f4f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97f79f7b8dd43a3" /><Relationship Type="http://schemas.openxmlformats.org/officeDocument/2006/relationships/notesMaster" Target="/ppt/notesMasters/notesMaster1.xml" Id="Rc33f5a298c0942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3ce251bbd8420f" /><Relationship Type="http://schemas.openxmlformats.org/officeDocument/2006/relationships/notesMaster" Target="/ppt/notesMasters/notesMaster1.xml" Id="R9c40088ae05646b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71bf2ca7aa24399" /><Relationship Type="http://schemas.openxmlformats.org/officeDocument/2006/relationships/notesMaster" Target="/ppt/notesMasters/notesMaster1.xml" Id="R3f2690464193488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26691d1c28460e" /><Relationship Type="http://schemas.openxmlformats.org/officeDocument/2006/relationships/notesMaster" Target="/ppt/notesMasters/notesMaster1.xml" Id="Rbbc3a3aab16c48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837c62a18054932" /><Relationship Type="http://schemas.openxmlformats.org/officeDocument/2006/relationships/notesMaster" Target="/ppt/notesMasters/notesMaster1.xml" Id="R288b1b5645f444d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896790acab84eef" /><Relationship Type="http://schemas.openxmlformats.org/officeDocument/2006/relationships/notesMaster" Target="/ppt/notesMasters/notesMaster1.xml" Id="Re9053ce6ec0e42c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48cff9e250d41f6" /><Relationship Type="http://schemas.openxmlformats.org/officeDocument/2006/relationships/notesMaster" Target="/ppt/notesMasters/notesMaster1.xml" Id="R3f10a54e09a3422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1e97bf14bdb41f4" /><Relationship Type="http://schemas.openxmlformats.org/officeDocument/2006/relationships/notesMaster" Target="/ppt/notesMasters/notesMaster1.xml" Id="R0de6cf264550472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11719ba768b4ec9" /><Relationship Type="http://schemas.openxmlformats.org/officeDocument/2006/relationships/notesMaster" Target="/ppt/notesMasters/notesMaster1.xml" Id="R841ba509151347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页面：P01 第10讲 AI 辅助编码、调试与受限 Agent 执行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第10讲 AI 辅助编码、调试与受限 Agent 执行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开场放下模糊 prompt。第 9 课判断门已过，项目进入阶段七原型验证。本课回答：Agent 帮忙改代码、跑测试、归因错误时，研究者在哪里审核、用什么权限、留什么记录，才能让"Agent 帮忙"不等于"Agent 替代判断"或"Agent 污染实验"。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不展开课程行政信息，直接进入下一页回扣。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课程定位以 [syllabus.md](../../course/syllabus.md) 与 [备课规划.md](../备课规划.md) 第 10 课段为准。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页面：P02 实验规格还没有约束 Agent 执行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实验规格还没有约束 Agent 执行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实验规格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第 9 课输入</a:t>
            </a:r>
          </a:p>
          <a:p xmlns:a="http://schemas.openxmlformats.org/drawingml/2006/main">
            <a:r>
              <a:t>任务契约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本课边界</a:t>
            </a:r>
          </a:p>
          <a:p xmlns:a="http://schemas.openxmlformats.org/drawingml/2006/main">
            <a:r>
              <a:t>diff / 日志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一次受限执行</a:t>
            </a:r>
          </a:p>
          <a:p xmlns:a="http://schemas.openxmlformats.org/drawingml/2006/main">
            <a:r>
              <a:t>冻结队列</a:t>
            </a:r>
          </a:p>
          <a:p xmlns:a="http://schemas.openxmlformats.org/drawingml/2006/main">
            <a:r>
              <a:t>交给第 11 课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屏显来源页脚：来源：lesson-10/slides.md；课程工件与讲义见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回扣第 9 课：判断门已过，实验规格中"哪些步骤拟用 Agent、哪些步骤必须人工"是本课任务契约的直接输入。本课把"拟用 Agent"步骤改写为带验收标准的任务契约，让 Agent 在受限权限下执行一次。明确边界：目标是完成一次受限 Agent 执行的可复盘链路，不要求把 baseline 跑到最优；产出回写个人项目，作为第 13 课验证门材料的过程证据。第 11 课把本课的"一次执行"扩展为冻结队列执行与失败恢复。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快问：你第 9 课实验规格中标注了几个"拟用 Agent"步骤？只听回答，不评价。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本课板书、诊断与串词：</a:t>
            </a:r>
          </a:p>
          <a:p xmlns:a="http://schemas.openxmlformats.org/drawingml/2006/main">
            <a: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**板书主线**：任务 → 权限 → diff → 测试 → 人工审核。</a:t>
            </a:r>
          </a:p>
          <a:p xmlns:a="http://schemas.openxmlformats.org/drawingml/2006/main">
            <a:r>
              <a:t>- **诊断问题**：测试通过后还需核对什么？</a:t>
            </a:r>
          </a:p>
          <a:p xmlns:a="http://schemas.openxmlformats.org/drawingml/2006/main">
            <a:r>
              <a:t>- **预期回答**：核对改动范围、测试覆盖与研究语义。</a:t>
            </a:r>
          </a:p>
          <a:p xmlns:a="http://schemas.openxmlformats.org/drawingml/2006/main">
            <a:r>
              <a:t>- **常见误答后的追问**：若把AGENTS声明当沙箱，要求指出真正拒绝动作的控制点。</a:t>
            </a:r>
          </a:p>
          <a:p xmlns:a="http://schemas.openxmlformats.org/drawingml/2006/main">
            <a:r>
              <a:t>- **过渡串词**：“一个受限改动可检查后，再讨论多轮执行与失败恢复。”</a:t>
            </a:r>
          </a:p>
          <a:p xmlns:a="http://schemas.openxmlformats.org/drawingml/2006/main">
            <a:r>
              <a:t>- **当堂最小产出**：一个任务契约和一条diff/测试审核结论。</a:t>
            </a:r>
          </a:p>
          <a:p xmlns:a="http://schemas.openxmlformats.org/drawingml/2006/main">
            <a: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回扣第 9 课讲义 §三·5 与 §五；[备课规划.md](../备课规划.md) 第 10 课目标段；[assignments.md](../../course/assignments.md)（第 10 课非正式提交门）；[AGENTS.md](../../AGENTS.md)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页面：P03 模糊 prompt 让错误无法追溯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模糊 prompt 让错误无法追溯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“帮我把 baseline 跑通，看看结果怎么样，有问题就改一下。”</a:t>
            </a:r>
          </a:p>
          <a:p xmlns:a="http://schemas.openxmlformats.org/drawingml/2006/main">
            <a:r>
              <a:t>跑通</a:t>
            </a:r>
          </a:p>
          <a:p xmlns:a="http://schemas.openxmlformats.org/drawingml/2006/main">
            <a:r>
              <a:t>可能修改无关代码</a:t>
            </a:r>
          </a:p>
          <a:p xmlns:a="http://schemas.openxmlformats.org/drawingml/2006/main">
            <a:r>
              <a:t>结果怎么样</a:t>
            </a:r>
          </a:p>
          <a:p xmlns:a="http://schemas.openxmlformats.org/drawingml/2006/main">
            <a:r>
              <a:t>可能把单次运行写成方法效应</a:t>
            </a:r>
          </a:p>
          <a:p xmlns:a="http://schemas.openxmlformats.org/drawingml/2006/main">
            <a:r>
              <a:t>有问题</a:t>
            </a:r>
          </a:p>
          <a:p xmlns:a="http://schemas.openxmlformats.org/drawingml/2006/main">
            <a:r>
              <a:t>可能跳过失败测试</a:t>
            </a:r>
          </a:p>
          <a:p xmlns:a="http://schemas.openxmlformats.org/drawingml/2006/main">
            <a:r>
              <a:t>改一下</a:t>
            </a:r>
          </a:p>
          <a:p xmlns:a="http://schemas.openxmlformats.org/drawingml/2006/main">
            <a:r>
              <a:t>可能改评价协议而非方法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屏显来源页脚：来源：lesson-10/slides.md；课程工件与讲义见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模糊 prompt 把范围、权限、验收、失败处理都交给 Agent 解释。核心问题是出错后无法追溯——研究者不知道 Agent 做了什么、为什么做、依据什么标准，因此无法判断结果是否仍属于当前实验。本课的起点是把模糊 prompt 改写为任务契约。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让学生说出自己最近一次给 Agent 的 prompt 属于模糊 prompt 的哪些特征。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§二·1。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页面：P04 任务契约先缩到一个可检查改动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§五、贯穿案例：把判断门实验规格的一步改写为受限 Agent 任务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任务：为 normalize_record 补缺失字段检查。</a:t>
            </a:r>
          </a:p>
          <a:p xmlns:a="http://schemas.openxmlformats.org/drawingml/2006/main">
            <a:r>
              <a:t>只改：after/generate.py；测试与样例数据只读。</a:t>
            </a:r>
          </a:p>
          <a:p xmlns:a="http://schemas.openxmlformats.org/drawingml/2006/main">
            <a:r>
              <a:t>成功：正常输入通过；缺字段给明确错误。</a:t>
            </a:r>
          </a:p>
          <a:p xmlns:a="http://schemas.openxmlformats.org/drawingml/2006/main">
            <a:r>
              <a:t>审核：先看候选 diff，再运行既定测试并核对日志。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演示的是受限代码修改与测试回放。教师若接入真实Agent，要保留真实调用记录；使用预置diff时如实标为回放。此工程改动不证明阅读卡降低遗漏率。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预测缺字段输入会在哪一步失败，并指定允许改动的位置。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页面：P05 任务契约把请求改写为可追溯执行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| 含混请求 | 可执行的任务契约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“帮我把代码修好” | 补 normalize_record 的缺失字段检查 |</a:t>
            </a:r>
          </a:p>
          <a:p xmlns:a="http://schemas.openxmlformats.org/drawingml/2006/main">
            <a:r>
              <a:t>| 没有修改范围 | 只改 after/generate.py |</a:t>
            </a:r>
          </a:p>
          <a:p xmlns:a="http://schemas.openxmlformats.org/drawingml/2006/main">
            <a:r>
              <a:t>| “结果能用就行” | 既定两项测试通过，人工检查 diff |</a:t>
            </a:r>
          </a:p>
          <a:p xmlns:a="http://schemas.openxmlformats.org/drawingml/2006/main">
            <a:r>
              <a:t>| 出错后继续尝试 | 越权或测试失败时停止并留日志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测试、fixture 与评价标准保持只读。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屏显按范围、权限、验收与失败处理四个方面比较原请求和任务契约；可追溯性由这些约束与日志共同建立。独立检查者应能从契约、diff、测试和失败记录复核本次执行。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让学生用对照表检查自己刚才写的五字段，标注哪些维度仍模糊。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§二·3；Russell &amp; Norvig 2020 Ch 2（[reading-list.md](../../course/reading-list.md) 第 10 课）。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页面：P06 授权声明还要落实到执行检查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§五、贯穿案例：把判断门实验规格的一步改写为受限 Agent 任务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声明：允许读取、修改和执行的范围。</a:t>
            </a:r>
          </a:p>
          <a:p xmlns:a="http://schemas.openxmlformats.org/drawingml/2006/main">
            <a:r>
              <a:t>控制：工具层限制与人工审核点。</a:t>
            </a:r>
          </a:p>
          <a:p xmlns:a="http://schemas.openxmlformats.org/drawingml/2006/main">
            <a:r>
              <a:t>证据：实际 diff、执行命令、测试与事件记录。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写进 AGENTS.md，不等于自动获得隔离。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用本课实际unittest入口说明什么执行得到授权。要求学生指出真正会停住的控制点。预置脚本接口只能证明接口拒绝，不能声称阻止任意直接文件访问。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为一个动作分别指出声明、控制和观察证据。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https://www.microsoft.com/en-us/research/publication/guidelines-for-human-ai-interaction/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页面：P07 错误循环需要可见的失败恢复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错误循环需要可见的失败恢复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推理可能错</a:t>
            </a:r>
          </a:p>
          <a:p xmlns:a="http://schemas.openxmlformats.org/drawingml/2006/main">
            <a:r>
              <a:t>Action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行动可能越权</a:t>
            </a:r>
          </a:p>
          <a:p xmlns:a="http://schemas.openxmlformats.org/drawingml/2006/main">
            <a:r>
              <a:t>Observation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观察可能误导</a:t>
            </a:r>
          </a:p>
          <a:p xmlns:a="http://schemas.openxmlformats.org/drawingml/2006/main">
            <a:r>
              <a:t>停止并记录</a:t>
            </a:r>
          </a:p>
          <a:p xmlns:a="http://schemas.openxmlformats.org/drawingml/2006/main">
            <a:r>
              <a:t>阻断错误传播</a:t>
            </a:r>
          </a:p>
          <a:p xmlns:a="http://schemas.openxmlformats.org/drawingml/2006/main">
            <a:r>
              <a:t>超时 / 无法解析 / 工具失败 / 越权 / 测试失败</a:t>
            </a:r>
          </a:p>
          <a:p xmlns:a="http://schemas.openxmlformats.org/drawingml/2006/main">
            <a:r>
              <a:t>删除失败日志属于伪造实验记录。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屏显来源页脚：来源：Yao et al., 2023（ReAct）；课程处理口径详见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ReAct 循环说明 Agent 输出必须被核验：错误会在推理、行动、观察任一环节传播并自我强化。任务契约与日志让错误传播可被观察。失败恢复不重试到成功——失败日志与成功结果同等重要，删除失败日志等同于伪造实验记录（沿用 [assessment.md](../../course/assessment.md) 学术规范红线）。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让学生检查自己任务契约的失败恢复段是否覆盖超时、越权、测试失败三种情形。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直接来源：[正式来源](https://iclr.cc/virtual/2023/poster/11003)。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§二·4 与 §三·4；Yao et al. ReAct ICLR 2023（[reading-list.md](../../course/reading-list.md) 第 10 课）；[assessment.md](../../course/assessment.md) 学术规范红线。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https://iclr.cc/virtual/2023/poster/11003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页面：P08 用 diff 与测试审查候选实现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用 diff 与测试审查候选实现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generate.diff｜真实代码</a:t>
            </a:r>
          </a:p>
          <a:p xmlns:a="http://schemas.openxmlformats.org/drawingml/2006/main">
            <a:r>
              <a:t>+ REQUIRED_FIELDS = ("paper_id", "summary")</a:t>
            </a:r>
          </a:p>
          <a:p xmlns:a="http://schemas.openxmlformats.org/drawingml/2006/main">
            <a:r>
              <a:t>  def normalize_record(record):</a:t>
            </a:r>
          </a:p>
          <a:p xmlns:a="http://schemas.openxmlformats.org/drawingml/2006/main">
            <a:r>
              <a:t>+   missing = [field for field in REQUIRED_FIELDS</a:t>
            </a:r>
          </a:p>
          <a:p xmlns:a="http://schemas.openxmlformats.org/drawingml/2006/main">
            <a:r>
              <a:t>+              if field not in record]</a:t>
            </a:r>
          </a:p>
          <a:p xmlns:a="http://schemas.openxmlformats.org/drawingml/2006/main">
            <a:r>
              <a:t>+   if missing: raise ValueError("missing required fields")</a:t>
            </a:r>
          </a:p>
          <a:p xmlns:a="http://schemas.openxmlformats.org/drawingml/2006/main">
            <a:r>
              <a:t>    return {"paper_id": record["paper_id"],</a:t>
            </a:r>
          </a:p>
          <a:p xmlns:a="http://schemas.openxmlformats.org/drawingml/2006/main">
            <a:r>
              <a:t>            "summary": record["summary"].strip()}</a:t>
            </a:r>
          </a:p>
          <a:p xmlns:a="http://schemas.openxmlformats.org/drawingml/2006/main">
            <a:r>
              <a:t>人工审核</a:t>
            </a:r>
          </a:p>
          <a:p xmlns:a="http://schemas.openxmlformats.org/drawingml/2006/main">
            <a:r>
              <a:t>✓ 只改授权文件</a:t>
            </a:r>
          </a:p>
          <a:p xmlns:a="http://schemas.openxmlformats.org/drawingml/2006/main">
            <a:r>
              <a:t>✓ 未改评价协议</a:t>
            </a:r>
          </a:p>
          <a:p xmlns:a="http://schemas.openxmlformats.org/drawingml/2006/main">
            <a:r>
              <a:t>✓ 缺字段明确失败</a:t>
            </a:r>
          </a:p>
          <a:p xmlns:a="http://schemas.openxmlformats.org/drawingml/2006/main">
            <a:r>
              <a:t>✓ 测试覆盖关键路径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屏显来源页脚：来源：lesson-10/slides.md；课程工件与讲义见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用本课真实 generate.diff 检查缺字段是否明确失败，再核对测试是否覆盖这一行为。屏显四项审核不能代替方法判断：baseline 公平性、指标定义与停止条件仍由研究者决定。后续 P14 的完整审查还会核对依赖、Non-goal 与提交说明是否只写事实。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让学生用贯穿案例的 diff 样例对照六项逐项检查。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直接来源：[本课工件](assets/agent-task-example/generate.diff)；[本课工件](assets/agent-task-example/test-output.txt)。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§四·1 与 §四·3；第 1 课 §一·2 哪些判断不能外包；[AGENTS.md](../../AGENTS.md)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页面：P09 进入项目的修改需要根因与验证证据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进入项目的修改需要根因与验证证据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候选修改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Agent 建议</a:t>
            </a:r>
          </a:p>
          <a:p xmlns:a="http://schemas.openxmlformats.org/drawingml/2006/main">
            <a:r>
              <a:t>根因修复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保留失败与 diff</a:t>
            </a:r>
          </a:p>
          <a:p xmlns:a="http://schemas.openxmlformats.org/drawingml/2006/main">
            <a:r>
              <a:t>测试 + 人工核验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方法边界仍人工判断</a:t>
            </a:r>
          </a:p>
          <a:p xmlns:a="http://schemas.openxmlformats.org/drawingml/2006/main">
            <a:r>
              <a:t>进入项目</a:t>
            </a:r>
          </a:p>
          <a:p xmlns:a="http://schemas.openxmlformats.org/drawingml/2006/main">
            <a:r>
              <a:t>可追溯</a:t>
            </a:r>
          </a:p>
          <a:p xmlns:a="http://schemas.openxmlformats.org/drawingml/2006/main">
            <a:r>
              <a:t>不能进入当前实验版本</a:t>
            </a:r>
          </a:p>
          <a:p xmlns:a="http://schemas.openxmlformats.org/drawingml/2006/main">
            <a:r>
              <a:t>正确处置</a:t>
            </a:r>
          </a:p>
          <a:p xmlns:a="http://schemas.openxmlformats.org/drawingml/2006/main">
            <a:r>
              <a:t>— 绕过失败：注释断言、跳过测试</a:t>
            </a:r>
          </a:p>
          <a:p xmlns:a="http://schemas.openxmlformats.org/drawingml/2006/main">
            <a:r>
              <a:t>— 污染实验：改 rubric、数据划分或 baseline</a:t>
            </a:r>
          </a:p>
          <a:p xmlns:a="http://schemas.openxmlformats.org/drawingml/2006/main">
            <a:r>
              <a:t>— 被拒绝候选仍留痕</a:t>
            </a:r>
          </a:p>
          <a:p xmlns:a="http://schemas.openxmlformats.org/drawingml/2006/main">
            <a:r>
              <a:t>— 退出调试任务，进入研究决定审核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屏显来源页脚：来源：lesson-10/slides.md；课程工件与讲义见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三区分决定 Agent 提议能否进入当前实验版本。根因修复必须保留失败日志、diff 与根因分析；绕过建议应被拒绝并留痕；评价协议或 baseline 改动必须退出调试任务，作为新研究决定审核。强调技术失败与规范红线的边界。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让学生判断三段 diff 样例各属哪一类（教师提供）。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§四·2；[assessment.md](../../course/assessment.md) 学术规范红线。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页面：P10 SWE-bench 的测试判定仍不充分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SWE-bench 的测试判定仍不充分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真实 issue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问题身份</a:t>
            </a:r>
          </a:p>
          <a:p xmlns:a="http://schemas.openxmlformats.org/drawingml/2006/main">
            <a:r>
              <a:t>仓库快照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固定输入</a:t>
            </a:r>
          </a:p>
          <a:p xmlns:a="http://schemas.openxmlformats.org/drawingml/2006/main">
            <a:r>
              <a:t>候选 patch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Agent 输出</a:t>
            </a:r>
          </a:p>
          <a:p xmlns:a="http://schemas.openxmlformats.org/drawingml/2006/main">
            <a:r>
              <a:t>指定 tests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是否解决</a:t>
            </a:r>
          </a:p>
          <a:p xmlns:a="http://schemas.openxmlformats.org/drawingml/2006/main">
            <a:r>
              <a:t>人工核验</a:t>
            </a:r>
          </a:p>
          <a:p xmlns:a="http://schemas.openxmlformats.org/drawingml/2006/main">
            <a:r>
              <a:t>课程项目额外需要</a:t>
            </a:r>
          </a:p>
          <a:p xmlns:a="http://schemas.openxmlformats.org/drawingml/2006/main">
            <a:r>
              <a:t>测试通过 ≠ 方法正确 ≠ 未泄漏数据 ≠ 未污染评价协议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屏显来源页脚：来源：Jimenez et al., 2024（SWE-bench）；课程评价边界详见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SWE-bench 把"解决"定义为"测试通过"而非"代码看起来合理"，本课沿用这一判定。课程项目往往没有 SWE-bench 级别的测试集，因此研究者必须额外人工核验。测试通过不等于方法正确、不等于未引入数据泄漏、不等于未污染评价协议。SWE-bench 只分析任务构造与测试判定。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直接来源：[正式来源](https://www.swebench.com/original.html)。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§四·4；Jimenez et al. SWE-bench ICLR 2024（[reading-list.md](../../course/reading-list.md) 第 10 课）。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https://www.swebench.com/original.html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页面：P11 工程检查与研究评价各管一件事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§五、贯穿案例：把判断门实验规格的一步改写为受限 Agent 任务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normalize_record 测试：数据结构是否按契约处理？</a:t>
            </a:r>
          </a:p>
          <a:p xmlns:a="http://schemas.openxmlformats.org/drawingml/2006/main">
            <a:r>
              <a:t>阅读卡标注：输出保留了哪些限定条件？</a:t>
            </a:r>
          </a:p>
          <a:p xmlns:a="http://schemas.openxmlformats.org/drawingml/2006/main">
            <a:r>
              <a:t>实验判断：差异对应哪个命题，边界是什么？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测试通过后，仍要检查语义证据。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把本课小函数接到后续输入规范化的概念位置，不声称它已集成进另一份实际脚本。贯穿数据包单独提供完整可运行入口。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说出一个“代码通过测试但研究结论仍不成立”的原因。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页面：P12 diff、测试和失败日志形成一次 trace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diff、测试和失败日志形成一次 trace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generate.diff</a:t>
            </a:r>
          </a:p>
          <a:p xmlns:a="http://schemas.openxmlformats.org/drawingml/2006/main">
            <a:r>
              <a:t>+ REQUIRED_FIELDS = ("paper_id", "summary")</a:t>
            </a:r>
          </a:p>
          <a:p xmlns:a="http://schemas.openxmlformats.org/drawingml/2006/main">
            <a:r>
              <a:t>  def normalize_record(record):</a:t>
            </a:r>
          </a:p>
          <a:p xmlns:a="http://schemas.openxmlformats.org/drawingml/2006/main">
            <a:r>
              <a:t>+     missing = [</a:t>
            </a:r>
          </a:p>
          <a:p xmlns:a="http://schemas.openxmlformats.org/drawingml/2006/main">
            <a:r>
              <a:t>+         field for field in REQUIRED_FIELDS</a:t>
            </a:r>
          </a:p>
          <a:p xmlns:a="http://schemas.openxmlformats.org/drawingml/2006/main">
            <a:r>
              <a:t>+         if field not in record</a:t>
            </a:r>
          </a:p>
          <a:p xmlns:a="http://schemas.openxmlformats.org/drawingml/2006/main">
            <a:r>
              <a:t>+     ]</a:t>
            </a:r>
          </a:p>
          <a:p xmlns:a="http://schemas.openxmlformats.org/drawingml/2006/main">
            <a:r>
              <a:t>+     if missing:</a:t>
            </a:r>
          </a:p>
          <a:p xmlns:a="http://schemas.openxmlformats.org/drawingml/2006/main">
            <a:r>
              <a:t>+         raise ValueError(</a:t>
            </a:r>
          </a:p>
          <a:p xmlns:a="http://schemas.openxmlformats.org/drawingml/2006/main">
            <a:r>
              <a:t>+             "missing required fields"</a:t>
            </a:r>
          </a:p>
          <a:p xmlns:a="http://schemas.openxmlformats.org/drawingml/2006/main">
            <a:r>
              <a:t>+         )</a:t>
            </a:r>
          </a:p>
          <a:p xmlns:a="http://schemas.openxmlformats.org/drawingml/2006/main">
            <a:r>
              <a:t>test-output.txt</a:t>
            </a:r>
          </a:p>
          <a:p xmlns:a="http://schemas.openxmlformats.org/drawingml/2006/main">
            <a:r>
              <a:t>Ran 2 tests in 0.000s</a:t>
            </a:r>
          </a:p>
          <a:p xmlns:a="http://schemas.openxmlformats.org/drawingml/2006/main">
            <a:r>
              <a:t>OK</a:t>
            </a:r>
          </a:p>
          <a:p xmlns:a="http://schemas.openxmlformats.org/drawingml/2006/main">
            <a:r>
              <a:t>failure-log.md</a:t>
            </a:r>
          </a:p>
          <a:p xmlns:a="http://schemas.openxmlformats.org/drawingml/2006/main">
            <a:r>
              <a:t>越权请求：修改 tests</a:t>
            </a:r>
          </a:p>
          <a:p xmlns:a="http://schemas.openxmlformats.org/drawingml/2006/main">
            <a:r>
              <a:t>决定：拒绝</a:t>
            </a:r>
          </a:p>
          <a:p xmlns:a="http://schemas.openxmlformats.org/drawingml/2006/main">
            <a:r>
              <a:t>原测试保持不变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屏显来源页脚：来源：lesson-10/slides.md；课程工件与讲义见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直接打开本课资产 `generate.diff`、`test-output.txt`与 `failure-log.md`，而不只讲虚构结果。三者分别对应代码候选、真实运行证据和越权决策。第五步：本课产出回写个人项目，任务契约写入 `agent-tasks/`，失败记录写入 `experiments/*/agent-traces/`，AI 使用记录沿用完整披露字段。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让学生尝试为自己的任务写一条失败记录。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直接来源：[本课工件](assets/agent-task-example/generate.diff)；[本课工件](assets/agent-task-example/test-output.txt)；[本课工件](assets/agent-task-example/failure-log.md)。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§五 第三步、第四步与第五步；[project-template.md](../../course/project-template.md) §6.1 任务契约；本课 `assets/agent-task-example/` 中的任务契约、真实 diff、测试输出与失败日志。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页面：P13 把一个 Agent 步骤改写为受限任务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把一个 Agent 步骤改写为受限任务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选定一个“拟用 Agent”步骤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写五字段任务契约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审查真实或预置 diff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记录验证证据与失败决定</a:t>
            </a:r>
          </a:p>
          <a:p xmlns:a="http://schemas.openxmlformats.org/drawingml/2006/main">
            <a:r>
              <a:t>输入路径</a:t>
            </a:r>
          </a:p>
          <a:p xmlns:a="http://schemas.openxmlformats.org/drawingml/2006/main">
            <a:r>
              <a:t>本人真实项目</a:t>
            </a:r>
          </a:p>
          <a:p xmlns:a="http://schemas.openxmlformats.org/drawingml/2006/main">
            <a:r>
              <a:t>或</a:t>
            </a:r>
          </a:p>
          <a:p xmlns:a="http://schemas.openxmlformats.org/drawingml/2006/main">
            <a:r>
              <a:t>课次预置工件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完成后回写个人项目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屏显来源页脚：来源：lesson-10/slides.md；课程工件与讲义见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验收不再要求所有学生当场运行 Agent。环境就绪者审查自己的真实 diff 与测试输出；备用路径直接使用本课预置工件。两条路径都必须产出：任务契约、权限边界、diff 审查、一条验证证据、一条失败/越权决策与 AI 披露记录开头。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本页用于第一段个人实践。教师巡视只记录共性卡点，不逐台代为修正。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[project-template.md](../../course/project-template.md) 字段模板；第 9 课实验规格。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页面：P14 文件落点与 diff 审查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文件落点与 diff 审查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project/</a:t>
            </a:r>
          </a:p>
          <a:p xmlns:a="http://schemas.openxmlformats.org/drawingml/2006/main">
            <a:r>
              <a:t>agent-tasks/task-01.md</a:t>
            </a:r>
          </a:p>
          <a:p xmlns:a="http://schemas.openxmlformats.org/drawingml/2006/main">
            <a:r>
              <a:t>src/generate.py</a:t>
            </a:r>
          </a:p>
          <a:p xmlns:a="http://schemas.openxmlformats.org/drawingml/2006/main">
            <a:r>
              <a:t>experiments/exp01/agent-traces/</a:t>
            </a:r>
          </a:p>
          <a:p xmlns:a="http://schemas.openxmlformats.org/drawingml/2006/main">
            <a:r>
              <a:t>  generate.diff</a:t>
            </a:r>
          </a:p>
          <a:p xmlns:a="http://schemas.openxmlformats.org/drawingml/2006/main">
            <a:r>
              <a:t>  test-output.txt</a:t>
            </a:r>
          </a:p>
          <a:p xmlns:a="http://schemas.openxmlformats.org/drawingml/2006/main">
            <a:r>
              <a:t>  failure-log.md</a:t>
            </a:r>
          </a:p>
          <a:p xmlns:a="http://schemas.openxmlformats.org/drawingml/2006/main">
            <a:r>
              <a:t>ai-usage-log.md</a:t>
            </a:r>
          </a:p>
          <a:p xmlns:a="http://schemas.openxmlformats.org/drawingml/2006/main">
            <a:r>
              <a:t>diff 写回前</a:t>
            </a:r>
          </a:p>
          <a:p xmlns:a="http://schemas.openxmlformats.org/drawingml/2006/main">
            <a:r>
              <a:t>□ 只含可写文件</a:t>
            </a:r>
          </a:p>
          <a:p xmlns:a="http://schemas.openxmlformats.org/drawingml/2006/main">
            <a:r>
              <a:t>□ 未引入未授权依赖</a:t>
            </a:r>
          </a:p>
          <a:p xmlns:a="http://schemas.openxmlformats.org/drawingml/2006/main">
            <a:r>
              <a:t>□ 未修改禁止层</a:t>
            </a:r>
          </a:p>
          <a:p xmlns:a="http://schemas.openxmlformats.org/drawingml/2006/main">
            <a:r>
              <a:t>□ 测试先被审查</a:t>
            </a:r>
          </a:p>
          <a:p xmlns:a="http://schemas.openxmlformats.org/drawingml/2006/main">
            <a:r>
              <a:t>□ 未越过 Non-goal</a:t>
            </a:r>
          </a:p>
          <a:p xmlns:a="http://schemas.openxmlformats.org/drawingml/2006/main">
            <a:r>
              <a:t>□ commit message 只写事实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屏显来源页脚：来源：lesson-10/slides.md；课程工件与讲义见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模板投屏停留。学生可照抄文件结构。本课产出任务契约、代码 diff、验证记录与失败记录，回写个人项目。Agent 执行可在课后用合规环境补做，但任务契约与失败记录必须在课堂内启动。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教师先点评权限过宽、验收不可测、评价代码未隔离三类共性问题；学生再继续第二段个人实践。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[project-template.md](../../course/project-template.md)；讲义 §五 第五步。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页面：P15 同伴提问，作者决定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同伴提问，作者决定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作者的 task-01.md + diff</a:t>
            </a:r>
          </a:p>
          <a:p xmlns:a="http://schemas.openxmlformats.org/drawingml/2006/main">
            <a:r>
              <a:t>Context / Permission / Non-goal</a:t>
            </a:r>
          </a:p>
          <a:p xmlns:a="http://schemas.openxmlformats.org/drawingml/2006/main">
            <a:r>
              <a:t>人工审核点 / 失败恢复</a:t>
            </a:r>
          </a:p>
          <a:p xmlns:a="http://schemas.openxmlformats.org/drawingml/2006/main">
            <a:r>
              <a:t>diff 范围 / 测试 / 失败记录</a:t>
            </a:r>
          </a:p>
          <a:p xmlns:a="http://schemas.openxmlformats.org/drawingml/2006/main">
            <a:r>
              <a:t>同伴只问：</a:t>
            </a:r>
          </a:p>
          <a:p xmlns:a="http://schemas.openxmlformats.org/drawingml/2006/main">
            <a:r>
              <a:t>边界够窄吗？</a:t>
            </a:r>
          </a:p>
          <a:p xmlns:a="http://schemas.openxmlformats.org/drawingml/2006/main">
            <a:r>
              <a:t>测试真的判定目标吗？</a:t>
            </a:r>
          </a:p>
          <a:p xmlns:a="http://schemas.openxmlformats.org/drawingml/2006/main">
            <a:r>
              <a:t>作者记录：</a:t>
            </a:r>
          </a:p>
          <a:p xmlns:a="http://schemas.openxmlformats.org/drawingml/2006/main">
            <a:r>
              <a:t>采纳 / 澄清 / 补证</a:t>
            </a:r>
          </a:p>
          <a:p xmlns:a="http://schemas.openxmlformats.org/drawingml/2006/main">
            <a:r>
              <a:t>保留异议 / 暂缓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屏显来源页脚：来源：lesson-10/slides.md；课程工件与讲义见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作者先说明任务契约与 diff，同伴围绕五字段、修改范围、测试和失败记录提问。优先检查权限边界、人工审核是否真的停住、测试是否判定了目标行为。作者记录采纳、澄清、补证、保留异议或暂缓及真实理由；反馈不要求立即改写，也不形成共同提交。人数为奇数时组成三人组，适当缩短每人的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同伴互查。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同伴反馈为形成性活动，不单独计分，不共同提交（[assignments.md](../../course/assignments.md)）。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页面：P16 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任务契约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本讲输入</a:t>
            </a:r>
          </a:p>
          <a:p xmlns:a="http://schemas.openxmlformats.org/drawingml/2006/main">
            <a:r>
              <a:t>受限执行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本讲执行</a:t>
            </a:r>
          </a:p>
          <a:p xmlns:a="http://schemas.openxmlformats.org/drawingml/2006/main">
            <a:r>
              <a:t>diff / 测试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本讲证据</a:t>
            </a:r>
          </a:p>
          <a:p xmlns:a="http://schemas.openxmlformats.org/drawingml/2006/main">
            <a:r>
              <a:t>失败保留</a:t>
            </a:r>
          </a:p>
          <a:p xmlns:a="http://schemas.openxmlformats.org/drawingml/2006/main">
            <a:r>
              <a:t>下一步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屏显来源页脚：来源：lesson-10/slides.md；课程工件与讲义见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回收任务契约、受限执行、diff/验证与失败保留的关系。本页不新增任务，要求学生用边界句检查自己的任务契约和执行记录。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学生快速指出自己当前最薄弱的一张卡。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[handout.md](./handout.md) §二-§六；[teaching-plan.md](./teaching-plan.md) 第四至六节。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页面：P17 受限执行能否安全重复？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受限执行能否安全重复？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9 课</a:t>
            </a:r>
          </a:p>
          <a:p xmlns:a="http://schemas.openxmlformats.org/drawingml/2006/main">
            <a:r>
              <a:t>实验规格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第 10 课</a:t>
            </a:r>
          </a:p>
          <a:p xmlns:a="http://schemas.openxmlformats.org/drawingml/2006/main">
            <a:r>
              <a:t>受限执行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当前位置 / 输出</a:t>
            </a:r>
          </a:p>
          <a:p xmlns:a="http://schemas.openxmlformats.org/drawingml/2006/main">
            <a:r>
              <a:t>第 11 课</a:t>
            </a:r>
          </a:p>
          <a:p xmlns:a="http://schemas.openxmlformats.org/drawingml/2006/main">
            <a:r>
              <a:t>冻结循环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第 13 课</a:t>
            </a:r>
          </a:p>
          <a:p xmlns:a="http://schemas.openxmlformats.org/drawingml/2006/main">
            <a:r>
              <a:t>评价证据</a:t>
            </a:r>
          </a:p>
          <a:p xmlns:a="http://schemas.openxmlformats.org/drawingml/2006/main">
            <a:r>
              <a:t>保存：任务契约｜一次可核验 diff｜至少一条失败或越权记录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屏显来源页脚：来源：lesson-10/slides.md；课程工件与讲义见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回扣本课目标：任务契约、可核验 diff、验证证据、失败或越权处理和 AI 使用记录共同构成第 11 课输入。第 11 课将一次受限执行扩展为冻结运行队列，约束固定指标、预算、停止条件和失败恢复；另行分析优化循环的 Keep/Discard，不能据结果筛除冻结评价队列的输出。本课非正式提交门，产出回写个人项目。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学生提交退出卡或保存在个人项目。教师收集共性问题，用于第 11 课前调整。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- Russell, S., &amp; Norvig, P. *Artificial Intelligence: A Modern Approach*, 4th ed. Pearson, 2020, Ch 2. [出版社页面](https://www.pearson.com/en-us/subject-catalog/p/artificial-intelligence-a-modern-approach/P200000003500/9780134610993)。</a:t>
            </a:r>
          </a:p>
          <a:p xmlns:a="http://schemas.openxmlformats.org/drawingml/2006/main">
            <a:r>
              <a:t>- Yao, S. et al. "ReAct: Synergizing Reasoning and Acting in Language Models." *ICLR 2023*. [会议页面](https://iclr.cc/virtual/2023/poster/11003)。</a:t>
            </a:r>
          </a:p>
          <a:p xmlns:a="http://schemas.openxmlformats.org/drawingml/2006/main">
            <a:r>
              <a:t>- Amershi, S. et al. "Guidelines for Human-AI Interaction." *CHI 2019*. DOI: [10.1145/3290605.3300233](https://www.microsoft.com/en-us/research/publication/guidelines-for-human-ai-interaction/)。</a:t>
            </a:r>
          </a:p>
          <a:p xmlns:a="http://schemas.openxmlformats.org/drawingml/2006/main">
            <a:r>
              <a:t>- Jimenez, C. E. et al. *SWE-bench*, ICLR 2024. [项目页面](https://www.swebench.com/original.html)。</a:t>
            </a:r>
          </a:p>
          <a:p xmlns:a="http://schemas.openxmlformats.org/drawingml/2006/main">
            <a:r>
              <a:t>- 阅读规则见 [reading-list.md](../../course/reading-list.md) 第 10 课。</a:t>
            </a:r>
          </a:p>
          <a:p xmlns:a="http://schemas.openxmlformats.org/drawingml/2006/main">
            <a:r>
              <a:t>- 本课非正式提交门（[assignments.md](../../course/assignments.md)）。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https://www.pearson.com/en-us/subject-catalog/p/artificial-intelligence-a-modern-approach/P200000003500/9780134610993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https://iclr.cc/virtual/2023/poster/11003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https://www.microsoft.com/en-us/research/publication/guidelines-for-human-ai-interaction/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https://www.swebench.com/original.html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184de4921f4cb4" /><Relationship Type="http://schemas.openxmlformats.org/officeDocument/2006/relationships/image" Target="/ppt/media/image.png" Id="R4b24f6465ef74d74" /><Relationship Type="http://schemas.openxmlformats.org/officeDocument/2006/relationships/image" Target="/ppt/media/image2.png" Id="R6aeee48998834bd6" /><Relationship Type="http://schemas.openxmlformats.org/officeDocument/2006/relationships/image" Target="/ppt/media/image3.png" Id="R6aa074b616f34e8d" /><Relationship Type="http://schemas.openxmlformats.org/officeDocument/2006/relationships/image" Target="/ppt/media/image4.png" Id="R36ca0db350ad4d0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e20cd8828d424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a5639183de4ab5" /><Relationship Type="http://schemas.openxmlformats.org/officeDocument/2006/relationships/image" Target="/ppt/media/image2.png" Id="R5f661671d5314209" /><Relationship Type="http://schemas.openxmlformats.org/officeDocument/2006/relationships/image" Target="/ppt/media/image5.png" Id="R97caba98431443e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98673ad56f48c0" /><Relationship Type="http://schemas.openxmlformats.org/officeDocument/2006/relationships/image" Target="/ppt/media/image.png" Id="R9fd855d7723a4bc5" /><Relationship Type="http://schemas.openxmlformats.org/officeDocument/2006/relationships/image" Target="/ppt/media/image3.png" Id="R4c5589a118044da4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24f6465ef74d74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eee48998834bd6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a074b616f34e8d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ca0db350ad4d05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661671d5314209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aba98431443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d855d7723a4bc5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5589a118044da4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d78ad5b61a4994" /><Relationship Type="http://schemas.openxmlformats.org/officeDocument/2006/relationships/slideLayout" Target="/ppt/slideLayouts/slideLayout1.xml" Id="R557186bd04174fc9" /><Relationship Type="http://schemas.openxmlformats.org/officeDocument/2006/relationships/slideLayout" Target="/ppt/slideLayouts/slideLayout2.xml" Id="R703d400ad6914a97" /><Relationship Type="http://schemas.openxmlformats.org/officeDocument/2006/relationships/slideLayout" Target="/ppt/slideLayouts/slideLayout3.xml" Id="R4d79546d879546af" /><Relationship Type="http://schemas.openxmlformats.org/officeDocument/2006/relationships/slideLayout" Target="/ppt/slideLayouts/slideLayout4.xml" Id="Raaaa7abc298a4c84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7186bd04174fc9"/>
    <p:sldLayoutId xmlns:r="http://schemas.openxmlformats.org/officeDocument/2006/relationships" id="2147483650" r:id="R703d400ad6914a97"/>
    <p:sldLayoutId xmlns:r="http://schemas.openxmlformats.org/officeDocument/2006/relationships" id="2147483651" r:id="R4d79546d879546af"/>
    <p:sldLayoutId xmlns:r="http://schemas.openxmlformats.org/officeDocument/2006/relationships" id="2147483652" r:id="Raaaa7abc298a4c8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3f3d2be3d4b16" /><Relationship Type="http://schemas.openxmlformats.org/officeDocument/2006/relationships/notesSlide" Target="/ppt/notesSlides/notesSlide1.xml" Id="R090aa2cc3fc34d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8eba0a3dfb64d42" /><Relationship Type="http://schemas.openxmlformats.org/officeDocument/2006/relationships/image" Target="/ppt/media/image6.png" Id="Rd33a0b334e2c49af" /><Relationship Type="http://schemas.openxmlformats.org/officeDocument/2006/relationships/notesSlide" Target="/ppt/notesSlides/notesSlide2.xml" Id="R0e37dcc8786f4d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136daef2f684dbe" /><Relationship Type="http://schemas.openxmlformats.org/officeDocument/2006/relationships/image" Target="/ppt/media/image7.png" Id="Rf6fb93cd7c824266" /><Relationship Type="http://schemas.openxmlformats.org/officeDocument/2006/relationships/notesSlide" Target="/ppt/notesSlides/notesSlide3.xml" Id="Rf0f3e51b43e847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e80d2b6f344c73" /><Relationship Type="http://schemas.openxmlformats.org/officeDocument/2006/relationships/notesSlide" Target="/ppt/notesSlides/notesSlide4.xml" Id="R0e8b3c2342f248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5601376e12b4127" /><Relationship Type="http://schemas.openxmlformats.org/officeDocument/2006/relationships/notesSlide" Target="/ppt/notesSlides/notesSlide5.xml" Id="Rbda4b47a9daf47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a78b13da02c431d" /><Relationship Type="http://schemas.openxmlformats.org/officeDocument/2006/relationships/notesSlide" Target="/ppt/notesSlides/notesSlide6.xml" Id="R30480126abeb49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af13516726e4a55" /><Relationship Type="http://schemas.openxmlformats.org/officeDocument/2006/relationships/image" Target="/ppt/media/image8.png" Id="Rd797935cf4184437" /><Relationship Type="http://schemas.openxmlformats.org/officeDocument/2006/relationships/notesSlide" Target="/ppt/notesSlides/notesSlide7.xml" Id="R3451ec45a6af4d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905d57822be43c0" /><Relationship Type="http://schemas.openxmlformats.org/officeDocument/2006/relationships/image" Target="/ppt/media/image9.png" Id="R31a7d849a9e44f87" /><Relationship Type="http://schemas.openxmlformats.org/officeDocument/2006/relationships/notesSlide" Target="/ppt/notesSlides/notesSlide8.xml" Id="R4b194b63f33f442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e35532da391421c" /><Relationship Type="http://schemas.openxmlformats.org/officeDocument/2006/relationships/image" Target="/ppt/media/image10.png" Id="Redd478adba1d43c5" /><Relationship Type="http://schemas.openxmlformats.org/officeDocument/2006/relationships/notesSlide" Target="/ppt/notesSlides/notesSlide9.xml" Id="R0d9f03f0c36447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c1ea191de614d33" /><Relationship Type="http://schemas.openxmlformats.org/officeDocument/2006/relationships/image" Target="/ppt/media/image11.png" Id="Rb85b59d5c65c443e" /><Relationship Type="http://schemas.openxmlformats.org/officeDocument/2006/relationships/notesSlide" Target="/ppt/notesSlides/notesSlide10.xml" Id="R1fd7bd06526c40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ac224fd2db34894" /><Relationship Type="http://schemas.openxmlformats.org/officeDocument/2006/relationships/notesSlide" Target="/ppt/notesSlides/notesSlide11.xml" Id="R0aa7161b1f5341e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34d9a4e9fd048cb" /><Relationship Type="http://schemas.openxmlformats.org/officeDocument/2006/relationships/image" Target="/ppt/media/image12.png" Id="R8c3b6a83e0704447" /><Relationship Type="http://schemas.openxmlformats.org/officeDocument/2006/relationships/notesSlide" Target="/ppt/notesSlides/notesSlide12.xml" Id="R027b7dfd49d2451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ceaa1c2d9cc450f" /><Relationship Type="http://schemas.openxmlformats.org/officeDocument/2006/relationships/image" Target="/ppt/media/image13.png" Id="R3b3f3f50ab6c4a8a" /><Relationship Type="http://schemas.openxmlformats.org/officeDocument/2006/relationships/notesSlide" Target="/ppt/notesSlides/notesSlide13.xml" Id="R052a9689e0e341c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f4b2d567fa4d23" /><Relationship Type="http://schemas.openxmlformats.org/officeDocument/2006/relationships/image" Target="/ppt/media/image14.png" Id="R8bc0ffcd7f2c4c8b" /><Relationship Type="http://schemas.openxmlformats.org/officeDocument/2006/relationships/notesSlide" Target="/ppt/notesSlides/notesSlide14.xml" Id="R7467301fb224449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723245a40b644c9" /><Relationship Type="http://schemas.openxmlformats.org/officeDocument/2006/relationships/image" Target="/ppt/media/image15.png" Id="Rda507f76af78400e" /><Relationship Type="http://schemas.openxmlformats.org/officeDocument/2006/relationships/notesSlide" Target="/ppt/notesSlides/notesSlide15.xml" Id="R0d78eb5f9e78491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d24dba6d1a5410b" /><Relationship Type="http://schemas.openxmlformats.org/officeDocument/2006/relationships/image" Target="/ppt/media/image16.png" Id="R5e03b649304a4603" /><Relationship Type="http://schemas.openxmlformats.org/officeDocument/2006/relationships/notesSlide" Target="/ppt/notesSlides/notesSlide16.xml" Id="R6adcc099f4c54e5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817a7e16a8444cd" /><Relationship Type="http://schemas.openxmlformats.org/officeDocument/2006/relationships/image" Target="/ppt/media/image17.png" Id="R77ffc45794fe4b63" /><Relationship Type="http://schemas.openxmlformats.org/officeDocument/2006/relationships/notesSlide" Target="/ppt/notesSlides/notesSlide17.xml" Id="R343b8fd1bb6f435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60E20F2-0B4B-4FC2-B5EA-4B0878FF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第10讲 AI 辅助编码、调试与受限 Agent 执行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实验规格还没有约束 Agent 执行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4D5F40C2-2F3F-4C93-9015-5101F978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3a0b334e2c49af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4BCDA43-21B2-43C1-855E-12C21B4A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实验规格还没有约束 Agent 执行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396BB41-E14B-4320-A322-A5082808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787005DC-CA4A-4516-B6C2-BD140853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BD4675C5-7B21-4001-B740-DA1AFCF7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实验规格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F1407D3A-1F5E-49C2-89BA-2D100649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5270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30A24CD7-2F5F-4DAE-9D91-15E55A59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第 9 课输入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59003993-04F5-4D13-BB9C-2171405D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318E2285-58F2-4A73-9D36-14F8BCDB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任务契约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9ED90225-5810-4697-9CCA-CA6B9025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750" y="255270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2B6CF70C-98B0-49FC-B326-DCD555E6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本课边界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CA51F2A4-0946-4398-A3E2-F436E83B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57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BF6CF64C-A7FF-4BB4-8971-03D01044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57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diff / 日志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C69E7B6C-BAB9-4C5F-BF73-6E74938C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250" y="255270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EF6278C1-4324-4410-90E9-AAD356CE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57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一次受限执行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E7F69CE5-2C9A-4597-B161-1A4DC3F8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5B8C6A8D-96F0-4876-9045-779CB12F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冻结队列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927E3543-2C32-416F-8CCB-43C46F69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交给第 11 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模糊 prompt 让错误无法追溯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E88A9EA5-6364-4320-A72B-93BFCD2A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fb93cd7c824266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FC612FED-623D-4813-A59A-AE047B24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模糊 prompt 让错误无法追溯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24C8462-F540-475C-AAB6-BC974121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quote">
            <a:extLst xmlns:a="http://schemas.openxmlformats.org/drawingml/2006/main">
              <a:ext uri="{FF2B5EF4-FFF2-40B4-BE49-F238E27FC236}">
                <a16:creationId xmlns:a16="http://schemas.microsoft.com/office/drawing/2014/main" id="{D396A5A0-3EF5-4EE0-AA94-98D09FE1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“帮我把 baseline 跑通，看看结果怎么样，有问题就改一下。”</a:t>
            </a:r>
          </a:p>
        </p:txBody>
      </p:sp>
      <p:sp>
        <p:nvSpPr>
          <p:cNvPr id="11" name="m-label-0">
            <a:extLst xmlns:a="http://schemas.openxmlformats.org/drawingml/2006/main">
              <a:ext uri="{FF2B5EF4-FFF2-40B4-BE49-F238E27FC236}">
                <a16:creationId xmlns:a16="http://schemas.microsoft.com/office/drawing/2014/main" id="{CD3DE876-3E7C-4F20-9BDF-30581DD5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跑通</a:t>
            </a:r>
          </a:p>
        </p:txBody>
      </p:sp>
      <p:sp>
        <p:nvSpPr>
          <p:cNvPr id="12" name="m-value-0">
            <a:extLst xmlns:a="http://schemas.openxmlformats.org/drawingml/2006/main">
              <a:ext uri="{FF2B5EF4-FFF2-40B4-BE49-F238E27FC236}">
                <a16:creationId xmlns:a16="http://schemas.microsoft.com/office/drawing/2014/main" id="{A5C7CD31-F5A0-4E43-8D6F-12C9B18E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619375"/>
            <a:ext cx="861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可能修改无关代码</a:t>
            </a:r>
          </a:p>
        </p:txBody>
      </p:sp>
      <p:sp>
        <p:nvSpPr>
          <p:cNvPr id="13" name="m-rule-0">
            <a:extLst xmlns:a="http://schemas.openxmlformats.org/drawingml/2006/main">
              <a:ext uri="{FF2B5EF4-FFF2-40B4-BE49-F238E27FC236}">
                <a16:creationId xmlns:a16="http://schemas.microsoft.com/office/drawing/2014/main" id="{27EF82E1-C997-4B9F-9DCB-E9AF29F0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m-label-1">
            <a:extLst xmlns:a="http://schemas.openxmlformats.org/drawingml/2006/main">
              <a:ext uri="{FF2B5EF4-FFF2-40B4-BE49-F238E27FC236}">
                <a16:creationId xmlns:a16="http://schemas.microsoft.com/office/drawing/2014/main" id="{6211716E-000C-4BA8-8520-366E3F54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结果怎么样</a:t>
            </a:r>
          </a:p>
        </p:txBody>
      </p:sp>
      <p:sp>
        <p:nvSpPr>
          <p:cNvPr id="15" name="m-value-1">
            <a:extLst xmlns:a="http://schemas.openxmlformats.org/drawingml/2006/main">
              <a:ext uri="{FF2B5EF4-FFF2-40B4-BE49-F238E27FC236}">
                <a16:creationId xmlns:a16="http://schemas.microsoft.com/office/drawing/2014/main" id="{D6761FC4-0AFE-4B02-83C0-5BB6E3A8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48025"/>
            <a:ext cx="861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可能把单次运行写成方法效应</a:t>
            </a:r>
          </a:p>
        </p:txBody>
      </p:sp>
      <p:sp>
        <p:nvSpPr>
          <p:cNvPr id="16" name="m-rule-1">
            <a:extLst xmlns:a="http://schemas.openxmlformats.org/drawingml/2006/main">
              <a:ext uri="{FF2B5EF4-FFF2-40B4-BE49-F238E27FC236}">
                <a16:creationId xmlns:a16="http://schemas.microsoft.com/office/drawing/2014/main" id="{DC540070-703E-4014-ABE2-459A812C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7" name="m-label-2">
            <a:extLst xmlns:a="http://schemas.openxmlformats.org/drawingml/2006/main">
              <a:ext uri="{FF2B5EF4-FFF2-40B4-BE49-F238E27FC236}">
                <a16:creationId xmlns:a16="http://schemas.microsoft.com/office/drawing/2014/main" id="{3540E951-EA00-463C-9EA4-A0595915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有问题</a:t>
            </a:r>
          </a:p>
        </p:txBody>
      </p:sp>
      <p:sp>
        <p:nvSpPr>
          <p:cNvPr id="18" name="m-value-2">
            <a:extLst xmlns:a="http://schemas.openxmlformats.org/drawingml/2006/main">
              <a:ext uri="{FF2B5EF4-FFF2-40B4-BE49-F238E27FC236}">
                <a16:creationId xmlns:a16="http://schemas.microsoft.com/office/drawing/2014/main" id="{44A961E0-1AAD-4F84-91BF-BAD76170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876675"/>
            <a:ext cx="861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可能跳过失败测试</a:t>
            </a:r>
          </a:p>
        </p:txBody>
      </p:sp>
      <p:sp>
        <p:nvSpPr>
          <p:cNvPr id="19" name="m-rule-2">
            <a:extLst xmlns:a="http://schemas.openxmlformats.org/drawingml/2006/main">
              <a:ext uri="{FF2B5EF4-FFF2-40B4-BE49-F238E27FC236}">
                <a16:creationId xmlns:a16="http://schemas.microsoft.com/office/drawing/2014/main" id="{022C3F3E-7B67-4F6D-B1FF-CD488DF7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0" name="m-label-3">
            <a:extLst xmlns:a="http://schemas.openxmlformats.org/drawingml/2006/main">
              <a:ext uri="{FF2B5EF4-FFF2-40B4-BE49-F238E27FC236}">
                <a16:creationId xmlns:a16="http://schemas.microsoft.com/office/drawing/2014/main" id="{D0DA7CEC-D660-4AA6-B879-8FA9BBA8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改一下</a:t>
            </a:r>
          </a:p>
        </p:txBody>
      </p:sp>
      <p:sp>
        <p:nvSpPr>
          <p:cNvPr id="21" name="m-value-3">
            <a:extLst xmlns:a="http://schemas.openxmlformats.org/drawingml/2006/main">
              <a:ext uri="{FF2B5EF4-FFF2-40B4-BE49-F238E27FC236}">
                <a16:creationId xmlns:a16="http://schemas.microsoft.com/office/drawing/2014/main" id="{A24887C1-24E0-44C7-8EFB-4A95FA11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505325"/>
            <a:ext cx="861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可能改评价协议而非方法</a:t>
            </a:r>
          </a:p>
        </p:txBody>
      </p:sp>
      <p:sp>
        <p:nvSpPr>
          <p:cNvPr id="22" name="m-rule-3">
            <a:extLst xmlns:a="http://schemas.openxmlformats.org/drawingml/2006/main">
              <a:ext uri="{FF2B5EF4-FFF2-40B4-BE49-F238E27FC236}">
                <a16:creationId xmlns:a16="http://schemas.microsoft.com/office/drawing/2014/main" id="{F062B148-16A8-40ED-936E-CE95D715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任务契约先缩到一个可检查改动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content-287">
            <a:extLst xmlns:a="http://schemas.openxmlformats.org/drawingml/2006/main">
              <a:ext uri="{FF2B5EF4-FFF2-40B4-BE49-F238E27FC236}">
                <a16:creationId xmlns:a16="http://schemas.microsoft.com/office/drawing/2014/main" id="{BEE38A52-AFA5-49D0-8B49-61366725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7" name="content-288">
            <a:extLst xmlns:a="http://schemas.openxmlformats.org/drawingml/2006/main">
              <a:ext uri="{FF2B5EF4-FFF2-40B4-BE49-F238E27FC236}">
                <a16:creationId xmlns:a16="http://schemas.microsoft.com/office/drawing/2014/main" id="{6645814C-8827-43AE-A8CD-E6E4B90C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5811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为 normalize_record 补缺失字段检查。</a:t>
            </a:r>
          </a:p>
        </p:txBody>
      </p:sp>
      <p:sp>
        <p:nvSpPr>
          <p:cNvPr id="8" name="rule-289">
            <a:extLst xmlns:a="http://schemas.openxmlformats.org/drawingml/2006/main">
              <a:ext uri="{FF2B5EF4-FFF2-40B4-BE49-F238E27FC236}">
                <a16:creationId xmlns:a16="http://schemas.microsoft.com/office/drawing/2014/main" id="{3C6FB1DF-A7A2-46D5-A02C-86A17BE0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content-290">
            <a:extLst xmlns:a="http://schemas.openxmlformats.org/drawingml/2006/main">
              <a:ext uri="{FF2B5EF4-FFF2-40B4-BE49-F238E27FC236}">
                <a16:creationId xmlns:a16="http://schemas.microsoft.com/office/drawing/2014/main" id="{1023D8FB-ABE8-4812-AFAC-B34E5F59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只改</a:t>
            </a:r>
          </a:p>
        </p:txBody>
      </p:sp>
      <p:sp>
        <p:nvSpPr>
          <p:cNvPr id="10" name="content-291">
            <a:extLst xmlns:a="http://schemas.openxmlformats.org/drawingml/2006/main">
              <a:ext uri="{FF2B5EF4-FFF2-40B4-BE49-F238E27FC236}">
                <a16:creationId xmlns:a16="http://schemas.microsoft.com/office/drawing/2014/main" id="{261CDF55-F59E-435B-887F-9BCF73BE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098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after/generate.py；测试与样例数据只读。</a:t>
            </a:r>
          </a:p>
        </p:txBody>
      </p:sp>
      <p:sp>
        <p:nvSpPr>
          <p:cNvPr id="11" name="rule-292">
            <a:extLst xmlns:a="http://schemas.openxmlformats.org/drawingml/2006/main">
              <a:ext uri="{FF2B5EF4-FFF2-40B4-BE49-F238E27FC236}">
                <a16:creationId xmlns:a16="http://schemas.microsoft.com/office/drawing/2014/main" id="{DDD95EC8-132B-4B14-A4DE-24284DE9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content-293">
            <a:extLst xmlns:a="http://schemas.openxmlformats.org/drawingml/2006/main">
              <a:ext uri="{FF2B5EF4-FFF2-40B4-BE49-F238E27FC236}">
                <a16:creationId xmlns:a16="http://schemas.microsoft.com/office/drawing/2014/main" id="{A9E6C55A-0108-4154-9EB6-68953BFB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成功</a:t>
            </a:r>
          </a:p>
        </p:txBody>
      </p:sp>
      <p:sp>
        <p:nvSpPr>
          <p:cNvPr id="13" name="content-294">
            <a:extLst xmlns:a="http://schemas.openxmlformats.org/drawingml/2006/main">
              <a:ext uri="{FF2B5EF4-FFF2-40B4-BE49-F238E27FC236}">
                <a16:creationId xmlns:a16="http://schemas.microsoft.com/office/drawing/2014/main" id="{00E00D68-EBD5-47B5-B9FF-065D4153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6385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正常输入通过；缺字段给明确错误。</a:t>
            </a:r>
          </a:p>
        </p:txBody>
      </p:sp>
      <p:sp>
        <p:nvSpPr>
          <p:cNvPr id="14" name="rule-295">
            <a:extLst xmlns:a="http://schemas.openxmlformats.org/drawingml/2006/main">
              <a:ext uri="{FF2B5EF4-FFF2-40B4-BE49-F238E27FC236}">
                <a16:creationId xmlns:a16="http://schemas.microsoft.com/office/drawing/2014/main" id="{EB588CD4-657E-4EF7-AFAC-6F195E5A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content-296">
            <a:extLst xmlns:a="http://schemas.openxmlformats.org/drawingml/2006/main">
              <a:ext uri="{FF2B5EF4-FFF2-40B4-BE49-F238E27FC236}">
                <a16:creationId xmlns:a16="http://schemas.microsoft.com/office/drawing/2014/main" id="{56EE58B0-57FD-47D2-A9EF-B36D0855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审核</a:t>
            </a:r>
          </a:p>
        </p:txBody>
      </p:sp>
      <p:sp>
        <p:nvSpPr>
          <p:cNvPr id="16" name="content-297">
            <a:extLst xmlns:a="http://schemas.openxmlformats.org/drawingml/2006/main">
              <a:ext uri="{FF2B5EF4-FFF2-40B4-BE49-F238E27FC236}">
                <a16:creationId xmlns:a16="http://schemas.microsoft.com/office/drawing/2014/main" id="{D2240AB9-048E-468E-A0E2-5F41AD2E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672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先看候选 diff，再运行既定测试并核对日志。</a:t>
            </a:r>
          </a:p>
        </p:txBody>
      </p:sp>
      <p:sp>
        <p:nvSpPr>
          <p:cNvPr id="17" name="rule-298">
            <a:extLst xmlns:a="http://schemas.openxmlformats.org/drawingml/2006/main">
              <a:ext uri="{FF2B5EF4-FFF2-40B4-BE49-F238E27FC236}">
                <a16:creationId xmlns:a16="http://schemas.microsoft.com/office/drawing/2014/main" id="{A7EC56F8-CE06-477B-B570-3B415F97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任务契约把请求改写为可追溯执行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graphicFrame>
        <p:nvGraphicFramePr>
          <p:cNvPr id="10" name="native-table-299"/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8191500"/>
              </a:tblGrid>
              <a:tr h="54292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含混请求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可执行的任务契约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“帮我把代码修好”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补 normalize_record 的缺失字段检查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没有修改范围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只改 after/generate.py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“结果能用就行”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既定两项测试通过，人工检查 diff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出错后继续尝试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越权或测试失败时停止并留日志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ontent-300">
            <a:extLst xmlns:a="http://schemas.openxmlformats.org/drawingml/2006/main">
              <a:ext uri="{FF2B5EF4-FFF2-40B4-BE49-F238E27FC236}">
                <a16:creationId xmlns:a16="http://schemas.microsoft.com/office/drawing/2014/main" id="{484E1BD6-35BF-4C3D-A19E-3B5D111B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测试、fixture 与评价标准保持只读。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授权声明还要落实到执行检查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content-301">
            <a:extLst xmlns:a="http://schemas.openxmlformats.org/drawingml/2006/main">
              <a:ext uri="{FF2B5EF4-FFF2-40B4-BE49-F238E27FC236}">
                <a16:creationId xmlns:a16="http://schemas.microsoft.com/office/drawing/2014/main" id="{8BF5491B-2F37-4D7D-B8C2-F4CB97E3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声明：允许读取、修改和执行的范围。</a:t>
            </a:r>
          </a:p>
        </p:txBody>
      </p:sp>
      <p:sp>
        <p:nvSpPr>
          <p:cNvPr id="7" name="content-302">
            <a:extLst xmlns:a="http://schemas.openxmlformats.org/drawingml/2006/main">
              <a:ext uri="{FF2B5EF4-FFF2-40B4-BE49-F238E27FC236}">
                <a16:creationId xmlns:a16="http://schemas.microsoft.com/office/drawing/2014/main" id="{C836678F-C76A-4A1E-9376-07191A89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控制：工具层限制与人工审核点。</a:t>
            </a:r>
          </a:p>
        </p:txBody>
      </p:sp>
      <p:sp>
        <p:nvSpPr>
          <p:cNvPr id="8" name="content-303">
            <a:extLst xmlns:a="http://schemas.openxmlformats.org/drawingml/2006/main">
              <a:ext uri="{FF2B5EF4-FFF2-40B4-BE49-F238E27FC236}">
                <a16:creationId xmlns:a16="http://schemas.microsoft.com/office/drawing/2014/main" id="{6AA8E6E2-4034-4B20-A57A-88D7A92F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证据：实际 diff、执行命令、测试与事件记录。</a:t>
            </a:r>
          </a:p>
        </p:txBody>
      </p:sp>
      <p:sp>
        <p:nvSpPr>
          <p:cNvPr id="9" name="content-304">
            <a:extLst xmlns:a="http://schemas.openxmlformats.org/drawingml/2006/main">
              <a:ext uri="{FF2B5EF4-FFF2-40B4-BE49-F238E27FC236}">
                <a16:creationId xmlns:a16="http://schemas.microsoft.com/office/drawing/2014/main" id="{074F0CCE-34FE-4D98-8970-D1960106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写进 AGENTS.md，不等于自动获得隔离。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错误循环需要可见的失败恢复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477ECBC9-5566-4863-B9D4-6C05AC32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97935cf4184437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671514DB-8649-4A98-A0A3-DE254762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错误循环需要可见的失败恢复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09D2AE43-A0FF-40DC-84F3-EBECBF37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来源：Yao et al., 2023（ReAct）；课程处理口径详见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5051767A-B5FA-4F9D-A921-C3153FC5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289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30F76C72-99AA-4319-B122-BACD7FB9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050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Reasoning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DCF02963-B7B0-4A98-8EFC-B92FE197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07645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EC06DD52-E03F-44B6-B532-AD181668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813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推理可能错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5D83F479-E86A-4557-9C52-30BD0F2A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3625" y="26289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2E7C86E7-6567-41C1-A4FF-D5E6D37D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3625" y="19050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Action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FD4973B8-D102-45FA-833C-644EA11A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207645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9161AB6E-9F85-4D41-B44B-C3AB7F44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3625" y="27813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行动可能越权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7043EF64-AF3D-4476-800A-50D7C6A4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2375" y="26289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A8A06130-F703-4A50-99AE-C84F257E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2375" y="19050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Observation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E0B93AB4-E82B-4A32-925E-853E3AF5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125" y="207645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1AC9207C-CFC7-4912-A64E-778F0CEB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2375" y="27813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观察可能误导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AB5BDF2E-40DE-4FA2-85EE-8DFBC99A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6289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67B3AAAA-7A80-44F9-A21C-85ADEBDD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9050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停止并记录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AB23D73B-7E05-4A4D-A5B9-3981D4E3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7813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阻断错误传播</a:t>
            </a:r>
          </a:p>
        </p:txBody>
      </p:sp>
      <p:sp>
        <p:nvSpPr>
          <p:cNvPr id="25" name="recover">
            <a:extLst xmlns:a="http://schemas.openxmlformats.org/drawingml/2006/main">
              <a:ext uri="{FF2B5EF4-FFF2-40B4-BE49-F238E27FC236}">
                <a16:creationId xmlns:a16="http://schemas.microsoft.com/office/drawing/2014/main" id="{C220459D-8685-4F59-8E25-2F70827B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095750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超时 / 无法解析 / 工具失败 / 越权 / 测试失败</a:t>
            </a:r>
          </a:p>
        </p:txBody>
      </p:sp>
      <p:sp>
        <p:nvSpPr>
          <p:cNvPr id="26" name="redline">
            <a:extLst xmlns:a="http://schemas.openxmlformats.org/drawingml/2006/main">
              <a:ext uri="{FF2B5EF4-FFF2-40B4-BE49-F238E27FC236}">
                <a16:creationId xmlns:a16="http://schemas.microsoft.com/office/drawing/2014/main" id="{D66DE7EC-45A8-4C3C-BA7D-F5B4E7D6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0006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删除失败日志属于伪造实验记录。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 diff 与测试审查候选实现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DA99383D-33D0-4CB6-8751-5DBE309F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a7d849a9e44f87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925BB973-EB9E-4480-B264-76AEE7E7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 diff 与测试审查候选实现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2B786ACB-0F61-48C7-8D28-B521E0DA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2-bg">
            <a:extLst xmlns:a="http://schemas.openxmlformats.org/drawingml/2006/main">
              <a:ext uri="{FF2B5EF4-FFF2-40B4-BE49-F238E27FC236}">
                <a16:creationId xmlns:a16="http://schemas.microsoft.com/office/drawing/2014/main" id="{D995623A-9AD0-4A7F-A12C-C1F9B81F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7334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2-title-bg">
            <a:extLst xmlns:a="http://schemas.openxmlformats.org/drawingml/2006/main">
              <a:ext uri="{FF2B5EF4-FFF2-40B4-BE49-F238E27FC236}">
                <a16:creationId xmlns:a16="http://schemas.microsoft.com/office/drawing/2014/main" id="{47622A31-E298-4AC7-BFE3-5CB25603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2-title">
            <a:extLst xmlns:a="http://schemas.openxmlformats.org/drawingml/2006/main">
              <a:ext uri="{FF2B5EF4-FFF2-40B4-BE49-F238E27FC236}">
                <a16:creationId xmlns:a16="http://schemas.microsoft.com/office/drawing/2014/main" id="{41B615D5-416E-451C-AF6F-0E5AE6C4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generate.diff｜真实代码</a:t>
            </a:r>
          </a:p>
        </p:txBody>
      </p:sp>
      <p:sp>
        <p:nvSpPr>
          <p:cNvPr id="13" name="doc-2-line-0">
            <a:extLst xmlns:a="http://schemas.openxmlformats.org/drawingml/2006/main">
              <a:ext uri="{FF2B5EF4-FFF2-40B4-BE49-F238E27FC236}">
                <a16:creationId xmlns:a16="http://schemas.microsoft.com/office/drawing/2014/main" id="{4B78362F-D5C5-4C4C-807C-34020132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76425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REQUIRED_FIELDS = ("paper_id", "summary")</a:t>
            </a:r>
          </a:p>
        </p:txBody>
      </p:sp>
      <p:sp>
        <p:nvSpPr>
          <p:cNvPr id="14" name="doc-2-line-1">
            <a:extLst xmlns:a="http://schemas.openxmlformats.org/drawingml/2006/main">
              <a:ext uri="{FF2B5EF4-FFF2-40B4-BE49-F238E27FC236}">
                <a16:creationId xmlns:a16="http://schemas.microsoft.com/office/drawing/2014/main" id="{37938BB4-6A68-418F-B954-D80DB243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3561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def normalize_record(record):</a:t>
            </a:r>
          </a:p>
        </p:txBody>
      </p:sp>
      <p:sp>
        <p:nvSpPr>
          <p:cNvPr id="15" name="doc-2-line-2">
            <a:extLst xmlns:a="http://schemas.openxmlformats.org/drawingml/2006/main">
              <a:ext uri="{FF2B5EF4-FFF2-40B4-BE49-F238E27FC236}">
                <a16:creationId xmlns:a16="http://schemas.microsoft.com/office/drawing/2014/main" id="{051AE5FB-3F15-4A21-B932-BE7FA20A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0696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missing = [field for field in REQUIRED_FIELDS</a:t>
            </a:r>
          </a:p>
        </p:txBody>
      </p:sp>
      <p:sp>
        <p:nvSpPr>
          <p:cNvPr id="16" name="doc-2-line-3">
            <a:extLst xmlns:a="http://schemas.openxmlformats.org/drawingml/2006/main">
              <a:ext uri="{FF2B5EF4-FFF2-40B4-BE49-F238E27FC236}">
                <a16:creationId xmlns:a16="http://schemas.microsoft.com/office/drawing/2014/main" id="{74884E3E-674A-4FBB-9AF2-F1D1E2E2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7832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     if field not in record]</a:t>
            </a:r>
          </a:p>
        </p:txBody>
      </p:sp>
      <p:sp>
        <p:nvSpPr>
          <p:cNvPr id="17" name="doc-2-line-4">
            <a:extLst xmlns:a="http://schemas.openxmlformats.org/drawingml/2006/main">
              <a:ext uri="{FF2B5EF4-FFF2-40B4-BE49-F238E27FC236}">
                <a16:creationId xmlns:a16="http://schemas.microsoft.com/office/drawing/2014/main" id="{2DE06EA0-6C29-49D6-96BC-3ED07DB0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4968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if missing: raise ValueError("missing required fields")</a:t>
            </a:r>
          </a:p>
        </p:txBody>
      </p:sp>
      <p:sp>
        <p:nvSpPr>
          <p:cNvPr id="18" name="doc-2-line-5">
            <a:extLst xmlns:a="http://schemas.openxmlformats.org/drawingml/2006/main">
              <a:ext uri="{FF2B5EF4-FFF2-40B4-BE49-F238E27FC236}">
                <a16:creationId xmlns:a16="http://schemas.microsoft.com/office/drawing/2014/main" id="{376D1387-1E2B-4F84-878A-79F6B6F2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12104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  return {"paper_id": record["paper_id"],</a:t>
            </a:r>
          </a:p>
        </p:txBody>
      </p:sp>
      <p:sp>
        <p:nvSpPr>
          <p:cNvPr id="19" name="doc-2-line-6">
            <a:extLst xmlns:a="http://schemas.openxmlformats.org/drawingml/2006/main">
              <a:ext uri="{FF2B5EF4-FFF2-40B4-BE49-F238E27FC236}">
                <a16:creationId xmlns:a16="http://schemas.microsoft.com/office/drawing/2014/main" id="{28238563-93E7-42A8-88B3-655DE4D4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99239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          "summary": record["summary"].strip()}</a:t>
            </a:r>
          </a:p>
        </p:txBody>
      </p:sp>
      <p:sp>
        <p:nvSpPr>
          <p:cNvPr id="20" name="review-h">
            <a:extLst xmlns:a="http://schemas.openxmlformats.org/drawingml/2006/main">
              <a:ext uri="{FF2B5EF4-FFF2-40B4-BE49-F238E27FC236}">
                <a16:creationId xmlns:a16="http://schemas.microsoft.com/office/drawing/2014/main" id="{548B6F6A-CDEE-4313-A831-48C46B58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71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人工审核</a:t>
            </a:r>
          </a:p>
        </p:txBody>
      </p:sp>
      <p:sp>
        <p:nvSpPr>
          <p:cNvPr id="21" name="list-875-220-0">
            <a:extLst xmlns:a="http://schemas.openxmlformats.org/drawingml/2006/main">
              <a:ext uri="{FF2B5EF4-FFF2-40B4-BE49-F238E27FC236}">
                <a16:creationId xmlns:a16="http://schemas.microsoft.com/office/drawing/2014/main" id="{503FA90B-8150-4EA3-A00D-99D1C2EA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955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只改授权文件</a:t>
            </a:r>
          </a:p>
        </p:txBody>
      </p:sp>
      <p:sp>
        <p:nvSpPr>
          <p:cNvPr id="22" name="list-875-220-1">
            <a:extLst xmlns:a="http://schemas.openxmlformats.org/drawingml/2006/main">
              <a:ext uri="{FF2B5EF4-FFF2-40B4-BE49-F238E27FC236}">
                <a16:creationId xmlns:a16="http://schemas.microsoft.com/office/drawing/2014/main" id="{F7A302A1-4679-4ADF-A565-6141434E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527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未改评价协议</a:t>
            </a:r>
          </a:p>
        </p:txBody>
      </p:sp>
      <p:sp>
        <p:nvSpPr>
          <p:cNvPr id="23" name="list-875-220-2">
            <a:extLst xmlns:a="http://schemas.openxmlformats.org/drawingml/2006/main">
              <a:ext uri="{FF2B5EF4-FFF2-40B4-BE49-F238E27FC236}">
                <a16:creationId xmlns:a16="http://schemas.microsoft.com/office/drawing/2014/main" id="{6EB48F53-52DB-4EBD-84B5-D854DD1B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099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缺字段明确失败</a:t>
            </a:r>
          </a:p>
        </p:txBody>
      </p:sp>
      <p:sp>
        <p:nvSpPr>
          <p:cNvPr id="24" name="list-875-220-3">
            <a:extLst xmlns:a="http://schemas.openxmlformats.org/drawingml/2006/main">
              <a:ext uri="{FF2B5EF4-FFF2-40B4-BE49-F238E27FC236}">
                <a16:creationId xmlns:a16="http://schemas.microsoft.com/office/drawing/2014/main" id="{2D091C64-2656-4E7D-9BDE-8FB01934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671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测试覆盖关键路径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进入项目的修改需要根因与验证证据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99AEE7CA-C9F2-4092-B710-BD7B8AE8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d478adba1d43c5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7557DBCB-7F5E-448A-8A2E-3961B7E1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进入项目的修改需要根因与验证证据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82721243-AC8D-4B2E-A2B4-4F686564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FC842E00-8FCF-4221-835C-36B8D03C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4047BD63-C55C-49AB-BC22-58E70FF9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候选修改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F0E17977-3F1C-413F-A852-523BA399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85950"/>
            <a:ext cx="101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2CC471F6-FA16-45CD-BF21-C052CC32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Agent 建议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FDAC3EAF-CE8C-4D8C-851A-1A452898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75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064BD294-4FF6-425E-B703-213B5B8A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75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根因修复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C1D88754-882E-48E9-9831-745A618F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500" y="1885950"/>
            <a:ext cx="101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A9622885-488D-4D03-974E-A4933539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750" y="25908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保留失败与 diff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FA05E285-8FA6-4EDF-873E-414F7F82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BF576EC8-5DAB-4CB6-8CB5-5EBC078D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测试 + 人工核验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BD7EF306-F9A3-47D9-A650-6CB7C6BD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50" y="1885950"/>
            <a:ext cx="101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057F594F-3699-4521-BC05-30197123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25908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方法边界仍人工判断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B0DAF82B-B008-45D8-BA21-945EB2AE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3DA81C40-A8C6-4D83-B915-BA8BD1FB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进入项目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E03AD9ED-923C-4A7C-B5ED-643E2B97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908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可追溯</a:t>
            </a:r>
          </a:p>
        </p:txBody>
      </p:sp>
      <p:sp>
        <p:nvSpPr>
          <p:cNvPr id="25" name="left-h">
            <a:extLst xmlns:a="http://schemas.openxmlformats.org/drawingml/2006/main">
              <a:ext uri="{FF2B5EF4-FFF2-40B4-BE49-F238E27FC236}">
                <a16:creationId xmlns:a16="http://schemas.microsoft.com/office/drawing/2014/main" id="{9789BCA8-7EDD-4BB6-A496-3B3D3F3C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不能进入当前实验版本</a:t>
            </a:r>
          </a:p>
        </p:txBody>
      </p:sp>
      <p:sp>
        <p:nvSpPr>
          <p:cNvPr id="26" name="right-h">
            <a:extLst xmlns:a="http://schemas.openxmlformats.org/drawingml/2006/main">
              <a:ext uri="{FF2B5EF4-FFF2-40B4-BE49-F238E27FC236}">
                <a16:creationId xmlns:a16="http://schemas.microsoft.com/office/drawing/2014/main" id="{0961A9ED-50EC-4785-A5CC-2C9CE582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正确处置</a:t>
            </a:r>
          </a:p>
        </p:txBody>
      </p:sp>
      <p:sp>
        <p:nvSpPr>
          <p:cNvPr id="27" name="split">
            <a:extLst xmlns:a="http://schemas.openxmlformats.org/drawingml/2006/main">
              <a:ext uri="{FF2B5EF4-FFF2-40B4-BE49-F238E27FC236}">
                <a16:creationId xmlns:a16="http://schemas.microsoft.com/office/drawing/2014/main" id="{69C39D63-75E9-49E3-B5DD-13A32283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05250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8" name="list-64-472-0">
            <a:extLst xmlns:a="http://schemas.openxmlformats.org/drawingml/2006/main">
              <a:ext uri="{FF2B5EF4-FFF2-40B4-BE49-F238E27FC236}">
                <a16:creationId xmlns:a16="http://schemas.microsoft.com/office/drawing/2014/main" id="{DF75BA0A-00DF-4A8F-BDA2-E7A8493F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绕过失败：注释断言、跳过测试</a:t>
            </a:r>
          </a:p>
        </p:txBody>
      </p:sp>
      <p:sp>
        <p:nvSpPr>
          <p:cNvPr id="29" name="list-64-472-1">
            <a:extLst xmlns:a="http://schemas.openxmlformats.org/drawingml/2006/main">
              <a:ext uri="{FF2B5EF4-FFF2-40B4-BE49-F238E27FC236}">
                <a16:creationId xmlns:a16="http://schemas.microsoft.com/office/drawing/2014/main" id="{06E59BA7-85FC-4327-AC79-DFCD9A28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污染实验：改 rubric、数据划分或 baseline</a:t>
            </a:r>
          </a:p>
        </p:txBody>
      </p:sp>
      <p:sp>
        <p:nvSpPr>
          <p:cNvPr id="30" name="list-696-472-0">
            <a:extLst xmlns:a="http://schemas.openxmlformats.org/drawingml/2006/main">
              <a:ext uri="{FF2B5EF4-FFF2-40B4-BE49-F238E27FC236}">
                <a16:creationId xmlns:a16="http://schemas.microsoft.com/office/drawing/2014/main" id="{8B05B788-5CB4-41D9-99E0-17B5FEA5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958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被拒绝候选仍留痕</a:t>
            </a:r>
          </a:p>
        </p:txBody>
      </p:sp>
      <p:sp>
        <p:nvSpPr>
          <p:cNvPr id="31" name="list-696-472-1">
            <a:extLst xmlns:a="http://schemas.openxmlformats.org/drawingml/2006/main">
              <a:ext uri="{FF2B5EF4-FFF2-40B4-BE49-F238E27FC236}">
                <a16:creationId xmlns:a16="http://schemas.microsoft.com/office/drawing/2014/main" id="{ADD2E6A6-06BE-4116-A640-7AAEC043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530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退出调试任务，进入研究决定审核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SWE-bench 的测试判定仍不充分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F14415E-2FFC-48FF-BD8C-F0C5A322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b59d5c65c443e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C384B689-CE9E-4078-9B94-9C509712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SWE-bench 的测试判定仍不充分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B932474F-1D1E-47F2-9D23-1E9E73F0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来源：Jimenez et al., 2024（SWE-bench）；课程评价边界详见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384AA888-018C-48C3-B419-C6E0B65E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E2322FBE-4052-4279-A8AD-5B67EA2E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 issue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EFC6589D-DA31-4B56-941D-04CE44E0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266950"/>
            <a:ext cx="642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92C9AB11-008C-427B-BBF5-6BB74852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问题身份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838E86EE-12C1-4925-966F-E4A0FC4A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A7CD471C-A3F4-4C1C-8A5E-A4B9D253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仓库快照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F4188CA8-9DF6-42EF-97F3-209A5692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188" y="2266950"/>
            <a:ext cx="642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BCA6D1E1-B7B5-4855-82CF-D9EC5467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固定输入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FF97C180-4556-46FF-8AE0-F2200B5C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58A0C572-058A-4C23-B6F4-F0BAA660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 patch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29C428EA-299F-40FD-AD31-2E465792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266950"/>
            <a:ext cx="642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A3D16937-0A4F-4396-9160-1260E24D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Agent 输出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27E4212A-7146-4944-A3E9-459C887D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3313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23541D97-4E64-4EDC-9D4B-C5B12BB0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3313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指定 tests</a:t>
            </a:r>
          </a:p>
        </p:txBody>
      </p:sp>
      <p:sp>
        <p:nvSpPr>
          <p:cNvPr id="24" name="chain-arrow-3">
            <a:extLst xmlns:a="http://schemas.openxmlformats.org/drawingml/2006/main">
              <a:ext uri="{FF2B5EF4-FFF2-40B4-BE49-F238E27FC236}">
                <a16:creationId xmlns:a16="http://schemas.microsoft.com/office/drawing/2014/main" id="{93F7AA27-10CE-463E-AE43-4FE9875E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266950"/>
            <a:ext cx="642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chain-sub-3">
            <a:extLst xmlns:a="http://schemas.openxmlformats.org/drawingml/2006/main">
              <a:ext uri="{FF2B5EF4-FFF2-40B4-BE49-F238E27FC236}">
                <a16:creationId xmlns:a16="http://schemas.microsoft.com/office/drawing/2014/main" id="{58A287FE-821D-42E6-A636-4F06FC0D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3313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是否解决</a:t>
            </a:r>
          </a:p>
        </p:txBody>
      </p:sp>
      <p:sp>
        <p:nvSpPr>
          <p:cNvPr id="26" name="chain-line-4">
            <a:extLst xmlns:a="http://schemas.openxmlformats.org/drawingml/2006/main">
              <a:ext uri="{FF2B5EF4-FFF2-40B4-BE49-F238E27FC236}">
                <a16:creationId xmlns:a16="http://schemas.microsoft.com/office/drawing/2014/main" id="{1DB8BCA9-F635-436C-AD13-48FA3AB9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27" name="chain-4">
            <a:extLst xmlns:a="http://schemas.openxmlformats.org/drawingml/2006/main">
              <a:ext uri="{FF2B5EF4-FFF2-40B4-BE49-F238E27FC236}">
                <a16:creationId xmlns:a16="http://schemas.microsoft.com/office/drawing/2014/main" id="{291AE276-7072-4F66-9B67-C3D90A05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人工核验</a:t>
            </a:r>
          </a:p>
        </p:txBody>
      </p:sp>
      <p:sp>
        <p:nvSpPr>
          <p:cNvPr id="28" name="chain-sub-4">
            <a:extLst xmlns:a="http://schemas.openxmlformats.org/drawingml/2006/main">
              <a:ext uri="{FF2B5EF4-FFF2-40B4-BE49-F238E27FC236}">
                <a16:creationId xmlns:a16="http://schemas.microsoft.com/office/drawing/2014/main" id="{EBF55DE8-C88F-483E-9A7C-F4E49932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课程项目额外需要</a:t>
            </a:r>
          </a:p>
        </p:txBody>
      </p:sp>
      <p:sp>
        <p:nvSpPr>
          <p:cNvPr id="29" name="boundary">
            <a:extLst xmlns:a="http://schemas.openxmlformats.org/drawingml/2006/main">
              <a:ext uri="{FF2B5EF4-FFF2-40B4-BE49-F238E27FC236}">
                <a16:creationId xmlns:a16="http://schemas.microsoft.com/office/drawing/2014/main" id="{608A8A72-A402-4915-8449-83619BD3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767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测试通过 ≠ 方法正确 ≠ 未泄漏数据 ≠ 未污染评价协议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工程检查与研究评价各管一件事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content-305">
            <a:extLst xmlns:a="http://schemas.openxmlformats.org/drawingml/2006/main">
              <a:ext uri="{FF2B5EF4-FFF2-40B4-BE49-F238E27FC236}">
                <a16:creationId xmlns:a16="http://schemas.microsoft.com/office/drawing/2014/main" id="{01C3A6B4-3CE0-4EB5-8D77-035B1861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normalize_record 测试：数据结构是否按契约处理？</a:t>
            </a:r>
          </a:p>
        </p:txBody>
      </p:sp>
      <p:sp>
        <p:nvSpPr>
          <p:cNvPr id="7" name="content-306">
            <a:extLst xmlns:a="http://schemas.openxmlformats.org/drawingml/2006/main">
              <a:ext uri="{FF2B5EF4-FFF2-40B4-BE49-F238E27FC236}">
                <a16:creationId xmlns:a16="http://schemas.microsoft.com/office/drawing/2014/main" id="{7257343F-7786-4783-888D-2323531D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阅读卡标注：输出保留了哪些限定条件？</a:t>
            </a:r>
          </a:p>
        </p:txBody>
      </p:sp>
      <p:sp>
        <p:nvSpPr>
          <p:cNvPr id="8" name="content-307">
            <a:extLst xmlns:a="http://schemas.openxmlformats.org/drawingml/2006/main">
              <a:ext uri="{FF2B5EF4-FFF2-40B4-BE49-F238E27FC236}">
                <a16:creationId xmlns:a16="http://schemas.microsoft.com/office/drawing/2014/main" id="{41D31B89-D76E-49B0-903D-064D5602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实验判断：差异对应哪个命题，边界是什么？</a:t>
            </a:r>
          </a:p>
        </p:txBody>
      </p:sp>
      <p:sp>
        <p:nvSpPr>
          <p:cNvPr id="9" name="content-308">
            <a:extLst xmlns:a="http://schemas.openxmlformats.org/drawingml/2006/main">
              <a:ext uri="{FF2B5EF4-FFF2-40B4-BE49-F238E27FC236}">
                <a16:creationId xmlns:a16="http://schemas.microsoft.com/office/drawing/2014/main" id="{A3B1A2D0-33FA-4FFA-92D1-943FF51C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测试通过后，仍要检查语义证据。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diff、测试和失败日志形成一次 trace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8E751D38-157B-4459-AC41-D89FCB85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3b6a83e0704447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937AC357-4308-497B-BE4B-692D1DBA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diff、测试和失败日志形成一次 trace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429537B7-3223-41DF-9FA3-619B965A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3-bg">
            <a:extLst xmlns:a="http://schemas.openxmlformats.org/drawingml/2006/main">
              <a:ext uri="{FF2B5EF4-FFF2-40B4-BE49-F238E27FC236}">
                <a16:creationId xmlns:a16="http://schemas.microsoft.com/office/drawing/2014/main" id="{061D2827-68C1-4217-9040-0108E2D6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85875"/>
            <a:ext cx="6858000" cy="461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3-title-bg">
            <a:extLst xmlns:a="http://schemas.openxmlformats.org/drawingml/2006/main">
              <a:ext uri="{FF2B5EF4-FFF2-40B4-BE49-F238E27FC236}">
                <a16:creationId xmlns:a16="http://schemas.microsoft.com/office/drawing/2014/main" id="{B53E1FC5-4C57-4A37-9BB5-47317219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8587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3-title">
            <a:extLst xmlns:a="http://schemas.openxmlformats.org/drawingml/2006/main">
              <a:ext uri="{FF2B5EF4-FFF2-40B4-BE49-F238E27FC236}">
                <a16:creationId xmlns:a16="http://schemas.microsoft.com/office/drawing/2014/main" id="{338555CA-C7B1-42C6-99F9-6A3E832D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30492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generate.diff</a:t>
            </a:r>
          </a:p>
        </p:txBody>
      </p:sp>
      <p:sp>
        <p:nvSpPr>
          <p:cNvPr id="13" name="doc-3-line-0">
            <a:extLst xmlns:a="http://schemas.openxmlformats.org/drawingml/2006/main">
              <a:ext uri="{FF2B5EF4-FFF2-40B4-BE49-F238E27FC236}">
                <a16:creationId xmlns:a16="http://schemas.microsoft.com/office/drawing/2014/main" id="{19472E82-03BA-4B01-9F57-D45A15E1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81175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REQUIRED_FIELDS = ("paper_id", "summary")</a:t>
            </a:r>
          </a:p>
        </p:txBody>
      </p:sp>
      <p:sp>
        <p:nvSpPr>
          <p:cNvPr id="14" name="doc-3-line-1">
            <a:extLst xmlns:a="http://schemas.openxmlformats.org/drawingml/2006/main">
              <a:ext uri="{FF2B5EF4-FFF2-40B4-BE49-F238E27FC236}">
                <a16:creationId xmlns:a16="http://schemas.microsoft.com/office/drawing/2014/main" id="{C9BE301F-4B62-427E-9F80-9F2A0CBA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174558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def normalize_record(record):</a:t>
            </a:r>
          </a:p>
        </p:txBody>
      </p:sp>
      <p:sp>
        <p:nvSpPr>
          <p:cNvPr id="15" name="doc-3-line-2">
            <a:extLst xmlns:a="http://schemas.openxmlformats.org/drawingml/2006/main">
              <a:ext uri="{FF2B5EF4-FFF2-40B4-BE49-F238E27FC236}">
                <a16:creationId xmlns:a16="http://schemas.microsoft.com/office/drawing/2014/main" id="{98648766-0E09-48BC-BDED-01F6416E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567940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missing = [</a:t>
            </a:r>
          </a:p>
        </p:txBody>
      </p:sp>
      <p:sp>
        <p:nvSpPr>
          <p:cNvPr id="16" name="doc-3-line-3">
            <a:extLst xmlns:a="http://schemas.openxmlformats.org/drawingml/2006/main">
              <a:ext uri="{FF2B5EF4-FFF2-40B4-BE49-F238E27FC236}">
                <a16:creationId xmlns:a16="http://schemas.microsoft.com/office/drawing/2014/main" id="{DF992B34-D4DC-4681-8100-0DBD283B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61323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field for field in REQUIRED_FIELDS</a:t>
            </a:r>
          </a:p>
        </p:txBody>
      </p:sp>
      <p:sp>
        <p:nvSpPr>
          <p:cNvPr id="17" name="doc-3-line-4">
            <a:extLst xmlns:a="http://schemas.openxmlformats.org/drawingml/2006/main">
              <a:ext uri="{FF2B5EF4-FFF2-40B4-BE49-F238E27FC236}">
                <a16:creationId xmlns:a16="http://schemas.microsoft.com/office/drawing/2014/main" id="{75CF0690-9961-45FD-96C0-1108B8EF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354705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if field not in record</a:t>
            </a:r>
          </a:p>
        </p:txBody>
      </p:sp>
      <p:sp>
        <p:nvSpPr>
          <p:cNvPr id="18" name="doc-3-line-5">
            <a:extLst xmlns:a="http://schemas.openxmlformats.org/drawingml/2006/main">
              <a:ext uri="{FF2B5EF4-FFF2-40B4-BE49-F238E27FC236}">
                <a16:creationId xmlns:a16="http://schemas.microsoft.com/office/drawing/2014/main" id="{1179F63B-3DE1-4DA7-9381-B3F51F39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48088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]</a:t>
            </a:r>
          </a:p>
        </p:txBody>
      </p:sp>
      <p:sp>
        <p:nvSpPr>
          <p:cNvPr id="19" name="doc-3-line-6">
            <a:extLst xmlns:a="http://schemas.openxmlformats.org/drawingml/2006/main">
              <a:ext uri="{FF2B5EF4-FFF2-40B4-BE49-F238E27FC236}">
                <a16:creationId xmlns:a16="http://schemas.microsoft.com/office/drawing/2014/main" id="{87B06AC7-65FC-456A-BC91-5CA830F7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141470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if missing:</a:t>
            </a:r>
          </a:p>
        </p:txBody>
      </p:sp>
      <p:sp>
        <p:nvSpPr>
          <p:cNvPr id="20" name="doc-3-line-7">
            <a:extLst xmlns:a="http://schemas.openxmlformats.org/drawingml/2006/main">
              <a:ext uri="{FF2B5EF4-FFF2-40B4-BE49-F238E27FC236}">
                <a16:creationId xmlns:a16="http://schemas.microsoft.com/office/drawing/2014/main" id="{B4B970CD-F2D5-48FB-AB43-A0C8850C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534853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raise ValueError(</a:t>
            </a:r>
          </a:p>
        </p:txBody>
      </p:sp>
      <p:sp>
        <p:nvSpPr>
          <p:cNvPr id="21" name="doc-3-line-8">
            <a:extLst xmlns:a="http://schemas.openxmlformats.org/drawingml/2006/main">
              <a:ext uri="{FF2B5EF4-FFF2-40B4-BE49-F238E27FC236}">
                <a16:creationId xmlns:a16="http://schemas.microsoft.com/office/drawing/2014/main" id="{A419C31C-B2F3-48CC-A912-D7BE8B5C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928235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    "missing required fields"</a:t>
            </a:r>
          </a:p>
        </p:txBody>
      </p:sp>
      <p:sp>
        <p:nvSpPr>
          <p:cNvPr id="22" name="doc-3-line-9">
            <a:extLst xmlns:a="http://schemas.openxmlformats.org/drawingml/2006/main">
              <a:ext uri="{FF2B5EF4-FFF2-40B4-BE49-F238E27FC236}">
                <a16:creationId xmlns:a16="http://schemas.microsoft.com/office/drawing/2014/main" id="{4E3F8A12-3C9D-4E7D-8BF1-82C61EA9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321618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)</a:t>
            </a:r>
          </a:p>
        </p:txBody>
      </p:sp>
      <p:sp>
        <p:nvSpPr>
          <p:cNvPr id="23" name="doc-4-bg">
            <a:extLst xmlns:a="http://schemas.openxmlformats.org/drawingml/2006/main">
              <a:ext uri="{FF2B5EF4-FFF2-40B4-BE49-F238E27FC236}">
                <a16:creationId xmlns:a16="http://schemas.microsoft.com/office/drawing/2014/main" id="{D6A45896-CD01-446A-9A29-A74DB0DB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381125"/>
            <a:ext cx="3905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4" name="doc-4-title-bg">
            <a:extLst xmlns:a="http://schemas.openxmlformats.org/drawingml/2006/main">
              <a:ext uri="{FF2B5EF4-FFF2-40B4-BE49-F238E27FC236}">
                <a16:creationId xmlns:a16="http://schemas.microsoft.com/office/drawing/2014/main" id="{FA2B60B7-5299-4901-9BC2-2ADA6C70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25" name="doc-4-title">
            <a:extLst xmlns:a="http://schemas.openxmlformats.org/drawingml/2006/main">
              <a:ext uri="{FF2B5EF4-FFF2-40B4-BE49-F238E27FC236}">
                <a16:creationId xmlns:a16="http://schemas.microsoft.com/office/drawing/2014/main" id="{A734A5CE-3567-446A-B9EF-5B02614F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test-output.txt</a:t>
            </a:r>
          </a:p>
        </p:txBody>
      </p:sp>
      <p:sp>
        <p:nvSpPr>
          <p:cNvPr id="26" name="doc-4-line-0">
            <a:extLst xmlns:a="http://schemas.openxmlformats.org/drawingml/2006/main">
              <a:ext uri="{FF2B5EF4-FFF2-40B4-BE49-F238E27FC236}">
                <a16:creationId xmlns:a16="http://schemas.microsoft.com/office/drawing/2014/main" id="{044E3496-A916-4711-A91A-C40F1320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76425"/>
            <a:ext cx="3448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Ran 2 tests in 0.000s</a:t>
            </a:r>
          </a:p>
        </p:txBody>
      </p:sp>
      <p:sp>
        <p:nvSpPr>
          <p:cNvPr id="27" name="doc-4-line-1">
            <a:extLst xmlns:a="http://schemas.openxmlformats.org/drawingml/2006/main">
              <a:ext uri="{FF2B5EF4-FFF2-40B4-BE49-F238E27FC236}">
                <a16:creationId xmlns:a16="http://schemas.microsoft.com/office/drawing/2014/main" id="{BBCB00C9-9881-471A-A2B6-31E73DAC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38400"/>
            <a:ext cx="3448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OK</a:t>
            </a:r>
          </a:p>
        </p:txBody>
      </p:sp>
      <p:sp>
        <p:nvSpPr>
          <p:cNvPr id="28" name="doc-5-bg">
            <a:extLst xmlns:a="http://schemas.openxmlformats.org/drawingml/2006/main">
              <a:ext uri="{FF2B5EF4-FFF2-40B4-BE49-F238E27FC236}">
                <a16:creationId xmlns:a16="http://schemas.microsoft.com/office/drawing/2014/main" id="{C55BCE0F-F8FD-44EE-BAFB-4E57C416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76625"/>
            <a:ext cx="3905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9" name="doc-5-title-bg">
            <a:extLst xmlns:a="http://schemas.openxmlformats.org/drawingml/2006/main">
              <a:ext uri="{FF2B5EF4-FFF2-40B4-BE49-F238E27FC236}">
                <a16:creationId xmlns:a16="http://schemas.microsoft.com/office/drawing/2014/main" id="{9EC60483-4C83-4B09-8650-9918F331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766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30" name="doc-5-title">
            <a:extLst xmlns:a="http://schemas.openxmlformats.org/drawingml/2006/main">
              <a:ext uri="{FF2B5EF4-FFF2-40B4-BE49-F238E27FC236}">
                <a16:creationId xmlns:a16="http://schemas.microsoft.com/office/drawing/2014/main" id="{206CFF80-0E64-4F88-AA23-9AA8D405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4956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failure-log.md</a:t>
            </a:r>
          </a:p>
        </p:txBody>
      </p:sp>
      <p:sp>
        <p:nvSpPr>
          <p:cNvPr id="31" name="doc-5-line-0">
            <a:extLst xmlns:a="http://schemas.openxmlformats.org/drawingml/2006/main">
              <a:ext uri="{FF2B5EF4-FFF2-40B4-BE49-F238E27FC236}">
                <a16:creationId xmlns:a16="http://schemas.microsoft.com/office/drawing/2014/main" id="{E28A5DC5-B2CB-413C-9536-95D27A7C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971925"/>
            <a:ext cx="344805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越权请求：修改 tests</a:t>
            </a:r>
          </a:p>
        </p:txBody>
      </p:sp>
      <p:sp>
        <p:nvSpPr>
          <p:cNvPr id="32" name="doc-5-line-1">
            <a:extLst xmlns:a="http://schemas.openxmlformats.org/drawingml/2006/main">
              <a:ext uri="{FF2B5EF4-FFF2-40B4-BE49-F238E27FC236}">
                <a16:creationId xmlns:a16="http://schemas.microsoft.com/office/drawing/2014/main" id="{DBF5767E-F250-4EDC-8BA8-CF81C4A0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46575"/>
            <a:ext cx="344805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决定：拒绝</a:t>
            </a:r>
          </a:p>
        </p:txBody>
      </p:sp>
      <p:sp>
        <p:nvSpPr>
          <p:cNvPr id="33" name="doc-5-line-2">
            <a:extLst xmlns:a="http://schemas.openxmlformats.org/drawingml/2006/main">
              <a:ext uri="{FF2B5EF4-FFF2-40B4-BE49-F238E27FC236}">
                <a16:creationId xmlns:a16="http://schemas.microsoft.com/office/drawing/2014/main" id="{13DCF10D-73B5-403B-BC51-0CEAD357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721225"/>
            <a:ext cx="344805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原测试保持不变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把一个 Agent 步骤改写为受限任务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00DA78C-614B-497D-9E0B-65878D4B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3f3f50ab6c4a8a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AC6C7A9E-4639-437E-9991-E65AFC0B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把一个 Agent 步骤改写为受限任务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308946A3-B744-4E7A-98F8-66613246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num-0">
            <a:extLst xmlns:a="http://schemas.openxmlformats.org/drawingml/2006/main">
              <a:ext uri="{FF2B5EF4-FFF2-40B4-BE49-F238E27FC236}">
                <a16:creationId xmlns:a16="http://schemas.microsoft.com/office/drawing/2014/main" id="{590B285B-C53B-4E69-A504-AF9E7B3A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F7447679-3552-48C9-8F5D-41B8FD45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选定一个“拟用 Agent”步骤</a:t>
            </a:r>
          </a:p>
        </p:txBody>
      </p:sp>
      <p:sp>
        <p:nvSpPr>
          <p:cNvPr id="12" name="row-rule-0">
            <a:extLst xmlns:a="http://schemas.openxmlformats.org/drawingml/2006/main">
              <a:ext uri="{FF2B5EF4-FFF2-40B4-BE49-F238E27FC236}">
                <a16:creationId xmlns:a16="http://schemas.microsoft.com/office/drawing/2014/main" id="{35E87B04-291E-460B-8FDC-3345ECD6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00288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num-1">
            <a:extLst xmlns:a="http://schemas.openxmlformats.org/drawingml/2006/main">
              <a:ext uri="{FF2B5EF4-FFF2-40B4-BE49-F238E27FC236}">
                <a16:creationId xmlns:a16="http://schemas.microsoft.com/office/drawing/2014/main" id="{9710CA7E-A2B1-49C7-A375-A4CCA0B0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57438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row-1">
            <a:extLst xmlns:a="http://schemas.openxmlformats.org/drawingml/2006/main">
              <a:ext uri="{FF2B5EF4-FFF2-40B4-BE49-F238E27FC236}">
                <a16:creationId xmlns:a16="http://schemas.microsoft.com/office/drawing/2014/main" id="{877AFA74-AF8F-4ED4-B546-9C44343C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57438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写五字段任务契约</a:t>
            </a:r>
          </a:p>
        </p:txBody>
      </p:sp>
      <p:sp>
        <p:nvSpPr>
          <p:cNvPr id="15" name="row-rule-1">
            <a:extLst xmlns:a="http://schemas.openxmlformats.org/drawingml/2006/main">
              <a:ext uri="{FF2B5EF4-FFF2-40B4-BE49-F238E27FC236}">
                <a16:creationId xmlns:a16="http://schemas.microsoft.com/office/drawing/2014/main" id="{BA096C3D-EEF7-4BFA-9209-A3B99365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33725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num-2">
            <a:extLst xmlns:a="http://schemas.openxmlformats.org/drawingml/2006/main">
              <a:ext uri="{FF2B5EF4-FFF2-40B4-BE49-F238E27FC236}">
                <a16:creationId xmlns:a16="http://schemas.microsoft.com/office/drawing/2014/main" id="{20F93348-E19C-4CBB-A59B-D9EFD85E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90875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ow-2">
            <a:extLst xmlns:a="http://schemas.openxmlformats.org/drawingml/2006/main">
              <a:ext uri="{FF2B5EF4-FFF2-40B4-BE49-F238E27FC236}">
                <a16:creationId xmlns:a16="http://schemas.microsoft.com/office/drawing/2014/main" id="{8CABB825-80A9-486A-818A-DED7E47B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90875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审查真实或预置 diff</a:t>
            </a:r>
          </a:p>
        </p:txBody>
      </p:sp>
      <p:sp>
        <p:nvSpPr>
          <p:cNvPr id="18" name="row-rule-2">
            <a:extLst xmlns:a="http://schemas.openxmlformats.org/drawingml/2006/main">
              <a:ext uri="{FF2B5EF4-FFF2-40B4-BE49-F238E27FC236}">
                <a16:creationId xmlns:a16="http://schemas.microsoft.com/office/drawing/2014/main" id="{1F879126-3132-4F89-8778-2FE9C928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67163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num-3">
            <a:extLst xmlns:a="http://schemas.openxmlformats.org/drawingml/2006/main">
              <a:ext uri="{FF2B5EF4-FFF2-40B4-BE49-F238E27FC236}">
                <a16:creationId xmlns:a16="http://schemas.microsoft.com/office/drawing/2014/main" id="{F3843DC3-9F56-4270-BF9E-1B22148D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24313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row-3">
            <a:extLst xmlns:a="http://schemas.openxmlformats.org/drawingml/2006/main">
              <a:ext uri="{FF2B5EF4-FFF2-40B4-BE49-F238E27FC236}">
                <a16:creationId xmlns:a16="http://schemas.microsoft.com/office/drawing/2014/main" id="{B349EA15-E7D5-4575-9151-E0E1C5CD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24313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记录验证证据与失败决定</a:t>
            </a:r>
          </a:p>
        </p:txBody>
      </p:sp>
      <p:sp>
        <p:nvSpPr>
          <p:cNvPr id="21" name="practice-side">
            <a:extLst xmlns:a="http://schemas.openxmlformats.org/drawingml/2006/main">
              <a:ext uri="{FF2B5EF4-FFF2-40B4-BE49-F238E27FC236}">
                <a16:creationId xmlns:a16="http://schemas.microsoft.com/office/drawing/2014/main" id="{0D9A5564-038F-4982-B3E1-011683F8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66875"/>
            <a:ext cx="3429000" cy="2619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2" name="practice-h">
            <a:extLst xmlns:a="http://schemas.openxmlformats.org/drawingml/2006/main">
              <a:ext uri="{FF2B5EF4-FFF2-40B4-BE49-F238E27FC236}">
                <a16:creationId xmlns:a16="http://schemas.microsoft.com/office/drawing/2014/main" id="{F5361B8B-A7BB-4494-97A2-27E6BED0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52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输入路径</a:t>
            </a:r>
          </a:p>
        </p:txBody>
      </p:sp>
      <p:sp>
        <p:nvSpPr>
          <p:cNvPr id="23" name="practice-note">
            <a:extLst xmlns:a="http://schemas.openxmlformats.org/drawingml/2006/main">
              <a:ext uri="{FF2B5EF4-FFF2-40B4-BE49-F238E27FC236}">
                <a16:creationId xmlns:a16="http://schemas.microsoft.com/office/drawing/2014/main" id="{26572219-BB8D-407C-ABE1-267F2F84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19375"/>
            <a:ext cx="276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本人真实项目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课次预置工件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完成后回写个人项目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文件落点与 diff 审查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A4B163D4-683A-49C2-909A-1525305A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c0ffcd7f2c4c8b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9CA3F56-B794-4773-AE84-1EEEB8A0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文件落点与 diff 审查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53B92E2B-1E09-4F65-A7A3-C01C81C5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6-bg">
            <a:extLst xmlns:a="http://schemas.openxmlformats.org/drawingml/2006/main">
              <a:ext uri="{FF2B5EF4-FFF2-40B4-BE49-F238E27FC236}">
                <a16:creationId xmlns:a16="http://schemas.microsoft.com/office/drawing/2014/main" id="{4FD7553B-CF43-4270-BBAF-E8B84A78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619750" cy="414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6-title-bg">
            <a:extLst xmlns:a="http://schemas.openxmlformats.org/drawingml/2006/main">
              <a:ext uri="{FF2B5EF4-FFF2-40B4-BE49-F238E27FC236}">
                <a16:creationId xmlns:a16="http://schemas.microsoft.com/office/drawing/2014/main" id="{03F060BF-8EBD-4C9C-9571-16403EAA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6-title">
            <a:extLst xmlns:a="http://schemas.openxmlformats.org/drawingml/2006/main">
              <a:ext uri="{FF2B5EF4-FFF2-40B4-BE49-F238E27FC236}">
                <a16:creationId xmlns:a16="http://schemas.microsoft.com/office/drawing/2014/main" id="{9CCB5120-1298-45F1-AD8C-5620BEAE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project/</a:t>
            </a:r>
          </a:p>
        </p:txBody>
      </p:sp>
      <p:sp>
        <p:nvSpPr>
          <p:cNvPr id="13" name="doc-6-line-0">
            <a:extLst xmlns:a="http://schemas.openxmlformats.org/drawingml/2006/main">
              <a:ext uri="{FF2B5EF4-FFF2-40B4-BE49-F238E27FC236}">
                <a16:creationId xmlns:a16="http://schemas.microsoft.com/office/drawing/2014/main" id="{634A831D-90BB-4A44-B47B-83E9A5FB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agent-tasks/task-01.md</a:t>
            </a:r>
          </a:p>
        </p:txBody>
      </p:sp>
      <p:sp>
        <p:nvSpPr>
          <p:cNvPr id="14" name="doc-6-line-1">
            <a:extLst xmlns:a="http://schemas.openxmlformats.org/drawingml/2006/main">
              <a:ext uri="{FF2B5EF4-FFF2-40B4-BE49-F238E27FC236}">
                <a16:creationId xmlns:a16="http://schemas.microsoft.com/office/drawing/2014/main" id="{B0710381-7B7A-4B3C-A40E-C54C920E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70364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src/generate.py</a:t>
            </a:r>
          </a:p>
        </p:txBody>
      </p:sp>
      <p:sp>
        <p:nvSpPr>
          <p:cNvPr id="15" name="doc-6-line-2">
            <a:extLst xmlns:a="http://schemas.openxmlformats.org/drawingml/2006/main">
              <a:ext uri="{FF2B5EF4-FFF2-40B4-BE49-F238E27FC236}">
                <a16:creationId xmlns:a16="http://schemas.microsoft.com/office/drawing/2014/main" id="{86E43909-D958-428E-8E4F-59BF97F1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64304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experiments/exp01/agent-traces/</a:t>
            </a:r>
          </a:p>
        </p:txBody>
      </p:sp>
      <p:sp>
        <p:nvSpPr>
          <p:cNvPr id="16" name="doc-6-line-3">
            <a:extLst xmlns:a="http://schemas.openxmlformats.org/drawingml/2006/main">
              <a:ext uri="{FF2B5EF4-FFF2-40B4-BE49-F238E27FC236}">
                <a16:creationId xmlns:a16="http://schemas.microsoft.com/office/drawing/2014/main" id="{C18FB6D3-009A-436E-A0F6-B848BB86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8243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generate.diff</a:t>
            </a:r>
          </a:p>
        </p:txBody>
      </p:sp>
      <p:sp>
        <p:nvSpPr>
          <p:cNvPr id="17" name="doc-6-line-4">
            <a:extLst xmlns:a="http://schemas.openxmlformats.org/drawingml/2006/main">
              <a:ext uri="{FF2B5EF4-FFF2-40B4-BE49-F238E27FC236}">
                <a16:creationId xmlns:a16="http://schemas.microsoft.com/office/drawing/2014/main" id="{6E8B0C46-8606-4044-891D-B20E9DF9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2182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test-output.txt</a:t>
            </a:r>
          </a:p>
        </p:txBody>
      </p:sp>
      <p:sp>
        <p:nvSpPr>
          <p:cNvPr id="18" name="doc-6-line-5">
            <a:extLst xmlns:a="http://schemas.openxmlformats.org/drawingml/2006/main">
              <a:ext uri="{FF2B5EF4-FFF2-40B4-BE49-F238E27FC236}">
                <a16:creationId xmlns:a16="http://schemas.microsoft.com/office/drawing/2014/main" id="{D675CF6A-464E-4434-A659-EAB290A5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6121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failure-log.md</a:t>
            </a:r>
          </a:p>
        </p:txBody>
      </p:sp>
      <p:sp>
        <p:nvSpPr>
          <p:cNvPr id="19" name="doc-6-line-6">
            <a:extLst xmlns:a="http://schemas.openxmlformats.org/drawingml/2006/main">
              <a:ext uri="{FF2B5EF4-FFF2-40B4-BE49-F238E27FC236}">
                <a16:creationId xmlns:a16="http://schemas.microsoft.com/office/drawing/2014/main" id="{DB3A8544-74C2-4821-8E5B-07F1D605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40061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20" name="audit-h">
            <a:extLst xmlns:a="http://schemas.openxmlformats.org/drawingml/2006/main">
              <a:ext uri="{FF2B5EF4-FFF2-40B4-BE49-F238E27FC236}">
                <a16:creationId xmlns:a16="http://schemas.microsoft.com/office/drawing/2014/main" id="{F05B2C59-2E03-47E4-9D1D-134E80E9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240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diff 写回前</a:t>
            </a:r>
          </a:p>
        </p:txBody>
      </p:sp>
      <p:sp>
        <p:nvSpPr>
          <p:cNvPr id="21" name="list-700-220-0">
            <a:extLst xmlns:a="http://schemas.openxmlformats.org/drawingml/2006/main">
              <a:ext uri="{FF2B5EF4-FFF2-40B4-BE49-F238E27FC236}">
                <a16:creationId xmlns:a16="http://schemas.microsoft.com/office/drawing/2014/main" id="{9F9B5B0B-A06E-47A0-9846-EE657DE6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只含可写文件</a:t>
            </a:r>
          </a:p>
        </p:txBody>
      </p:sp>
      <p:sp>
        <p:nvSpPr>
          <p:cNvPr id="22" name="list-700-220-1">
            <a:extLst xmlns:a="http://schemas.openxmlformats.org/drawingml/2006/main">
              <a:ext uri="{FF2B5EF4-FFF2-40B4-BE49-F238E27FC236}">
                <a16:creationId xmlns:a16="http://schemas.microsoft.com/office/drawing/2014/main" id="{9B7DA8CE-B573-4834-B64C-53A3C321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527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未引入未授权依赖</a:t>
            </a:r>
          </a:p>
        </p:txBody>
      </p:sp>
      <p:sp>
        <p:nvSpPr>
          <p:cNvPr id="23" name="list-700-220-2">
            <a:extLst xmlns:a="http://schemas.openxmlformats.org/drawingml/2006/main">
              <a:ext uri="{FF2B5EF4-FFF2-40B4-BE49-F238E27FC236}">
                <a16:creationId xmlns:a16="http://schemas.microsoft.com/office/drawing/2014/main" id="{4BC21991-85FC-4B39-80FC-C54F25CE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099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未修改禁止层</a:t>
            </a:r>
          </a:p>
        </p:txBody>
      </p:sp>
      <p:sp>
        <p:nvSpPr>
          <p:cNvPr id="24" name="list-700-220-3">
            <a:extLst xmlns:a="http://schemas.openxmlformats.org/drawingml/2006/main">
              <a:ext uri="{FF2B5EF4-FFF2-40B4-BE49-F238E27FC236}">
                <a16:creationId xmlns:a16="http://schemas.microsoft.com/office/drawing/2014/main" id="{E2CE2AFB-30FA-49DE-802B-04A2E619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测试先被审查</a:t>
            </a:r>
          </a:p>
        </p:txBody>
      </p:sp>
      <p:sp>
        <p:nvSpPr>
          <p:cNvPr id="25" name="list-700-220-4">
            <a:extLst xmlns:a="http://schemas.openxmlformats.org/drawingml/2006/main">
              <a:ext uri="{FF2B5EF4-FFF2-40B4-BE49-F238E27FC236}">
                <a16:creationId xmlns:a16="http://schemas.microsoft.com/office/drawing/2014/main" id="{92A0D0C5-84E3-49F9-9EF3-E4185ED7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未越过 Non-goal</a:t>
            </a:r>
          </a:p>
        </p:txBody>
      </p:sp>
      <p:sp>
        <p:nvSpPr>
          <p:cNvPr id="26" name="list-700-220-5">
            <a:extLst xmlns:a="http://schemas.openxmlformats.org/drawingml/2006/main">
              <a:ext uri="{FF2B5EF4-FFF2-40B4-BE49-F238E27FC236}">
                <a16:creationId xmlns:a16="http://schemas.microsoft.com/office/drawing/2014/main" id="{1F4193C0-7641-411B-97E1-A084F48D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815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commit message 只写事实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同伴提问，作者决定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B7E82527-9ED7-4A3C-A160-BC61B4EB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07f76af78400e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8C2395C2-4727-4E46-8E90-E75C898D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同伴提问，作者决定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7D97B8FB-4DAA-4FB3-A8EB-20B13777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7-bg">
            <a:extLst xmlns:a="http://schemas.openxmlformats.org/drawingml/2006/main">
              <a:ext uri="{FF2B5EF4-FFF2-40B4-BE49-F238E27FC236}">
                <a16:creationId xmlns:a16="http://schemas.microsoft.com/office/drawing/2014/main" id="{133BC9A2-8F7B-4589-95DF-08E09389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76375"/>
            <a:ext cx="5334000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7-title-bg">
            <a:extLst xmlns:a="http://schemas.openxmlformats.org/drawingml/2006/main">
              <a:ext uri="{FF2B5EF4-FFF2-40B4-BE49-F238E27FC236}">
                <a16:creationId xmlns:a16="http://schemas.microsoft.com/office/drawing/2014/main" id="{791B2F81-7C46-4553-AAC5-8EACA8D3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7637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7-title">
            <a:extLst xmlns:a="http://schemas.openxmlformats.org/drawingml/2006/main">
              <a:ext uri="{FF2B5EF4-FFF2-40B4-BE49-F238E27FC236}">
                <a16:creationId xmlns:a16="http://schemas.microsoft.com/office/drawing/2014/main" id="{5B89081C-6CA7-4265-BDE1-621B5027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49542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作者的 task-01.md + diff</a:t>
            </a:r>
          </a:p>
        </p:txBody>
      </p:sp>
      <p:sp>
        <p:nvSpPr>
          <p:cNvPr id="13" name="doc-7-line-0">
            <a:extLst xmlns:a="http://schemas.openxmlformats.org/drawingml/2006/main">
              <a:ext uri="{FF2B5EF4-FFF2-40B4-BE49-F238E27FC236}">
                <a16:creationId xmlns:a16="http://schemas.microsoft.com/office/drawing/2014/main" id="{CEBC5FA5-FC65-4D2D-85AD-90C6138D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71675"/>
            <a:ext cx="48768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Context / Permission / Non-goal</a:t>
            </a:r>
          </a:p>
        </p:txBody>
      </p:sp>
      <p:sp>
        <p:nvSpPr>
          <p:cNvPr id="14" name="doc-7-line-1">
            <a:extLst xmlns:a="http://schemas.openxmlformats.org/drawingml/2006/main">
              <a:ext uri="{FF2B5EF4-FFF2-40B4-BE49-F238E27FC236}">
                <a16:creationId xmlns:a16="http://schemas.microsoft.com/office/drawing/2014/main" id="{25EA27E5-ADDB-4249-BE8F-9A53BB81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65450"/>
            <a:ext cx="48768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人工审核点 / 失败恢复</a:t>
            </a:r>
          </a:p>
        </p:txBody>
      </p:sp>
      <p:sp>
        <p:nvSpPr>
          <p:cNvPr id="15" name="doc-7-line-2">
            <a:extLst xmlns:a="http://schemas.openxmlformats.org/drawingml/2006/main">
              <a:ext uri="{FF2B5EF4-FFF2-40B4-BE49-F238E27FC236}">
                <a16:creationId xmlns:a16="http://schemas.microsoft.com/office/drawing/2014/main" id="{6B1E662E-DE89-4D42-8D26-2F053860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9225"/>
            <a:ext cx="48768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diff 范围 / 测试 / 失败记录</a:t>
            </a:r>
          </a:p>
        </p:txBody>
      </p:sp>
      <p:sp>
        <p:nvSpPr>
          <p:cNvPr id="16" name="peer-left">
            <a:extLst xmlns:a="http://schemas.openxmlformats.org/drawingml/2006/main">
              <a:ext uri="{FF2B5EF4-FFF2-40B4-BE49-F238E27FC236}">
                <a16:creationId xmlns:a16="http://schemas.microsoft.com/office/drawing/2014/main" id="{960EADC7-92BF-449F-8876-80C85211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238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同伴只问：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边界够窄吗？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测试真的判定目标吗？</a:t>
            </a:r>
          </a:p>
        </p:txBody>
      </p:sp>
      <p:sp>
        <p:nvSpPr>
          <p:cNvPr id="17" name="peer-right">
            <a:extLst xmlns:a="http://schemas.openxmlformats.org/drawingml/2006/main">
              <a:ext uri="{FF2B5EF4-FFF2-40B4-BE49-F238E27FC236}">
                <a16:creationId xmlns:a16="http://schemas.microsoft.com/office/drawing/2014/main" id="{34317B23-AA6D-4C74-8E5B-1A0ED39E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作者记录：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采纳 / 澄清 / 补证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保留异议 / 暂缓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B31F40DA-7AA5-4B98-8850-F5F0E572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03b649304a460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829BDDEE-886F-4229-9F97-0F8A5A25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A6FEA23D-BE97-48C0-B184-73BEFAA9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CF3E8A2B-3DEB-4FCC-96D8-B92B1265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1AE76B03-3205-47D3-81C1-58C19494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任务契约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BD6366ED-F982-4AE3-82FB-0AC88CD7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34E475AF-F439-49D6-A9A1-79A6F129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本讲输入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DA0DF67F-1242-47B7-B472-2737787D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B31D6F87-425A-464B-A8C6-B60F9B36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E9A57960-1044-41A6-9AC9-AE110240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850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17E97E43-3BC3-4DF3-B28C-FB6658AF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本讲执行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33CA00A6-01B7-4A1D-A7EC-179A44D0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D6F66641-8688-4648-BA8F-D701F451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diff / 测试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92932E4E-D7FE-40D2-B518-7A46976E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22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73028C60-6293-407D-8916-8D2309BD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本讲证据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7D7D1EE5-B2C5-4096-BB2C-31C56339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E2056CE7-A70C-40D7-9B9E-9208221F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失败保留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372821AA-CAC1-4076-98A8-A0AA561F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受限执行能否安全重复？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C4AD80DF-04DD-48B0-AC60-337290BD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ffc45794fe4b6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0541CA39-6AB1-4629-AD4D-355D1E58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受限执行能否安全重复？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975D47BE-11FE-4C4D-8793-F79E354A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46695E5F-EAAF-4081-A96E-AC96A2AD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3CEE13E4-4C5E-47FB-A591-C4ED6B33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9 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实验规格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2AB5892A-44A6-4CB7-938C-B91F3C0A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D5E3C18E-6FC9-45C0-B824-A6821DDB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4" name="chain-1">
            <a:extLst xmlns:a="http://schemas.openxmlformats.org/drawingml/2006/main">
              <a:ext uri="{FF2B5EF4-FFF2-40B4-BE49-F238E27FC236}">
                <a16:creationId xmlns:a16="http://schemas.microsoft.com/office/drawing/2014/main" id="{F399C082-838A-4F22-98B3-A289E5E3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10 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15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A16D2DB7-4C9A-46DB-8C62-CFA94E1D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chain-sub-1">
            <a:extLst xmlns:a="http://schemas.openxmlformats.org/drawingml/2006/main">
              <a:ext uri="{FF2B5EF4-FFF2-40B4-BE49-F238E27FC236}">
                <a16:creationId xmlns:a16="http://schemas.microsoft.com/office/drawing/2014/main" id="{515D3CDB-9B93-42A9-86CE-E5C3F3A7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575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当前位置 / 输出</a:t>
            </a:r>
          </a:p>
        </p:txBody>
      </p:sp>
      <p:sp>
        <p:nvSpPr>
          <p:cNvPr id="17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C3E3E332-9C63-47F3-85DD-1D0FB329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8" name="chain-2">
            <a:extLst xmlns:a="http://schemas.openxmlformats.org/drawingml/2006/main">
              <a:ext uri="{FF2B5EF4-FFF2-40B4-BE49-F238E27FC236}">
                <a16:creationId xmlns:a16="http://schemas.microsoft.com/office/drawing/2014/main" id="{73F0DFCE-71A7-4D59-BC91-B9DCF97F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11 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冻结循环</a:t>
            </a:r>
          </a:p>
        </p:txBody>
      </p:sp>
      <p:sp>
        <p:nvSpPr>
          <p:cNvPr id="19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9756F2D4-2B00-46AB-91E8-DA9A7DD5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895DEBCB-E9BB-43BF-8635-938B8E30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1" name="chain-3">
            <a:extLst xmlns:a="http://schemas.openxmlformats.org/drawingml/2006/main">
              <a:ext uri="{FF2B5EF4-FFF2-40B4-BE49-F238E27FC236}">
                <a16:creationId xmlns:a16="http://schemas.microsoft.com/office/drawing/2014/main" id="{09F0D7AF-420A-4B67-BE55-6661DAE8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13 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评价证据</a:t>
            </a:r>
          </a:p>
        </p:txBody>
      </p:sp>
      <p:sp>
        <p:nvSpPr>
          <p:cNvPr id="22" name="exit">
            <a:extLst xmlns:a="http://schemas.openxmlformats.org/drawingml/2006/main">
              <a:ext uri="{FF2B5EF4-FFF2-40B4-BE49-F238E27FC236}">
                <a16:creationId xmlns:a16="http://schemas.microsoft.com/office/drawing/2014/main" id="{26B08DB9-24A7-4348-8ED1-0993BB73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76750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保存：任务契约｜一次可核验 diff｜至少一条失败或越权记录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2026-09-16T01:27:17.7010000Z</dcterms:created>
  <dcterms:modified xsi:type="dcterms:W3CDTF">2026-09-16T01:27:17.7010000Z</dcterms:modified>
</coreProperties>
</file>