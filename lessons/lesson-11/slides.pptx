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646bc0c838743ce" /><Relationship Type="http://schemas.openxmlformats.org/officeDocument/2006/relationships/extended-properties" Target="/docProps/app.xml" Id="Ra240ed92da4d48e5" /><Relationship Type="http://schemas.openxmlformats.org/officeDocument/2006/relationships/officeDocument" Target="/ppt/presentation.xml" Id="R4fb605ddd5cf449c" /></Relationships>
</file>

<file path=ppt/presentation.xml><?xml version="1.0" encoding="utf-8"?>
<p:presentation xmlns:p="http://schemas.openxmlformats.org/presentationml/2006/main">
  <p:sldMasterIdLst>
    <p:sldMasterId xmlns:r="http://schemas.openxmlformats.org/officeDocument/2006/relationships" id="2147483648" r:id="Rb63648eec3394e79"/>
  </p:sldMasterIdLst>
  <p:notesMasterIdLst>
    <p:notesMasterId xmlns:r="http://schemas.openxmlformats.org/officeDocument/2006/relationships" r:id="R0ac36eb81e924060"/>
  </p:notesMasterIdLst>
  <p:sldIdLst>
    <p:sldId xmlns:r="http://schemas.openxmlformats.org/officeDocument/2006/relationships" id="256" r:id="Rab2931de19414b23"/>
    <p:sldId xmlns:r="http://schemas.openxmlformats.org/officeDocument/2006/relationships" id="257" r:id="R7f201091d00d47ec"/>
    <p:sldId xmlns:r="http://schemas.openxmlformats.org/officeDocument/2006/relationships" id="258" r:id="Re8587e99d1a34bd6"/>
    <p:sldId xmlns:r="http://schemas.openxmlformats.org/officeDocument/2006/relationships" id="259" r:id="Rfd289236d4f94b5c"/>
    <p:sldId xmlns:r="http://schemas.openxmlformats.org/officeDocument/2006/relationships" id="260" r:id="Raf2b979408bd4483"/>
    <p:sldId xmlns:r="http://schemas.openxmlformats.org/officeDocument/2006/relationships" id="261" r:id="Rd98a7f0d33dc42c0"/>
    <p:sldId xmlns:r="http://schemas.openxmlformats.org/officeDocument/2006/relationships" id="262" r:id="Rdfac37ef1d2f4bfa"/>
    <p:sldId xmlns:r="http://schemas.openxmlformats.org/officeDocument/2006/relationships" id="263" r:id="R03eeff3635614c17"/>
    <p:sldId xmlns:r="http://schemas.openxmlformats.org/officeDocument/2006/relationships" id="264" r:id="Re55699c3e8c7449c"/>
    <p:sldId xmlns:r="http://schemas.openxmlformats.org/officeDocument/2006/relationships" id="265" r:id="Re2650223914f4c93"/>
    <p:sldId xmlns:r="http://schemas.openxmlformats.org/officeDocument/2006/relationships" id="266" r:id="Rf48407b4c6cc47b5"/>
    <p:sldId xmlns:r="http://schemas.openxmlformats.org/officeDocument/2006/relationships" id="267" r:id="Rfbc97832eb7641a8"/>
    <p:sldId xmlns:r="http://schemas.openxmlformats.org/officeDocument/2006/relationships" id="268" r:id="R1f555ae8c98b48c7"/>
    <p:sldId xmlns:r="http://schemas.openxmlformats.org/officeDocument/2006/relationships" id="269" r:id="Rafdf716ba3fa4617"/>
    <p:sldId xmlns:r="http://schemas.openxmlformats.org/officeDocument/2006/relationships" id="270" r:id="Rb675410b5c054d35"/>
    <p:sldId xmlns:r="http://schemas.openxmlformats.org/officeDocument/2006/relationships" id="271" r:id="R5e196dd8e6bc4fd1"/>
    <p:sldId xmlns:r="http://schemas.openxmlformats.org/officeDocument/2006/relationships" id="272" r:id="Rd2fcbe8002fd4574"/>
    <p:sldId xmlns:r="http://schemas.openxmlformats.org/officeDocument/2006/relationships" id="273" r:id="Rfe17ecc4648e4996"/>
    <p:sldId xmlns:r="http://schemas.openxmlformats.org/officeDocument/2006/relationships" id="274" r:id="R7e3550d1a27b4aa0"/>
    <p:sldId xmlns:r="http://schemas.openxmlformats.org/officeDocument/2006/relationships" id="275" r:id="R2c81e26c7b21441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a:tblStyle styleId="{69012ECD-51FC-41F1-AA8D-1B2483CD663E}" styleName="浅色样式 2 - 强调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6E25E649-3F16-4E02-A733-19D2CDBF48F0}" styleName="中度样式 3 - 强调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BC89EF96-8CEA-46FF-86C4-4CE0E7609802}" styleName="浅色样式 3 - 强调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中度样式 2 - 强调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p="http://schemas.openxmlformats.org/presentationml/2006/main">
  <p:slideViewPr>
    <p:cSldViewPr snapToGrid="0" showGuides="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&#65279;<?xml version="1.0" encoding="utf-8"?><Relationships xmlns="http://schemas.openxmlformats.org/package/2006/relationships"><Relationship Type="http://schemas.openxmlformats.org/officeDocument/2006/relationships/theme" Target="/ppt/theme/theme1.xml" Id="R50e2b854a72b42cf" /><Relationship Type="http://schemas.openxmlformats.org/officeDocument/2006/relationships/slideMaster" Target="/ppt/slideMasters/slideMaster1.xml" Id="Rb63648eec3394e79" /><Relationship Type="http://schemas.openxmlformats.org/officeDocument/2006/relationships/notesMaster" Target="/ppt/notesMasters/notesMaster1.xml" Id="R0ac36eb81e924060" /><Relationship Type="http://schemas.openxmlformats.org/officeDocument/2006/relationships/presProps" Target="/ppt/presProps.xml" Id="R2c057e554ace497e" /><Relationship Type="http://schemas.openxmlformats.org/officeDocument/2006/relationships/viewProps" Target="/ppt/viewProps.xml" Id="Radbdab3a41504261" /><Relationship Type="http://schemas.openxmlformats.org/officeDocument/2006/relationships/tableStyles" Target="/ppt/tableStyles.xml" Id="R51f48c13b4d14d38" /><Relationship Type="http://schemas.openxmlformats.org/officeDocument/2006/relationships/slide" Target="/ppt/slides/slide1.xml" Id="Rab2931de19414b23" /><Relationship Type="http://schemas.openxmlformats.org/officeDocument/2006/relationships/slide" Target="/ppt/slides/slide2.xml" Id="R7f201091d00d47ec" /><Relationship Type="http://schemas.openxmlformats.org/officeDocument/2006/relationships/slide" Target="/ppt/slides/slide3.xml" Id="Re8587e99d1a34bd6" /><Relationship Type="http://schemas.openxmlformats.org/officeDocument/2006/relationships/slide" Target="/ppt/slides/slide4.xml" Id="Rfd289236d4f94b5c" /><Relationship Type="http://schemas.openxmlformats.org/officeDocument/2006/relationships/slide" Target="/ppt/slides/slide5.xml" Id="Raf2b979408bd4483" /><Relationship Type="http://schemas.openxmlformats.org/officeDocument/2006/relationships/slide" Target="/ppt/slides/slide6.xml" Id="Rd98a7f0d33dc42c0" /><Relationship Type="http://schemas.openxmlformats.org/officeDocument/2006/relationships/slide" Target="/ppt/slides/slide7.xml" Id="Rdfac37ef1d2f4bfa" /><Relationship Type="http://schemas.openxmlformats.org/officeDocument/2006/relationships/slide" Target="/ppt/slides/slide8.xml" Id="R03eeff3635614c17" /><Relationship Type="http://schemas.openxmlformats.org/officeDocument/2006/relationships/slide" Target="/ppt/slides/slide9.xml" Id="Re55699c3e8c7449c" /><Relationship Type="http://schemas.openxmlformats.org/officeDocument/2006/relationships/slide" Target="/ppt/slides/slide10.xml" Id="Re2650223914f4c93" /><Relationship Type="http://schemas.openxmlformats.org/officeDocument/2006/relationships/slide" Target="/ppt/slides/slide11.xml" Id="Rf48407b4c6cc47b5" /><Relationship Type="http://schemas.openxmlformats.org/officeDocument/2006/relationships/slide" Target="/ppt/slides/slide12.xml" Id="Rfbc97832eb7641a8" /><Relationship Type="http://schemas.openxmlformats.org/officeDocument/2006/relationships/slide" Target="/ppt/slides/slide13.xml" Id="R1f555ae8c98b48c7" /><Relationship Type="http://schemas.openxmlformats.org/officeDocument/2006/relationships/slide" Target="/ppt/slides/slide14.xml" Id="Rafdf716ba3fa4617" /><Relationship Type="http://schemas.openxmlformats.org/officeDocument/2006/relationships/slide" Target="/ppt/slides/slide15.xml" Id="Rb675410b5c054d35" /><Relationship Type="http://schemas.openxmlformats.org/officeDocument/2006/relationships/slide" Target="/ppt/slides/slide16.xml" Id="R5e196dd8e6bc4fd1" /><Relationship Type="http://schemas.openxmlformats.org/officeDocument/2006/relationships/slide" Target="/ppt/slides/slide17.xml" Id="Rd2fcbe8002fd4574" /><Relationship Type="http://schemas.openxmlformats.org/officeDocument/2006/relationships/slide" Target="/ppt/slides/slide18.xml" Id="Rfe17ecc4648e4996" /><Relationship Type="http://schemas.openxmlformats.org/officeDocument/2006/relationships/slide" Target="/ppt/slides/slide19.xml" Id="R7e3550d1a27b4aa0" /><Relationship Type="http://schemas.openxmlformats.org/officeDocument/2006/relationships/slide" Target="/ppt/slides/slide20.xml" Id="R2c81e26c7b21441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1e06ff371f4478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主题​​">
  <a:themeElements>
    <a:clrScheme name="SJTU-2019">
      <a:dk1>
        <a:srgbClr val="000000"/>
      </a:dk1>
      <a:lt1>
        <a:srgbClr val="FFFFFF"/>
      </a:lt1>
      <a:dk2>
        <a:srgbClr val="1B1C21"/>
      </a:dk2>
      <a:lt2>
        <a:srgbClr val="DBDBDB"/>
      </a:lt2>
      <a:accent1>
        <a:srgbClr val="C8161E"/>
      </a:accent1>
      <a:accent2>
        <a:srgbClr val="44546A"/>
      </a:accent2>
      <a:accent3>
        <a:srgbClr val="1F4D78"/>
      </a:accent3>
      <a:accent4>
        <a:srgbClr val="ED7D31"/>
      </a:accent4>
      <a:accent5>
        <a:srgbClr val="FFC000"/>
      </a:accent5>
      <a:accent6>
        <a:srgbClr val="A5A5A5"/>
      </a:accent6>
      <a:hlink>
        <a:srgbClr val="196E7D"/>
      </a:hlink>
      <a:folHlink>
        <a:srgbClr val="BEBEBE"/>
      </a:folHlink>
    </a:clrScheme>
    <a:fontScheme name="外宣普适">
      <a:majorFont>
        <a:latin typeface="Arial"/>
        <a:ea typeface="微软雅黑"/>
        <a:cs typeface=""/>
      </a:majorFont>
      <a:minorFont>
        <a:latin typeface="Arial"/>
        <a:ea typeface="微软雅黑"/>
        <a:cs typeface=""/>
      </a:minorFont>
    </a:fontScheme>
    <a:fmtScheme name="SJTU-2019">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741aa363f684816" /><Relationship Type="http://schemas.openxmlformats.org/officeDocument/2006/relationships/notesMaster" Target="/ppt/notesMasters/notesMaster1.xml" Id="R62246e2b0a374646" /></Relationships>
</file>

<file path=ppt/notesSlides/_rels/notesSlide2.xml.rels>&#65279;<?xml version="1.0" encoding="utf-8"?><Relationships xmlns="http://schemas.openxmlformats.org/package/2006/relationships"><Relationship Type="http://schemas.openxmlformats.org/officeDocument/2006/relationships/slide" Target="/ppt/slides/slide2.xml" Id="R6ea671dc614c47ee" /><Relationship Type="http://schemas.openxmlformats.org/officeDocument/2006/relationships/notesMaster" Target="/ppt/notesMasters/notesMaster1.xml" Id="Re182f08b0f9a4a22" /></Relationships>
</file>

<file path=ppt/notesSlides/_rels/notesSlide3.xml.rels>&#65279;<?xml version="1.0" encoding="utf-8"?><Relationships xmlns="http://schemas.openxmlformats.org/package/2006/relationships"><Relationship Type="http://schemas.openxmlformats.org/officeDocument/2006/relationships/slide" Target="/ppt/slides/slide3.xml" Id="R9cbdf0f8791544ac" /><Relationship Type="http://schemas.openxmlformats.org/officeDocument/2006/relationships/notesMaster" Target="/ppt/notesMasters/notesMaster1.xml" Id="R97a729ab60a2447d" /></Relationships>
</file>

<file path=ppt/notesSlides/_rels/notesSlide4.xml.rels>&#65279;<?xml version="1.0" encoding="utf-8"?><Relationships xmlns="http://schemas.openxmlformats.org/package/2006/relationships"><Relationship Type="http://schemas.openxmlformats.org/officeDocument/2006/relationships/slide" Target="/ppt/slides/slide4.xml" Id="R2efceeed3f024f54" /><Relationship Type="http://schemas.openxmlformats.org/officeDocument/2006/relationships/notesMaster" Target="/ppt/notesMasters/notesMaster1.xml" Id="R511bfd46998f4158" /></Relationships>
</file>

<file path=ppt/notesSlides/_rels/notesSlide5.xml.rels>&#65279;<?xml version="1.0" encoding="utf-8"?><Relationships xmlns="http://schemas.openxmlformats.org/package/2006/relationships"><Relationship Type="http://schemas.openxmlformats.org/officeDocument/2006/relationships/slide" Target="/ppt/slides/slide5.xml" Id="R0418e78508724407" /><Relationship Type="http://schemas.openxmlformats.org/officeDocument/2006/relationships/notesMaster" Target="/ppt/notesMasters/notesMaster1.xml" Id="R12e19779c1414ce2" /></Relationships>
</file>

<file path=ppt/notesSlides/_rels/notesSlide6.xml.rels>&#65279;<?xml version="1.0" encoding="utf-8"?><Relationships xmlns="http://schemas.openxmlformats.org/package/2006/relationships"><Relationship Type="http://schemas.openxmlformats.org/officeDocument/2006/relationships/slide" Target="/ppt/slides/slide6.xml" Id="R251790ca543f4aea" /><Relationship Type="http://schemas.openxmlformats.org/officeDocument/2006/relationships/notesMaster" Target="/ppt/notesMasters/notesMaster1.xml" Id="R356bba93cf944f76" /></Relationships>
</file>

<file path=ppt/notesSlides/_rels/notesSlide7.xml.rels>&#65279;<?xml version="1.0" encoding="utf-8"?><Relationships xmlns="http://schemas.openxmlformats.org/package/2006/relationships"><Relationship Type="http://schemas.openxmlformats.org/officeDocument/2006/relationships/slide" Target="/ppt/slides/slide7.xml" Id="R260151ed44fd4b01" /><Relationship Type="http://schemas.openxmlformats.org/officeDocument/2006/relationships/notesMaster" Target="/ppt/notesMasters/notesMaster1.xml" Id="R301052fe6e9c40c7" /></Relationships>
</file>

<file path=ppt/notesSlides/_rels/notesSlide8.xml.rels>&#65279;<?xml version="1.0" encoding="utf-8"?><Relationships xmlns="http://schemas.openxmlformats.org/package/2006/relationships"><Relationship Type="http://schemas.openxmlformats.org/officeDocument/2006/relationships/slide" Target="/ppt/slides/slide8.xml" Id="R18eac221584f43c3" /><Relationship Type="http://schemas.openxmlformats.org/officeDocument/2006/relationships/notesMaster" Target="/ppt/notesMasters/notesMaster1.xml" Id="Rb3061b23b1874a9e" /></Relationships>
</file>

<file path=ppt/notesSlides/_rels/notesSlide9.xml.rels>&#65279;<?xml version="1.0" encoding="utf-8"?><Relationships xmlns="http://schemas.openxmlformats.org/package/2006/relationships"><Relationship Type="http://schemas.openxmlformats.org/officeDocument/2006/relationships/slide" Target="/ppt/slides/slide9.xml" Id="R4d2b08cb8d2e4506" /><Relationship Type="http://schemas.openxmlformats.org/officeDocument/2006/relationships/notesMaster" Target="/ppt/notesMasters/notesMaster1.xml" Id="R2341c5830385470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53cc826937c4aff" /><Relationship Type="http://schemas.openxmlformats.org/officeDocument/2006/relationships/notesMaster" Target="/ppt/notesMasters/notesMaster1.xml" Id="R045bf67c276f4b7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201a628c52d4c93" /><Relationship Type="http://schemas.openxmlformats.org/officeDocument/2006/relationships/notesMaster" Target="/ppt/notesMasters/notesMaster1.xml" Id="R70bad4e9efa541d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caf9a597696454c" /><Relationship Type="http://schemas.openxmlformats.org/officeDocument/2006/relationships/notesMaster" Target="/ppt/notesMasters/notesMaster1.xml" Id="Re4af00d867a6457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3b1d9d69d4e44dc" /><Relationship Type="http://schemas.openxmlformats.org/officeDocument/2006/relationships/notesMaster" Target="/ppt/notesMasters/notesMaster1.xml" Id="R7e8d8171c4314ba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c4fa53efa72c489a" /><Relationship Type="http://schemas.openxmlformats.org/officeDocument/2006/relationships/notesMaster" Target="/ppt/notesMasters/notesMaster1.xml" Id="Reefa593b2f1f4e6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031d3ba0a2e4a30" /><Relationship Type="http://schemas.openxmlformats.org/officeDocument/2006/relationships/notesMaster" Target="/ppt/notesMasters/notesMaster1.xml" Id="R645bd4dfa76649df"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45f97e068374846" /><Relationship Type="http://schemas.openxmlformats.org/officeDocument/2006/relationships/notesMaster" Target="/ppt/notesMasters/notesMaster1.xml" Id="Rdb4ad63e25224a8f"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6d05844ceeeb485d" /><Relationship Type="http://schemas.openxmlformats.org/officeDocument/2006/relationships/notesMaster" Target="/ppt/notesMasters/notesMaster1.xml" Id="Rdb0ebfdf2a6441fb"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e2fa7829260041fc" /><Relationship Type="http://schemas.openxmlformats.org/officeDocument/2006/relationships/notesMaster" Target="/ppt/notesMasters/notesMaster1.xml" Id="R8bb4191eca524179"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a04549352594441c" /><Relationship Type="http://schemas.openxmlformats.org/officeDocument/2006/relationships/notesMaster" Target="/ppt/notesMasters/notesMaster1.xml" Id="Rfc003b05a5af43bb"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79e01dac96f84c32" /><Relationship Type="http://schemas.openxmlformats.org/officeDocument/2006/relationships/notesMaster" Target="/ppt/notesMasters/notesMaster1.xml" Id="R0a196d017f974a8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页面：P01 第11讲 实验自动化与 AutoResearch 循环</a:t>
            </a:r>
          </a:p>
          <a:p xmlns:a="http://schemas.openxmlformats.org/drawingml/2006/main">
            <a:r>
              <a:t/>
            </a:r>
          </a:p>
          <a:p xmlns:a="http://schemas.openxmlformats.org/drawingml/2006/main">
            <a:r>
              <a:t>讲义位置：本课讲义；见逐页母稿映射表</a:t>
            </a:r>
          </a:p>
          <a:p xmlns:a="http://schemas.openxmlformats.org/drawingml/2006/main">
            <a:r>
              <a:t/>
            </a:r>
          </a:p>
          <a:p xmlns:a="http://schemas.openxmlformats.org/drawingml/2006/main">
            <a:r>
              <a:t>屏显核对：</a:t>
            </a:r>
          </a:p>
          <a:p xmlns:a="http://schemas.openxmlformats.org/drawingml/2006/main">
            <a:r>
              <a:t>第11讲 实验自动化与 AutoResearch 循环</a:t>
            </a:r>
          </a:p>
          <a:p xmlns:a="http://schemas.openxmlformats.org/drawingml/2006/main">
            <a:r>
              <a:t/>
            </a:r>
          </a:p>
          <a:p xmlns:a="http://schemas.openxmlformats.org/drawingml/2006/main">
            <a:r>
              <a:t>教师讲述：</a:t>
            </a:r>
          </a:p>
          <a:p xmlns:a="http://schemas.openxmlformats.org/drawingml/2006/main">
            <a:r>
              <a:t>开场放下第 10 课的受限执行记录。第 10 课已让 Agent 在受限权限下跑通一次，但"能跑通"和"可重复运行、可被评价、可被回退"之间还有距离。本课把受限执行扩展为实验自动化循环，并拆解 AutoResearch / AI Scientist 两类系统作为分析对象。</a:t>
            </a:r>
          </a:p>
          <a:p xmlns:a="http://schemas.openxmlformats.org/drawingml/2006/main">
            <a:r>
              <a:t/>
            </a:r>
          </a:p>
          <a:p xmlns:a="http://schemas.openxmlformats.org/drawingml/2006/main">
            <a:r>
              <a:t>学生动作：</a:t>
            </a:r>
          </a:p>
          <a:p xmlns:a="http://schemas.openxmlformats.org/drawingml/2006/main">
            <a:r>
              <a:t>不展开课程行政信息，直接进入下一页回扣。</a:t>
            </a:r>
          </a:p>
          <a:p xmlns:a="http://schemas.openxmlformats.org/drawingml/2006/main">
            <a:r>
              <a:t/>
            </a:r>
          </a:p>
          <a:p xmlns:a="http://schemas.openxmlformats.org/drawingml/2006/main">
            <a:r>
              <a:t>来源与边界：</a:t>
            </a:r>
          </a:p>
          <a:p xmlns:a="http://schemas.openxmlformats.org/drawingml/2006/main">
            <a:r>
              <a:t>课程信息以 [syllabus.md](../../course/syllabus.md) 为准；备课规划 [第 11 课](../备课规划.md) 权威六段。</a:t>
            </a:r>
          </a:p>
          <a:p xmlns:a="http://schemas.openxmlformats.org/drawingml/2006/main">
            <a:r>
              <a:t/>
            </a:r>
          </a:p>
          <a:p xmlns:a="http://schemas.openxmlformats.org/drawingml/2006/main">
            <a:r>
              <a:t>---</a:t>
            </a:r>
          </a:p>
          <a:p xmlns:a="http://schemas.openxmlformats.org/drawingml/2006/main">
            <a:r>
              <a:t/>
            </a:r>
          </a:p>
          <a:p xmlns:a="http://schemas.openxmlformats.org/drawingml/2006/main">
            <a:r>
              <a:t>[Sources]</a:t>
            </a:r>
          </a:p>
          <a:p xmlns:a="http://schemas.openxmlformats.org/drawingml/2006/main">
            <a:r>
              <a:t/>
            </a:r>
          </a:p>
          <a:p xmlns:a="http://schemas.openxmlformats.org/drawingml/2006/main">
            <a:r>
              <a:t>- 本课 handout.md 与 slides.md</a:t>
            </a:r>
          </a:p>
          <a:p xmlns:a="http://schemas.openxmlformats.org/drawingml/2006/main">
            <a:r>
              <a:t/>
            </a:r>
          </a:p>
          <a:p xmlns:a="http://schemas.openxmlformats.org/drawingml/2006/main">
            <a:r>
              <a:t>- ../../course/reading-card-case.md</a:t>
            </a:r>
          </a:p>
          <a:p xmlns:a="http://schemas.openxmlformats.org/drawingml/2006/main">
            <a:r>
              <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页面：P02 从一次受限执行到冻结运行队列</a:t>
            </a:r>
          </a:p>
          <a:p xmlns:a="http://schemas.openxmlformats.org/drawingml/2006/main">
            <a:r>
              <a:t/>
            </a:r>
          </a:p>
          <a:p xmlns:a="http://schemas.openxmlformats.org/drawingml/2006/main">
            <a:r>
              <a:t>讲义位置：本课讲义；见逐页母稿映射表</a:t>
            </a:r>
          </a:p>
          <a:p xmlns:a="http://schemas.openxmlformats.org/drawingml/2006/main">
            <a:r>
              <a:t/>
            </a:r>
          </a:p>
          <a:p xmlns:a="http://schemas.openxmlformats.org/drawingml/2006/main">
            <a:r>
              <a:t>屏显核对：</a:t>
            </a:r>
          </a:p>
          <a:p xmlns:a="http://schemas.openxmlformats.org/drawingml/2006/main">
            <a:r>
              <a:t>从一次受限执行到冻结运行队列</a:t>
            </a:r>
          </a:p>
          <a:p xmlns:a="http://schemas.openxmlformats.org/drawingml/2006/main">
            <a:r>
              <a:t/>
            </a:r>
          </a:p>
          <a:p xmlns:a="http://schemas.openxmlformats.org/drawingml/2006/main">
            <a:r>
              <a:t>- task-01</a:t>
            </a:r>
          </a:p>
          <a:p xmlns:a="http://schemas.openxmlformats.org/drawingml/2006/main">
            <a:r>
              <a:t/>
            </a:r>
          </a:p>
          <a:p xmlns:a="http://schemas.openxmlformats.org/drawingml/2006/main">
            <a:r>
              <a:t>- 契约 + diff</a:t>
            </a:r>
          </a:p>
          <a:p xmlns:a="http://schemas.openxmlformats.org/drawingml/2006/main">
            <a:r>
              <a:t/>
            </a:r>
          </a:p>
          <a:p xmlns:a="http://schemas.openxmlformats.org/drawingml/2006/main">
            <a:r>
              <a:t>- run-001</a:t>
            </a:r>
          </a:p>
          <a:p xmlns:a="http://schemas.openxmlformats.org/drawingml/2006/main">
            <a:r>
              <a:t/>
            </a:r>
          </a:p>
          <a:p xmlns:a="http://schemas.openxmlformats.org/drawingml/2006/main">
            <a:r>
              <a:t>- 正常</a:t>
            </a:r>
          </a:p>
          <a:p xmlns:a="http://schemas.openxmlformats.org/drawingml/2006/main">
            <a:r>
              <a:t/>
            </a:r>
          </a:p>
          <a:p xmlns:a="http://schemas.openxmlformats.org/drawingml/2006/main">
            <a:r>
              <a:t>- run-002</a:t>
            </a:r>
          </a:p>
          <a:p xmlns:a="http://schemas.openxmlformats.org/drawingml/2006/main">
            <a:r>
              <a:t/>
            </a:r>
          </a:p>
          <a:p xmlns:a="http://schemas.openxmlformats.org/drawingml/2006/main">
            <a:r>
              <a:t>- 无改善</a:t>
            </a:r>
          </a:p>
          <a:p xmlns:a="http://schemas.openxmlformats.org/drawingml/2006/main">
            <a:r>
              <a:t/>
            </a:r>
          </a:p>
          <a:p xmlns:a="http://schemas.openxmlformats.org/drawingml/2006/main">
            <a:r>
              <a:t>- run-003</a:t>
            </a:r>
          </a:p>
          <a:p xmlns:a="http://schemas.openxmlformats.org/drawingml/2006/main">
            <a:r>
              <a:t/>
            </a:r>
          </a:p>
          <a:p xmlns:a="http://schemas.openxmlformats.org/drawingml/2006/main">
            <a:r>
              <a:t>- 失败保留</a:t>
            </a:r>
          </a:p>
          <a:p xmlns:a="http://schemas.openxmlformats.org/drawingml/2006/main">
            <a:r>
              <a:t/>
            </a:r>
          </a:p>
          <a:p xmlns:a="http://schemas.openxmlformats.org/drawingml/2006/main">
            <a:r>
              <a:t>- 循环还缺：固定指标｜预算｜停止条件｜回退</a:t>
            </a:r>
          </a:p>
          <a:p xmlns:a="http://schemas.openxmlformats.org/drawingml/2006/main">
            <a:r>
              <a:t/>
            </a:r>
          </a:p>
          <a:p xmlns:a="http://schemas.openxmlformats.org/drawingml/2006/main">
            <a:r>
              <a:t>教师讲述：</a:t>
            </a:r>
          </a:p>
          <a:p xmlns:a="http://schemas.openxmlformats.org/drawingml/2006/main">
            <a:r>
              <a:t>回扣第 10 课：受限 Agent 让"Agent 帮忙"可见，但没有回答"能不能反复跑""指标会不会被篡改""失败会不会被删""AutoResearch 那类系统在哪些维度上仍需人工"。本课进入阶段七实验追踪，把受限执行扩展为受限循环。</a:t>
            </a:r>
          </a:p>
          <a:p xmlns:a="http://schemas.openxmlformats.org/drawingml/2006/main">
            <a:r>
              <a:t/>
            </a:r>
          </a:p>
          <a:p xmlns:a="http://schemas.openxmlformats.org/drawingml/2006/main">
            <a:r>
              <a:t>学生动作：</a:t>
            </a:r>
          </a:p>
          <a:p xmlns:a="http://schemas.openxmlformats.org/drawingml/2006/main">
            <a:r>
              <a:t>先停 1 分钟：在你现有的受限执行记录里，圈出最缺的一项：指标 / 预算 / 停止 / 回退。然后快问：指标是预先固定的吗？失败能与运行次数对账吗？</a:t>
            </a:r>
          </a:p>
          <a:p xmlns:a="http://schemas.openxmlformats.org/drawingml/2006/main">
            <a:r>
              <a:t/>
            </a:r>
          </a:p>
          <a:p xmlns:a="http://schemas.openxmlformats.org/drawingml/2006/main">
            <a:r>
              <a:t>本课板书、诊断与串词：</a:t>
            </a:r>
          </a:p>
          <a:p xmlns:a="http://schemas.openxmlformats.org/drawingml/2006/main">
            <a:r>
              <a:t>本节替换同类口头提示，不增加既有时段。开场诊断嵌入现有开场/回顾，后续再沿原实践时段操作。</a:t>
            </a:r>
          </a:p>
          <a:p xmlns:a="http://schemas.openxmlformats.org/drawingml/2006/main">
            <a:r>
              <a:t/>
            </a:r>
          </a:p>
          <a:p xmlns:a="http://schemas.openxmlformats.org/drawingml/2006/main">
            <a:r>
              <a:t>- **板书主线**：固定队列 ≠ 优化循环；任务数 / 尝试数 / 样本数。</a:t>
            </a:r>
          </a:p>
          <a:p xmlns:a="http://schemas.openxmlformats.org/drawingml/2006/main">
            <a:r>
              <a:t>- **诊断问题**：恢复一次失败是否增加一个研究样本？</a:t>
            </a:r>
          </a:p>
          <a:p xmlns:a="http://schemas.openxmlformats.org/drawingml/2006/main">
            <a:r>
              <a:t>- **预期回答**：没有；只是同一任务的新尝试，旧失败要留存。</a:t>
            </a:r>
          </a:p>
          <a:p xmlns:a="http://schemas.openxmlformats.org/drawingml/2006/main">
            <a:r>
              <a:t>- **常见误答后的追问**：如答“重跑直到好结果”，回到预算和停止规则。</a:t>
            </a:r>
          </a:p>
          <a:p xmlns:a="http://schemas.openxmlformats.org/drawingml/2006/main">
            <a:r>
              <a:t>- **过渡串词**：“接下来把执行、评价与人工审核组织成一个可追踪工作流。”</a:t>
            </a:r>
          </a:p>
          <a:p xmlns:a="http://schemas.openxmlformats.org/drawingml/2006/main">
            <a:r>
              <a:t>- **当堂最小产出**：预算、权限、停止、审核四约束及一次恢复检查。</a:t>
            </a:r>
          </a:p>
          <a:p xmlns:a="http://schemas.openxmlformats.org/drawingml/2006/main">
            <a:r>
              <a:t>- **退出记录**：写“已完成的动作、本人项目仍缺的证据/工件、下次补齐位置”。使用教师包时标明课堂方法练习，不能据此宣称本人研究门通过；正式提交课次仍为第 6、9、13、16 课。</a:t>
            </a:r>
          </a:p>
          <a:p xmlns:a="http://schemas.openxmlformats.org/drawingml/2006/main">
            <a:r>
              <a:t/>
            </a:r>
          </a:p>
          <a:p xmlns:a="http://schemas.openxmlformats.org/drawingml/2006/main">
            <a:r>
              <a:t>来源与边界：</a:t>
            </a:r>
          </a:p>
          <a:p xmlns:a="http://schemas.openxmlformats.org/drawingml/2006/main">
            <a:r>
              <a:t>回扣第 10 课讲义与第 9 课实验规格；[AGENTS.md](../../AGENTS.md) 证据标准。</a:t>
            </a:r>
          </a:p>
          <a:p xmlns:a="http://schemas.openxmlformats.org/drawingml/2006/main">
            <a:r>
              <a:t/>
            </a:r>
          </a:p>
          <a:p xmlns:a="http://schemas.openxmlformats.org/drawingml/2006/main">
            <a:r>
              <a:t>---</a:t>
            </a:r>
          </a:p>
          <a:p xmlns:a="http://schemas.openxmlformats.org/drawingml/2006/main">
            <a:r>
              <a:t/>
            </a:r>
          </a:p>
          <a:p xmlns:a="http://schemas.openxmlformats.org/drawingml/2006/main">
            <a:r>
              <a:t>[Sources]</a:t>
            </a:r>
          </a:p>
          <a:p xmlns:a="http://schemas.openxmlformats.org/drawingml/2006/main">
            <a:r>
              <a:t/>
            </a:r>
          </a:p>
          <a:p xmlns:a="http://schemas.openxmlformats.org/drawingml/2006/main">
            <a:r>
              <a:t>- 本课 handout.md 与 slides.md</a:t>
            </a:r>
          </a:p>
          <a:p xmlns:a="http://schemas.openxmlformats.org/drawingml/2006/main">
            <a:r>
              <a:t/>
            </a:r>
          </a:p>
          <a:p xmlns:a="http://schemas.openxmlformats.org/drawingml/2006/main">
            <a:r>
              <a:t>- ../../course/reading-card-case.md</a:t>
            </a:r>
          </a:p>
          <a:p xmlns:a="http://schemas.openxmlformats.org/drawingml/2006/main">
            <a:r>
              <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页面：P03 本课形成三件可交给第 12 课的工件</a:t>
            </a:r>
          </a:p>
          <a:p xmlns:a="http://schemas.openxmlformats.org/drawingml/2006/main">
            <a:r>
              <a:t/>
            </a:r>
          </a:p>
          <a:p xmlns:a="http://schemas.openxmlformats.org/drawingml/2006/main">
            <a:r>
              <a:t>讲义位置：本课讲义；见逐页母稿映射表</a:t>
            </a:r>
          </a:p>
          <a:p xmlns:a="http://schemas.openxmlformats.org/drawingml/2006/main">
            <a:r>
              <a:t/>
            </a:r>
          </a:p>
          <a:p xmlns:a="http://schemas.openxmlformats.org/drawingml/2006/main">
            <a:r>
              <a:t>屏显核对：</a:t>
            </a:r>
          </a:p>
          <a:p xmlns:a="http://schemas.openxmlformats.org/drawingml/2006/main">
            <a:r>
              <a:t>本课形成三件可交给第 12 课的工件</a:t>
            </a:r>
          </a:p>
          <a:p xmlns:a="http://schemas.openxmlformats.org/drawingml/2006/main">
            <a:r>
              <a:t/>
            </a:r>
          </a:p>
          <a:p xmlns:a="http://schemas.openxmlformats.org/drawingml/2006/main">
            <a:r>
              <a:t>- 受限循环说明</a:t>
            </a:r>
          </a:p>
          <a:p xmlns:a="http://schemas.openxmlformats.org/drawingml/2006/main">
            <a:r>
              <a:t/>
            </a:r>
          </a:p>
          <a:p xmlns:a="http://schemas.openxmlformats.org/drawingml/2006/main">
            <a:r>
              <a:t>- 固定指标 / 预算 / 停止 / 回退</a:t>
            </a:r>
          </a:p>
          <a:p xmlns:a="http://schemas.openxmlformats.org/drawingml/2006/main">
            <a:r>
              <a:t/>
            </a:r>
          </a:p>
          <a:p xmlns:a="http://schemas.openxmlformats.org/drawingml/2006/main">
            <a:r>
              <a:t>- 三种运行 trace</a:t>
            </a:r>
          </a:p>
          <a:p xmlns:a="http://schemas.openxmlformats.org/drawingml/2006/main">
            <a:r>
              <a:t/>
            </a:r>
          </a:p>
          <a:p xmlns:a="http://schemas.openxmlformats.org/drawingml/2006/main">
            <a:r>
              <a:t>- 正常 / 无改善 / 失败</a:t>
            </a:r>
          </a:p>
          <a:p xmlns:a="http://schemas.openxmlformats.org/drawingml/2006/main">
            <a:r>
              <a:t/>
            </a:r>
          </a:p>
          <a:p xmlns:a="http://schemas.openxmlformats.org/drawingml/2006/main">
            <a:r>
              <a:t>- 四约束短分析</a:t>
            </a:r>
          </a:p>
          <a:p xmlns:a="http://schemas.openxmlformats.org/drawingml/2006/main">
            <a:r>
              <a:t/>
            </a:r>
          </a:p>
          <a:p xmlns:a="http://schemas.openxmlformats.org/drawingml/2006/main">
            <a:r>
              <a:t>- 何处仍需人工</a:t>
            </a:r>
          </a:p>
          <a:p xmlns:a="http://schemas.openxmlformats.org/drawingml/2006/main">
            <a:r>
              <a:t/>
            </a:r>
          </a:p>
          <a:p xmlns:a="http://schemas.openxmlformats.org/drawingml/2006/main">
            <a:r>
              <a:t>教师讲述：</a:t>
            </a:r>
          </a:p>
          <a:p xmlns:a="http://schemas.openxmlformats.org/drawingml/2006/main">
            <a:r>
              <a:t>明确边界：本课目标是建立受限循环说明和失败保留记录，不要求循环在课堂内跑完。本课不是验证门；验证门在第 13 课后，统一检查实验记录与失败保留。本课为第 12 课个人工作流设计直接铺垫——第 12 课会把本课的循环骨架重新组合为服务于学生自己科研动作的工作流。</a:t>
            </a:r>
          </a:p>
          <a:p xmlns:a="http://schemas.openxmlformats.org/drawingml/2006/main">
            <a:r>
              <a:t/>
            </a:r>
          </a:p>
          <a:p xmlns:a="http://schemas.openxmlformats.org/drawingml/2006/main">
            <a:r>
              <a:t>学生动作：</a:t>
            </a:r>
          </a:p>
          <a:p xmlns:a="http://schemas.openxmlformats.org/drawingml/2006/main">
            <a:r>
              <a:t>无。</a:t>
            </a:r>
          </a:p>
          <a:p xmlns:a="http://schemas.openxmlformats.org/drawingml/2006/main">
            <a:r>
              <a:t/>
            </a:r>
          </a:p>
          <a:p xmlns:a="http://schemas.openxmlformats.org/drawingml/2006/main">
            <a:r>
              <a:t>来源与边界：</a:t>
            </a:r>
          </a:p>
          <a:p xmlns:a="http://schemas.openxmlformats.org/drawingml/2006/main">
            <a:r>
              <a:t>[备课规划.md](../备课规划.md) 第 11 课权威六段；[assignments.md](../../course/assignments.md) 验证门 Checkpoint 3 在第 13 课后。</a:t>
            </a:r>
          </a:p>
          <a:p xmlns:a="http://schemas.openxmlformats.org/drawingml/2006/main">
            <a:r>
              <a:t/>
            </a:r>
          </a:p>
          <a:p xmlns:a="http://schemas.openxmlformats.org/drawingml/2006/main">
            <a:r>
              <a:t>---</a:t>
            </a:r>
          </a:p>
          <a:p xmlns:a="http://schemas.openxmlformats.org/drawingml/2006/main">
            <a:r>
              <a:t/>
            </a:r>
          </a:p>
          <a:p xmlns:a="http://schemas.openxmlformats.org/drawingml/2006/main">
            <a:r>
              <a:t>[Sources]</a:t>
            </a:r>
          </a:p>
          <a:p xmlns:a="http://schemas.openxmlformats.org/drawingml/2006/main">
            <a:r>
              <a:t/>
            </a:r>
          </a:p>
          <a:p xmlns:a="http://schemas.openxmlformats.org/drawingml/2006/main">
            <a:r>
              <a:t>- 本课 handout.md 与 slides.md</a:t>
            </a:r>
          </a:p>
          <a:p xmlns:a="http://schemas.openxmlformats.org/drawingml/2006/main">
            <a:r>
              <a:t/>
            </a:r>
          </a:p>
          <a:p xmlns:a="http://schemas.openxmlformats.org/drawingml/2006/main">
            <a:r>
              <a:t>- ../../course/reading-card-case.md</a:t>
            </a:r>
          </a:p>
          <a:p xmlns:a="http://schemas.openxmlformats.org/drawingml/2006/main">
            <a:r>
              <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页面：P04 循环五步与 Keep / Discard 分支</a:t>
            </a:r>
          </a:p>
          <a:p xmlns:a="http://schemas.openxmlformats.org/drawingml/2006/main">
            <a:r>
              <a:t/>
            </a:r>
          </a:p>
          <a:p xmlns:a="http://schemas.openxmlformats.org/drawingml/2006/main">
            <a:r>
              <a:t>讲义位置：本课讲义；见逐页母稿映射表</a:t>
            </a:r>
          </a:p>
          <a:p xmlns:a="http://schemas.openxmlformats.org/drawingml/2006/main">
            <a:r>
              <a:t/>
            </a:r>
          </a:p>
          <a:p xmlns:a="http://schemas.openxmlformats.org/drawingml/2006/main">
            <a:r>
              <a:t>屏显核对：</a:t>
            </a:r>
          </a:p>
          <a:p xmlns:a="http://schemas.openxmlformats.org/drawingml/2006/main">
            <a:r>
              <a:t>循环五步与 Keep / Discard 分支</a:t>
            </a:r>
          </a:p>
          <a:p xmlns:a="http://schemas.openxmlformats.org/drawingml/2006/main">
            <a:r>
              <a:t/>
            </a:r>
          </a:p>
          <a:p xmlns:a="http://schemas.openxmlformats.org/drawingml/2006/main">
            <a:r>
              <a:t>- 假设</a:t>
            </a:r>
          </a:p>
          <a:p xmlns:a="http://schemas.openxmlformats.org/drawingml/2006/main">
            <a:r>
              <a:t/>
            </a:r>
          </a:p>
          <a:p xmlns:a="http://schemas.openxmlformats.org/drawingml/2006/main">
            <a:r>
              <a:t>- 运行前写明</a:t>
            </a:r>
          </a:p>
          <a:p xmlns:a="http://schemas.openxmlformats.org/drawingml/2006/main">
            <a:r>
              <a:t/>
            </a:r>
          </a:p>
          <a:p xmlns:a="http://schemas.openxmlformats.org/drawingml/2006/main">
            <a:r>
              <a:t>- 运行</a:t>
            </a:r>
          </a:p>
          <a:p xmlns:a="http://schemas.openxmlformats.org/drawingml/2006/main">
            <a:r>
              <a:t/>
            </a:r>
          </a:p>
          <a:p xmlns:a="http://schemas.openxmlformats.org/drawingml/2006/main">
            <a:r>
              <a:t>- 冻结配置</a:t>
            </a:r>
          </a:p>
          <a:p xmlns:a="http://schemas.openxmlformats.org/drawingml/2006/main">
            <a:r>
              <a:t/>
            </a:r>
          </a:p>
          <a:p xmlns:a="http://schemas.openxmlformats.org/drawingml/2006/main">
            <a:r>
              <a:t>- 度量</a:t>
            </a:r>
          </a:p>
          <a:p xmlns:a="http://schemas.openxmlformats.org/drawingml/2006/main">
            <a:r>
              <a:t/>
            </a:r>
          </a:p>
          <a:p xmlns:a="http://schemas.openxmlformats.org/drawingml/2006/main">
            <a:r>
              <a:t>- 指标不可改</a:t>
            </a:r>
          </a:p>
          <a:p xmlns:a="http://schemas.openxmlformats.org/drawingml/2006/main">
            <a:r>
              <a:t/>
            </a:r>
          </a:p>
          <a:p xmlns:a="http://schemas.openxmlformats.org/drawingml/2006/main">
            <a:r>
              <a:t>- 评价</a:t>
            </a:r>
          </a:p>
          <a:p xmlns:a="http://schemas.openxmlformats.org/drawingml/2006/main">
            <a:r>
              <a:t/>
            </a:r>
          </a:p>
          <a:p xmlns:a="http://schemas.openxmlformats.org/drawingml/2006/main">
            <a:r>
              <a:t>- 人工判断</a:t>
            </a:r>
          </a:p>
          <a:p xmlns:a="http://schemas.openxmlformats.org/drawingml/2006/main">
            <a:r>
              <a:t/>
            </a:r>
          </a:p>
          <a:p xmlns:a="http://schemas.openxmlformats.org/drawingml/2006/main">
            <a:r>
              <a:t>- Keep / Discard</a:t>
            </a:r>
          </a:p>
          <a:p xmlns:a="http://schemas.openxmlformats.org/drawingml/2006/main">
            <a:r>
              <a:t/>
            </a:r>
          </a:p>
          <a:p xmlns:a="http://schemas.openxmlformats.org/drawingml/2006/main">
            <a:r>
              <a:t>- 回写或回退</a:t>
            </a:r>
          </a:p>
          <a:p xmlns:a="http://schemas.openxmlformats.org/drawingml/2006/main">
            <a:r>
              <a:t/>
            </a:r>
          </a:p>
          <a:p xmlns:a="http://schemas.openxmlformats.org/drawingml/2006/main">
            <a:r>
              <a:t>- Discard 回到稳定配置；失败日志留在账本中</a:t>
            </a:r>
          </a:p>
          <a:p xmlns:a="http://schemas.openxmlformats.org/drawingml/2006/main">
            <a:r>
              <a:t/>
            </a:r>
          </a:p>
          <a:p xmlns:a="http://schemas.openxmlformats.org/drawingml/2006/main">
            <a:r>
              <a:t>教师讲述：</a:t>
            </a:r>
          </a:p>
          <a:p xmlns:a="http://schemas.openxmlformats.org/drawingml/2006/main">
            <a:r>
              <a:t>本页讲优化循环：候选方法改动在预先隔离的开发集上比较，评价口径、预算和停止规则保持冻结。Keep / Discard 决定是否采用候选改动，不删除失败记录。第 10 页的 6 份构造输出仅执行已冻结配置，不沿此分支调参。</a:t>
            </a:r>
          </a:p>
          <a:p xmlns:a="http://schemas.openxmlformats.org/drawingml/2006/main">
            <a:r>
              <a:t/>
            </a:r>
          </a:p>
          <a:p xmlns:a="http://schemas.openxmlformats.org/drawingml/2006/main">
            <a:r>
              <a:t>学生动作：</a:t>
            </a:r>
          </a:p>
          <a:p xmlns:a="http://schemas.openxmlformats.org/drawingml/2006/main">
            <a:r>
              <a:t>快问：你之前做实验时，假设是先写的还是结果出来后补的？只听回答。</a:t>
            </a:r>
          </a:p>
          <a:p xmlns:a="http://schemas.openxmlformats.org/drawingml/2006/main">
            <a:r>
              <a:t/>
            </a:r>
          </a:p>
          <a:p xmlns:a="http://schemas.openxmlformats.org/drawingml/2006/main">
            <a:r>
              <a:t>来源与边界：</a:t>
            </a:r>
          </a:p>
          <a:p xmlns:a="http://schemas.openxmlformats.org/drawingml/2006/main">
            <a:r>
              <a:t>handout §二·1；第 1 课 §2.7 工作流何时停止。</a:t>
            </a:r>
          </a:p>
          <a:p xmlns:a="http://schemas.openxmlformats.org/drawingml/2006/main">
            <a:r>
              <a:t/>
            </a:r>
          </a:p>
          <a:p xmlns:a="http://schemas.openxmlformats.org/drawingml/2006/main">
            <a:r>
              <a:t>---</a:t>
            </a:r>
          </a:p>
          <a:p xmlns:a="http://schemas.openxmlformats.org/drawingml/2006/main">
            <a:r>
              <a:t/>
            </a:r>
          </a:p>
          <a:p xmlns:a="http://schemas.openxmlformats.org/drawingml/2006/main">
            <a:r>
              <a:t>[Sources]</a:t>
            </a:r>
          </a:p>
          <a:p xmlns:a="http://schemas.openxmlformats.org/drawingml/2006/main">
            <a:r>
              <a:t/>
            </a:r>
          </a:p>
          <a:p xmlns:a="http://schemas.openxmlformats.org/drawingml/2006/main">
            <a:r>
              <a:t>- 本课 handout.md 与 slides.md</a:t>
            </a:r>
          </a:p>
          <a:p xmlns:a="http://schemas.openxmlformats.org/drawingml/2006/main">
            <a:r>
              <a:t/>
            </a:r>
          </a:p>
          <a:p xmlns:a="http://schemas.openxmlformats.org/drawingml/2006/main">
            <a:r>
              <a:t>- ../../course/reading-card-case.md</a:t>
            </a:r>
          </a:p>
          <a:p xmlns:a="http://schemas.openxmlformats.org/drawingml/2006/main">
            <a:r>
              <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页面：P05 适用边界取决于重复性与判断风险</a:t>
            </a:r>
          </a:p>
          <a:p xmlns:a="http://schemas.openxmlformats.org/drawingml/2006/main">
            <a:r>
              <a:t/>
            </a:r>
          </a:p>
          <a:p xmlns:a="http://schemas.openxmlformats.org/drawingml/2006/main">
            <a:r>
              <a:t>讲义位置：本课讲义；见逐页母稿映射表</a:t>
            </a:r>
          </a:p>
          <a:p xmlns:a="http://schemas.openxmlformats.org/drawingml/2006/main">
            <a:r>
              <a:t/>
            </a:r>
          </a:p>
          <a:p xmlns:a="http://schemas.openxmlformats.org/drawingml/2006/main">
            <a:r>
              <a:t>屏显核对：</a:t>
            </a:r>
          </a:p>
          <a:p xmlns:a="http://schemas.openxmlformats.org/drawingml/2006/main">
            <a:r>
              <a:t>适用边界取决于重复性与判断风险</a:t>
            </a:r>
          </a:p>
          <a:p xmlns:a="http://schemas.openxmlformats.org/drawingml/2006/main">
            <a:r>
              <a:t/>
            </a:r>
          </a:p>
          <a:p xmlns:a="http://schemas.openxmlformats.org/drawingml/2006/main">
            <a:r>
              <a:t>- 适合受限循环</a:t>
            </a:r>
          </a:p>
          <a:p xmlns:a="http://schemas.openxmlformats.org/drawingml/2006/main">
            <a:r>
              <a:t/>
            </a:r>
          </a:p>
          <a:p xmlns:a="http://schemas.openxmlformats.org/drawingml/2006/main">
            <a:r>
              <a:t>- 保留人工主导</a:t>
            </a:r>
          </a:p>
          <a:p xmlns:a="http://schemas.openxmlformats.org/drawingml/2006/main">
            <a:r>
              <a:t/>
            </a:r>
          </a:p>
          <a:p xmlns:a="http://schemas.openxmlformats.org/drawingml/2006/main">
            <a:r>
              <a:t>- 输入输出明确</a:t>
            </a:r>
          </a:p>
          <a:p xmlns:a="http://schemas.openxmlformats.org/drawingml/2006/main">
            <a:r>
              <a:t/>
            </a:r>
          </a:p>
          <a:p xmlns:a="http://schemas.openxmlformats.org/drawingml/2006/main">
            <a:r>
              <a:t>- 评价标准可预先固定</a:t>
            </a:r>
          </a:p>
          <a:p xmlns:a="http://schemas.openxmlformats.org/drawingml/2006/main">
            <a:r>
              <a:t/>
            </a:r>
          </a:p>
          <a:p xmlns:a="http://schemas.openxmlformats.org/drawingml/2006/main">
            <a:r>
              <a:t>- 失败可检测并回退</a:t>
            </a:r>
          </a:p>
          <a:p xmlns:a="http://schemas.openxmlformats.org/drawingml/2006/main">
            <a:r>
              <a:t/>
            </a:r>
          </a:p>
          <a:p xmlns:a="http://schemas.openxmlformats.org/drawingml/2006/main">
            <a:r>
              <a:t>- 重复执行有价值</a:t>
            </a:r>
          </a:p>
          <a:p xmlns:a="http://schemas.openxmlformats.org/drawingml/2006/main">
            <a:r>
              <a:t/>
            </a:r>
          </a:p>
          <a:p xmlns:a="http://schemas.openxmlformats.org/drawingml/2006/main">
            <a:r>
              <a:t>- 研究问题仍在形成</a:t>
            </a:r>
          </a:p>
          <a:p xmlns:a="http://schemas.openxmlformats.org/drawingml/2006/main">
            <a:r>
              <a:t/>
            </a:r>
          </a:p>
          <a:p xmlns:a="http://schemas.openxmlformats.org/drawingml/2006/main">
            <a:r>
              <a:t>- 评价协议需要不断改写</a:t>
            </a:r>
          </a:p>
          <a:p xmlns:a="http://schemas.openxmlformats.org/drawingml/2006/main">
            <a:r>
              <a:t/>
            </a:r>
          </a:p>
          <a:p xmlns:a="http://schemas.openxmlformats.org/drawingml/2006/main">
            <a:r>
              <a:t>- 涉及高风险外部动作</a:t>
            </a:r>
          </a:p>
          <a:p xmlns:a="http://schemas.openxmlformats.org/drawingml/2006/main">
            <a:r>
              <a:t/>
            </a:r>
          </a:p>
          <a:p xmlns:a="http://schemas.openxmlformats.org/drawingml/2006/main">
            <a:r>
              <a:t>- 无法保留失败与审计</a:t>
            </a:r>
          </a:p>
          <a:p xmlns:a="http://schemas.openxmlformats.org/drawingml/2006/main">
            <a:r>
              <a:t/>
            </a:r>
          </a:p>
          <a:p xmlns:a="http://schemas.openxmlformats.org/drawingml/2006/main">
            <a:r>
              <a:t>教师讲述：</a:t>
            </a:r>
          </a:p>
          <a:p xmlns:a="http://schemas.openxmlformats.org/drawingml/2006/main">
            <a:r>
              <a:t>区分可固定的评价协议与不可交给执行器的判断。指标可以依赖人工建立并复核的基准和盲评，并不因为需要专家标注就排除自动化。研究问题仍在形成、评价持续变化或高风险外部动作应保留人工主导。</a:t>
            </a:r>
          </a:p>
          <a:p xmlns:a="http://schemas.openxmlformats.org/drawingml/2006/main">
            <a:r>
              <a:t/>
            </a:r>
          </a:p>
          <a:p xmlns:a="http://schemas.openxmlformats.org/drawingml/2006/main">
            <a:r>
              <a:t>学生动作：</a:t>
            </a:r>
          </a:p>
          <a:p xmlns:a="http://schemas.openxmlformats.org/drawingml/2006/main">
            <a:r>
              <a:t>追问：判断"Agent 自动判断哪篇论文值得深入研究"是否适合改写为循环？为什么？</a:t>
            </a:r>
          </a:p>
          <a:p xmlns:a="http://schemas.openxmlformats.org/drawingml/2006/main">
            <a:r>
              <a:t/>
            </a:r>
          </a:p>
          <a:p xmlns:a="http://schemas.openxmlformats.org/drawingml/2006/main">
            <a:r>
              <a:t>来源与边界：</a:t>
            </a:r>
          </a:p>
          <a:p xmlns:a="http://schemas.openxmlformats.org/drawingml/2006/main">
            <a:r>
              <a:t>handout §二·2-3；Sandve et al. 2013（可复现追踪链）。</a:t>
            </a:r>
          </a:p>
          <a:p xmlns:a="http://schemas.openxmlformats.org/drawingml/2006/main">
            <a:r>
              <a:t/>
            </a:r>
          </a:p>
          <a:p xmlns:a="http://schemas.openxmlformats.org/drawingml/2006/main">
            <a:r>
              <a:t>---</a:t>
            </a:r>
          </a:p>
          <a:p xmlns:a="http://schemas.openxmlformats.org/drawingml/2006/main">
            <a:r>
              <a:t/>
            </a:r>
          </a:p>
          <a:p xmlns:a="http://schemas.openxmlformats.org/drawingml/2006/main">
            <a:r>
              <a:t>[Sources]</a:t>
            </a:r>
          </a:p>
          <a:p xmlns:a="http://schemas.openxmlformats.org/drawingml/2006/main">
            <a:r>
              <a:t/>
            </a:r>
          </a:p>
          <a:p xmlns:a="http://schemas.openxmlformats.org/drawingml/2006/main">
            <a:r>
              <a:t>- 本课 handout.md 与 slides.md</a:t>
            </a:r>
          </a:p>
          <a:p xmlns:a="http://schemas.openxmlformats.org/drawingml/2006/main">
            <a:r>
              <a:t/>
            </a:r>
          </a:p>
          <a:p xmlns:a="http://schemas.openxmlformats.org/drawingml/2006/main">
            <a:r>
              <a:t>- ../../course/reading-card-case.md</a:t>
            </a:r>
          </a:p>
          <a:p xmlns:a="http://schemas.openxmlformats.org/drawingml/2006/main">
            <a:r>
              <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页面：P06 指标定义在循环启动前冻结</a:t>
            </a:r>
          </a:p>
          <a:p xmlns:a="http://schemas.openxmlformats.org/drawingml/2006/main">
            <a:r>
              <a:t/>
            </a:r>
          </a:p>
          <a:p xmlns:a="http://schemas.openxmlformats.org/drawingml/2006/main">
            <a:r>
              <a:t>讲义位置：本课讲义；见逐页母稿映射表</a:t>
            </a:r>
          </a:p>
          <a:p xmlns:a="http://schemas.openxmlformats.org/drawingml/2006/main">
            <a:r>
              <a:t/>
            </a:r>
          </a:p>
          <a:p xmlns:a="http://schemas.openxmlformats.org/drawingml/2006/main">
            <a:r>
              <a:t>屏显核对：</a:t>
            </a:r>
          </a:p>
          <a:p xmlns:a="http://schemas.openxmlformats.org/drawingml/2006/main">
            <a:r>
              <a:t>指标定义在循环启动前冻结</a:t>
            </a:r>
          </a:p>
          <a:p xmlns:a="http://schemas.openxmlformats.org/drawingml/2006/main">
            <a:r>
              <a:t/>
            </a:r>
          </a:p>
          <a:p xmlns:a="http://schemas.openxmlformats.org/drawingml/2006/main">
            <a:r>
              <a:t>课程虚构教学工件</a:t>
            </a:r>
          </a:p>
          <a:p xmlns:a="http://schemas.openxmlformats.org/drawingml/2006/main">
            <a:r>
              <a:t/>
            </a:r>
          </a:p>
          <a:p xmlns:a="http://schemas.openxmlformats.org/drawingml/2006/main">
            <a:r>
              <a:t>- metric.yaml｜v1.2</a:t>
            </a:r>
          </a:p>
          <a:p xmlns:a="http://schemas.openxmlformats.org/drawingml/2006/main">
            <a:r>
              <a:t/>
            </a:r>
          </a:p>
          <a:p xmlns:a="http://schemas.openxmlformats.org/drawingml/2006/main">
            <a:r>
              <a:t>- name: qualifying_condition_omission_rate</a:t>
            </a:r>
          </a:p>
          <a:p xmlns:a="http://schemas.openxmlformats.org/drawingml/2006/main">
            <a:r>
              <a:t/>
            </a:r>
          </a:p>
          <a:p xmlns:a="http://schemas.openxmlformats.org/drawingml/2006/main">
            <a:r>
              <a:t>- numerator: omitted_gold_conditions</a:t>
            </a:r>
          </a:p>
          <a:p xmlns:a="http://schemas.openxmlformats.org/drawingml/2006/main">
            <a:r>
              <a:t/>
            </a:r>
          </a:p>
          <a:p xmlns:a="http://schemas.openxmlformats.org/drawingml/2006/main">
            <a:r>
              <a:t>- denominator: gold_conditions</a:t>
            </a:r>
          </a:p>
          <a:p xmlns:a="http://schemas.openxmlformats.org/drawingml/2006/main">
            <a:r>
              <a:t/>
            </a:r>
          </a:p>
          <a:p xmlns:a="http://schemas.openxmlformats.org/drawingml/2006/main">
            <a:r>
              <a:t>- missing_output: count_as_omission</a:t>
            </a:r>
          </a:p>
          <a:p xmlns:a="http://schemas.openxmlformats.org/drawingml/2006/main">
            <a:r>
              <a:t/>
            </a:r>
          </a:p>
          <a:p xmlns:a="http://schemas.openxmlformats.org/drawingml/2006/main">
            <a:r>
              <a:t>- rubric: human_gold_v1.2</a:t>
            </a:r>
          </a:p>
          <a:p xmlns:a="http://schemas.openxmlformats.org/drawingml/2006/main">
            <a:r>
              <a:t/>
            </a:r>
          </a:p>
          <a:p xmlns:a="http://schemas.openxmlformats.org/drawingml/2006/main">
            <a:r>
              <a:t>- 运行期间不可写</a:t>
            </a:r>
          </a:p>
          <a:p xmlns:a="http://schemas.openxmlformats.org/drawingml/2006/main">
            <a:r>
              <a:t/>
            </a:r>
          </a:p>
          <a:p xmlns:a="http://schemas.openxmlformats.org/drawingml/2006/main">
            <a:r>
              <a:t>- × 不能换更容易的指标</a:t>
            </a:r>
          </a:p>
          <a:p xmlns:a="http://schemas.openxmlformats.org/drawingml/2006/main">
            <a:r>
              <a:t/>
            </a:r>
          </a:p>
          <a:p xmlns:a="http://schemas.openxmlformats.org/drawingml/2006/main">
            <a:r>
              <a:t>- × 不能删除失败样本</a:t>
            </a:r>
          </a:p>
          <a:p xmlns:a="http://schemas.openxmlformats.org/drawingml/2006/main">
            <a:r>
              <a:t/>
            </a:r>
          </a:p>
          <a:p xmlns:a="http://schemas.openxmlformats.org/drawingml/2006/main">
            <a:r>
              <a:t>- × 不能改变人工基准</a:t>
            </a:r>
          </a:p>
          <a:p xmlns:a="http://schemas.openxmlformats.org/drawingml/2006/main">
            <a:r>
              <a:t/>
            </a:r>
          </a:p>
          <a:p xmlns:a="http://schemas.openxmlformats.org/drawingml/2006/main">
            <a:r>
              <a:t>教师讲述：</a:t>
            </a:r>
          </a:p>
          <a:p xmlns:a="http://schemas.openxmlformats.org/drawingml/2006/main">
            <a:r>
              <a:t>固定指标不是"用什么指标"，而是"这个指标怎么算出来，且不可被工作流自身修改"。三个失败模式都是评价协议漂移的常见表现。判断指标是否被篡改：循环运行前后，指标定义文件、rubric 版本号、数据划分是否一致。任何不一致都应触发循环停止并人工审核。</a:t>
            </a:r>
          </a:p>
          <a:p xmlns:a="http://schemas.openxmlformats.org/drawingml/2006/main">
            <a:r>
              <a:t/>
            </a:r>
          </a:p>
          <a:p xmlns:a="http://schemas.openxmlformats.org/drawingml/2006/main">
            <a:r>
              <a:t>学生动作：</a:t>
            </a:r>
          </a:p>
          <a:p xmlns:a="http://schemas.openxmlformats.org/drawingml/2006/main">
            <a:r>
              <a:t>无。</a:t>
            </a:r>
          </a:p>
          <a:p xmlns:a="http://schemas.openxmlformats.org/drawingml/2006/main">
            <a:r>
              <a:t/>
            </a:r>
          </a:p>
          <a:p xmlns:a="http://schemas.openxmlformats.org/drawingml/2006/main">
            <a:r>
              <a:t>来源与边界：</a:t>
            </a:r>
          </a:p>
          <a:p xmlns:a="http://schemas.openxmlformats.org/drawingml/2006/main">
            <a:r>
              <a:t>handout §三·1；第 9 课 §三·3 度量标准与标注协议。</a:t>
            </a:r>
          </a:p>
          <a:p xmlns:a="http://schemas.openxmlformats.org/drawingml/2006/main">
            <a:r>
              <a:t/>
            </a:r>
          </a:p>
          <a:p xmlns:a="http://schemas.openxmlformats.org/drawingml/2006/main">
            <a:r>
              <a:t>---</a:t>
            </a:r>
          </a:p>
          <a:p xmlns:a="http://schemas.openxmlformats.org/drawingml/2006/main">
            <a:r>
              <a:t/>
            </a:r>
          </a:p>
          <a:p xmlns:a="http://schemas.openxmlformats.org/drawingml/2006/main">
            <a:r>
              <a:t>[Sources]</a:t>
            </a:r>
          </a:p>
          <a:p xmlns:a="http://schemas.openxmlformats.org/drawingml/2006/main">
            <a:r>
              <a:t/>
            </a:r>
          </a:p>
          <a:p xmlns:a="http://schemas.openxmlformats.org/drawingml/2006/main">
            <a:r>
              <a:t>- 本课 handout.md 与 slides.md</a:t>
            </a:r>
          </a:p>
          <a:p xmlns:a="http://schemas.openxmlformats.org/drawingml/2006/main">
            <a:r>
              <a:t/>
            </a:r>
          </a:p>
          <a:p xmlns:a="http://schemas.openxmlformats.org/drawingml/2006/main">
            <a:r>
              <a:t>- ../../course/reading-card-case.md</a:t>
            </a:r>
          </a:p>
          <a:p xmlns:a="http://schemas.openxmlformats.org/drawingml/2006/main">
            <a:r>
              <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页面：P07 预算与停止条件写进运行序列</a:t>
            </a:r>
          </a:p>
          <a:p xmlns:a="http://schemas.openxmlformats.org/drawingml/2006/main">
            <a:r>
              <a:t/>
            </a:r>
          </a:p>
          <a:p xmlns:a="http://schemas.openxmlformats.org/drawingml/2006/main">
            <a:r>
              <a:t>讲义位置：本课讲义；见逐页母稿映射表</a:t>
            </a:r>
          </a:p>
          <a:p xmlns:a="http://schemas.openxmlformats.org/drawingml/2006/main">
            <a:r>
              <a:t/>
            </a:r>
          </a:p>
          <a:p xmlns:a="http://schemas.openxmlformats.org/drawingml/2006/main">
            <a:r>
              <a:t>屏显核对：</a:t>
            </a:r>
          </a:p>
          <a:p xmlns:a="http://schemas.openxmlformats.org/drawingml/2006/main">
            <a:r>
              <a:t>预算与停止条件写进运行序列</a:t>
            </a:r>
          </a:p>
          <a:p xmlns:a="http://schemas.openxmlformats.org/drawingml/2006/main">
            <a:r>
              <a:t/>
            </a:r>
          </a:p>
          <a:p xmlns:a="http://schemas.openxmlformats.org/drawingml/2006/main">
            <a:r>
              <a:t>- 启动</a:t>
            </a:r>
          </a:p>
          <a:p xmlns:a="http://schemas.openxmlformats.org/drawingml/2006/main">
            <a:r>
              <a:t/>
            </a:r>
          </a:p>
          <a:p xmlns:a="http://schemas.openxmlformats.org/drawingml/2006/main">
            <a:r>
              <a:t>- 冻结承诺</a:t>
            </a:r>
          </a:p>
          <a:p xmlns:a="http://schemas.openxmlformats.org/drawingml/2006/main">
            <a:r>
              <a:t/>
            </a:r>
          </a:p>
          <a:p xmlns:a="http://schemas.openxmlformats.org/drawingml/2006/main">
            <a:r>
              <a:t>- 预算 1/3</a:t>
            </a:r>
          </a:p>
          <a:p xmlns:a="http://schemas.openxmlformats.org/drawingml/2006/main">
            <a:r>
              <a:t/>
            </a:r>
          </a:p>
          <a:p xmlns:a="http://schemas.openxmlformats.org/drawingml/2006/main">
            <a:r>
              <a:t>- 调用 / token</a:t>
            </a:r>
          </a:p>
          <a:p xmlns:a="http://schemas.openxmlformats.org/drawingml/2006/main">
            <a:r>
              <a:t/>
            </a:r>
          </a:p>
          <a:p xmlns:a="http://schemas.openxmlformats.org/drawingml/2006/main">
            <a:r>
              <a:t>- 预算 2/3</a:t>
            </a:r>
          </a:p>
          <a:p xmlns:a="http://schemas.openxmlformats.org/drawingml/2006/main">
            <a:r>
              <a:t/>
            </a:r>
          </a:p>
          <a:p xmlns:a="http://schemas.openxmlformats.org/drawingml/2006/main">
            <a:r>
              <a:t>- 时间 / 运行数</a:t>
            </a:r>
          </a:p>
          <a:p xmlns:a="http://schemas.openxmlformats.org/drawingml/2006/main">
            <a:r>
              <a:t/>
            </a:r>
          </a:p>
          <a:p xmlns:a="http://schemas.openxmlformats.org/drawingml/2006/main">
            <a:r>
              <a:t>- 正常停止</a:t>
            </a:r>
          </a:p>
          <a:p xmlns:a="http://schemas.openxmlformats.org/drawingml/2006/main">
            <a:r>
              <a:t/>
            </a:r>
          </a:p>
          <a:p xmlns:a="http://schemas.openxmlformats.org/drawingml/2006/main">
            <a:r>
              <a:t>- 预算耗尽或队列完成</a:t>
            </a:r>
          </a:p>
          <a:p xmlns:a="http://schemas.openxmlformats.org/drawingml/2006/main">
            <a:r>
              <a:t/>
            </a:r>
          </a:p>
          <a:p xmlns:a="http://schemas.openxmlformats.org/drawingml/2006/main">
            <a:r>
              <a:t>- 协议性停止</a:t>
            </a:r>
          </a:p>
          <a:p xmlns:a="http://schemas.openxmlformats.org/drawingml/2006/main">
            <a:r>
              <a:t/>
            </a:r>
          </a:p>
          <a:p xmlns:a="http://schemas.openxmlformats.org/drawingml/2006/main">
            <a:r>
              <a:t>- 指标漂移 / 越权 / 数据异常</a:t>
            </a:r>
          </a:p>
          <a:p xmlns:a="http://schemas.openxmlformats.org/drawingml/2006/main">
            <a:r>
              <a:t/>
            </a:r>
          </a:p>
          <a:p xmlns:a="http://schemas.openxmlformats.org/drawingml/2006/main">
            <a:r>
              <a:t>- 禁止按结果好坏停止；越权、协议变更或删日志须立即停并记录</a:t>
            </a:r>
          </a:p>
          <a:p xmlns:a="http://schemas.openxmlformats.org/drawingml/2006/main">
            <a:r>
              <a:t/>
            </a:r>
          </a:p>
          <a:p xmlns:a="http://schemas.openxmlformats.org/drawingml/2006/main">
            <a:r>
              <a:t>教师讲述：</a:t>
            </a:r>
          </a:p>
          <a:p xmlns:a="http://schemas.openxmlformats.org/drawingml/2006/main">
            <a:r>
              <a:t>预算是预先写明的硬上限，而非"大概要花多久"。停止条件在第 9 课是"运行次数与停止规则"，本课扩展为三类触发器。协议性停止指循环本身出了问题（数据污染、配置错误、指标被修改），与结果是否有利无关。禁止的停止是"因为结果不利就停、因为结果有利就停"——这构成隐性 p-hacking。</a:t>
            </a:r>
          </a:p>
          <a:p xmlns:a="http://schemas.openxmlformats.org/drawingml/2006/main">
            <a:r>
              <a:t/>
            </a:r>
          </a:p>
          <a:p xmlns:a="http://schemas.openxmlformats.org/drawingml/2006/main">
            <a:r>
              <a:t>学生动作：</a:t>
            </a:r>
          </a:p>
          <a:p xmlns:a="http://schemas.openxmlformats.org/drawingml/2006/main">
            <a:r>
              <a:t>追问：你的循环如果"跑 100 次都没出现显著结果"，应该停还是继续？为什么？</a:t>
            </a:r>
          </a:p>
          <a:p xmlns:a="http://schemas.openxmlformats.org/drawingml/2006/main">
            <a:r>
              <a:t/>
            </a:r>
          </a:p>
          <a:p xmlns:a="http://schemas.openxmlformats.org/drawingml/2006/main">
            <a:r>
              <a:t>来源与边界：</a:t>
            </a:r>
          </a:p>
          <a:p xmlns:a="http://schemas.openxmlformats.org/drawingml/2006/main">
            <a:r>
              <a:t>handout §三·2-3；第 9 课 §三·2 停止条件；第 1 课 §2.7 工作流何时停止。</a:t>
            </a:r>
          </a:p>
          <a:p xmlns:a="http://schemas.openxmlformats.org/drawingml/2006/main">
            <a:r>
              <a:t/>
            </a:r>
          </a:p>
          <a:p xmlns:a="http://schemas.openxmlformats.org/drawingml/2006/main">
            <a:r>
              <a:t>---</a:t>
            </a:r>
          </a:p>
          <a:p xmlns:a="http://schemas.openxmlformats.org/drawingml/2006/main">
            <a:r>
              <a:t/>
            </a:r>
          </a:p>
          <a:p xmlns:a="http://schemas.openxmlformats.org/drawingml/2006/main">
            <a:r>
              <a:t>[Sources]</a:t>
            </a:r>
          </a:p>
          <a:p xmlns:a="http://schemas.openxmlformats.org/drawingml/2006/main">
            <a:r>
              <a:t/>
            </a:r>
          </a:p>
          <a:p xmlns:a="http://schemas.openxmlformats.org/drawingml/2006/main">
            <a:r>
              <a:t>- 本课 handout.md 与 slides.md</a:t>
            </a:r>
          </a:p>
          <a:p xmlns:a="http://schemas.openxmlformats.org/drawingml/2006/main">
            <a:r>
              <a:t/>
            </a:r>
          </a:p>
          <a:p xmlns:a="http://schemas.openxmlformats.org/drawingml/2006/main">
            <a:r>
              <a:t>- ../../course/reading-card-case.md</a:t>
            </a:r>
          </a:p>
          <a:p xmlns:a="http://schemas.openxmlformats.org/drawingml/2006/main">
            <a:r>
              <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页面：P08 回退到稳定配置，同时保留失败</a:t>
            </a:r>
          </a:p>
          <a:p xmlns:a="http://schemas.openxmlformats.org/drawingml/2006/main">
            <a:r>
              <a:t/>
            </a:r>
          </a:p>
          <a:p xmlns:a="http://schemas.openxmlformats.org/drawingml/2006/main">
            <a:r>
              <a:t>讲义位置：本课讲义；见逐页母稿映射表</a:t>
            </a:r>
          </a:p>
          <a:p xmlns:a="http://schemas.openxmlformats.org/drawingml/2006/main">
            <a:r>
              <a:t/>
            </a:r>
          </a:p>
          <a:p xmlns:a="http://schemas.openxmlformats.org/drawingml/2006/main">
            <a:r>
              <a:t>屏显核对：</a:t>
            </a:r>
          </a:p>
          <a:p xmlns:a="http://schemas.openxmlformats.org/drawingml/2006/main">
            <a:r>
              <a:t>回退到稳定配置，同时保留失败</a:t>
            </a:r>
          </a:p>
          <a:p xmlns:a="http://schemas.openxmlformats.org/drawingml/2006/main">
            <a:r>
              <a:t/>
            </a:r>
          </a:p>
          <a:p xmlns:a="http://schemas.openxmlformats.org/drawingml/2006/main">
            <a:r>
              <a:t>- stable-config</a:t>
            </a:r>
          </a:p>
          <a:p xmlns:a="http://schemas.openxmlformats.org/drawingml/2006/main">
            <a:r>
              <a:t/>
            </a:r>
          </a:p>
          <a:p xmlns:a="http://schemas.openxmlformats.org/drawingml/2006/main">
            <a:r>
              <a:t>- 冻结基线</a:t>
            </a:r>
          </a:p>
          <a:p xmlns:a="http://schemas.openxmlformats.org/drawingml/2006/main">
            <a:r>
              <a:t/>
            </a:r>
          </a:p>
          <a:p xmlns:a="http://schemas.openxmlformats.org/drawingml/2006/main">
            <a:r>
              <a:t>- candidate-run</a:t>
            </a:r>
          </a:p>
          <a:p xmlns:a="http://schemas.openxmlformats.org/drawingml/2006/main">
            <a:r>
              <a:t/>
            </a:r>
          </a:p>
          <a:p xmlns:a="http://schemas.openxmlformats.org/drawingml/2006/main">
            <a:r>
              <a:t>- 保持同一指标</a:t>
            </a:r>
          </a:p>
          <a:p xmlns:a="http://schemas.openxmlformats.org/drawingml/2006/main">
            <a:r>
              <a:t/>
            </a:r>
          </a:p>
          <a:p xmlns:a="http://schemas.openxmlformats.org/drawingml/2006/main">
            <a:r>
              <a:t>- 失败</a:t>
            </a:r>
          </a:p>
          <a:p xmlns:a="http://schemas.openxmlformats.org/drawingml/2006/main">
            <a:r>
              <a:t/>
            </a:r>
          </a:p>
          <a:p xmlns:a="http://schemas.openxmlformats.org/drawingml/2006/main">
            <a:r>
              <a:t>- 保留 run ID / 日志</a:t>
            </a:r>
          </a:p>
          <a:p xmlns:a="http://schemas.openxmlformats.org/drawingml/2006/main">
            <a:r>
              <a:t/>
            </a:r>
          </a:p>
          <a:p xmlns:a="http://schemas.openxmlformats.org/drawingml/2006/main">
            <a:r>
              <a:t>- rollback pointer</a:t>
            </a:r>
          </a:p>
          <a:p xmlns:a="http://schemas.openxmlformats.org/drawingml/2006/main">
            <a:r>
              <a:t/>
            </a:r>
          </a:p>
          <a:p xmlns:a="http://schemas.openxmlformats.org/drawingml/2006/main">
            <a:r>
              <a:t>- 回到稳定版本</a:t>
            </a:r>
          </a:p>
          <a:p xmlns:a="http://schemas.openxmlformats.org/drawingml/2006/main">
            <a:r>
              <a:t/>
            </a:r>
          </a:p>
          <a:p xmlns:a="http://schemas.openxmlformats.org/drawingml/2006/main">
            <a:r>
              <a:t>- 回退不等于“重跑到成功”或删除失败。</a:t>
            </a:r>
          </a:p>
          <a:p xmlns:a="http://schemas.openxmlformats.org/drawingml/2006/main">
            <a:r>
              <a:t/>
            </a:r>
          </a:p>
          <a:p xmlns:a="http://schemas.openxmlformats.org/drawingml/2006/main">
            <a:r>
              <a:t>教师讲述：</a:t>
            </a:r>
          </a:p>
          <a:p xmlns:a="http://schemas.openxmlformats.org/drawingml/2006/main">
            <a:r>
              <a:t>回退机制是循环在失败或停止后的处理路径。关键区分：回退到"最近一次通过人工审核的配置"，不是"上一次看起来不错的配置"——这两者经常被混淆。回退后失败迭代必须保留，并触发研究判断的修订。回退默认需要人工确认，因为回退通常意味着循环未按预期推进。</a:t>
            </a:r>
          </a:p>
          <a:p xmlns:a="http://schemas.openxmlformats.org/drawingml/2006/main">
            <a:r>
              <a:t/>
            </a:r>
          </a:p>
          <a:p xmlns:a="http://schemas.openxmlformats.org/drawingml/2006/main">
            <a:r>
              <a:t>学生动作：</a:t>
            </a:r>
          </a:p>
          <a:p xmlns:a="http://schemas.openxmlformats.org/drawingml/2006/main">
            <a:r>
              <a:t>无。</a:t>
            </a:r>
          </a:p>
          <a:p xmlns:a="http://schemas.openxmlformats.org/drawingml/2006/main">
            <a:r>
              <a:t/>
            </a:r>
          </a:p>
          <a:p xmlns:a="http://schemas.openxmlformats.org/drawingml/2006/main">
            <a:r>
              <a:t>来源与边界：</a:t>
            </a:r>
          </a:p>
          <a:p xmlns:a="http://schemas.openxmlformats.org/drawingml/2006/main">
            <a:r>
              <a:t>handout §三·4；第 9 课 §三·4 失败预案。</a:t>
            </a:r>
          </a:p>
          <a:p xmlns:a="http://schemas.openxmlformats.org/drawingml/2006/main">
            <a:r>
              <a:t/>
            </a:r>
          </a:p>
          <a:p xmlns:a="http://schemas.openxmlformats.org/drawingml/2006/main">
            <a:r>
              <a:t>---</a:t>
            </a:r>
          </a:p>
          <a:p xmlns:a="http://schemas.openxmlformats.org/drawingml/2006/main">
            <a:r>
              <a:t/>
            </a:r>
          </a:p>
          <a:p xmlns:a="http://schemas.openxmlformats.org/drawingml/2006/main">
            <a:r>
              <a:t>[Sources]</a:t>
            </a:r>
          </a:p>
          <a:p xmlns:a="http://schemas.openxmlformats.org/drawingml/2006/main">
            <a:r>
              <a:t/>
            </a:r>
          </a:p>
          <a:p xmlns:a="http://schemas.openxmlformats.org/drawingml/2006/main">
            <a:r>
              <a:t>- 本课 handout.md 与 slides.md</a:t>
            </a:r>
          </a:p>
          <a:p xmlns:a="http://schemas.openxmlformats.org/drawingml/2006/main">
            <a:r>
              <a:t/>
            </a:r>
          </a:p>
          <a:p xmlns:a="http://schemas.openxmlformats.org/drawingml/2006/main">
            <a:r>
              <a:t>- ../../course/reading-card-case.md</a:t>
            </a:r>
          </a:p>
          <a:p xmlns:a="http://schemas.openxmlformats.org/drawingml/2006/main">
            <a:r>
              <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页面：P09 评价协议漂移会让循环失去可比性</a:t>
            </a:r>
          </a:p>
          <a:p xmlns:a="http://schemas.openxmlformats.org/drawingml/2006/main">
            <a:r>
              <a:t/>
            </a:r>
          </a:p>
          <a:p xmlns:a="http://schemas.openxmlformats.org/drawingml/2006/main">
            <a:r>
              <a:t>讲义位置：本课讲义；见逐页母稿映射表</a:t>
            </a:r>
          </a:p>
          <a:p xmlns:a="http://schemas.openxmlformats.org/drawingml/2006/main">
            <a:r>
              <a:t/>
            </a:r>
          </a:p>
          <a:p xmlns:a="http://schemas.openxmlformats.org/drawingml/2006/main">
            <a:r>
              <a:t>屏显核对：</a:t>
            </a:r>
          </a:p>
          <a:p xmlns:a="http://schemas.openxmlformats.org/drawingml/2006/main">
            <a:r>
              <a:t>评价协议漂移会让循环失去可比性</a:t>
            </a:r>
          </a:p>
          <a:p xmlns:a="http://schemas.openxmlformats.org/drawingml/2006/main">
            <a:r>
              <a:t/>
            </a:r>
          </a:p>
          <a:p xmlns:a="http://schemas.openxmlformats.org/drawingml/2006/main">
            <a:r>
              <a:t>- run-017.log｜虚构记录</a:t>
            </a:r>
          </a:p>
          <a:p xmlns:a="http://schemas.openxmlformats.org/drawingml/2006/main">
            <a:r>
              <a:t/>
            </a:r>
          </a:p>
          <a:p xmlns:a="http://schemas.openxmlformats.org/drawingml/2006/main">
            <a:r>
              <a:t>- metric_version = human_gold_v1.2</a:t>
            </a:r>
          </a:p>
          <a:p xmlns:a="http://schemas.openxmlformats.org/drawingml/2006/main">
            <a:r>
              <a:t/>
            </a:r>
          </a:p>
          <a:p xmlns:a="http://schemas.openxmlformats.org/drawingml/2006/main">
            <a:r>
              <a:t>- score = 0.34</a:t>
            </a:r>
          </a:p>
          <a:p xmlns:a="http://schemas.openxmlformats.org/drawingml/2006/main">
            <a:r>
              <a:t/>
            </a:r>
          </a:p>
          <a:p xmlns:a="http://schemas.openxmlformats.org/drawingml/2006/main">
            <a:r>
              <a:t>- ! auto-switch rubric -&gt; easy-v2</a:t>
            </a:r>
          </a:p>
          <a:p xmlns:a="http://schemas.openxmlformats.org/drawingml/2006/main">
            <a:r>
              <a:t/>
            </a:r>
          </a:p>
          <a:p xmlns:a="http://schemas.openxmlformats.org/drawingml/2006/main">
            <a:r>
              <a:t>- score = 0.19</a:t>
            </a:r>
          </a:p>
          <a:p xmlns:a="http://schemas.openxmlformats.org/drawingml/2006/main">
            <a:r>
              <a:t/>
            </a:r>
          </a:p>
          <a:p xmlns:a="http://schemas.openxmlformats.org/drawingml/2006/main">
            <a:r>
              <a:t>- decision = DISCARD_PROTOCOL_CHANGE</a:t>
            </a:r>
          </a:p>
          <a:p xmlns:a="http://schemas.openxmlformats.org/drawingml/2006/main">
            <a:r>
              <a:t/>
            </a:r>
          </a:p>
          <a:p xmlns:a="http://schemas.openxmlformats.org/drawingml/2006/main">
            <a:r>
              <a:t>- 处置：Discard / 回到冻结协议 / 保留本次失败</a:t>
            </a:r>
          </a:p>
          <a:p xmlns:a="http://schemas.openxmlformats.org/drawingml/2006/main">
            <a:r>
              <a:t/>
            </a:r>
          </a:p>
          <a:p xmlns:a="http://schemas.openxmlformats.org/drawingml/2006/main">
            <a:r>
              <a:t>教师讲述：</a:t>
            </a:r>
          </a:p>
          <a:p xmlns:a="http://schemas.openxmlformats.org/drawingml/2006/main">
            <a:r>
              <a:t>日志中的 auto-switch rubric 是协议漂移的直接证据。停止并拒绝的是协议改动或无效候选，失败日志必须保留；结果不支持本身仍是有效结果，不触发删除、换指标或结果导向停止。0.34 与 0.19 均为教学虚构值，不可作研究结论。</a:t>
            </a:r>
          </a:p>
          <a:p xmlns:a="http://schemas.openxmlformats.org/drawingml/2006/main">
            <a:r>
              <a:t/>
            </a:r>
          </a:p>
          <a:p xmlns:a="http://schemas.openxmlformats.org/drawingml/2006/main">
            <a:r>
              <a:t>学生动作：</a:t>
            </a:r>
          </a:p>
          <a:p xmlns:a="http://schemas.openxmlformats.org/drawingml/2006/main">
            <a:r>
              <a:t>让学生指出日志中哪一行暴露了问题。追问：若只看较低的最终分数，是否能发现协议已改变？</a:t>
            </a:r>
          </a:p>
          <a:p xmlns:a="http://schemas.openxmlformats.org/drawingml/2006/main">
            <a:r>
              <a:t/>
            </a:r>
          </a:p>
          <a:p xmlns:a="http://schemas.openxmlformats.org/drawingml/2006/main">
            <a:r>
              <a:t>来源与边界：</a:t>
            </a:r>
          </a:p>
          <a:p xmlns:a="http://schemas.openxmlformats.org/drawingml/2006/main">
            <a:r>
              <a:t>handout §三·1；第 9 课 §三·3 度量标准。</a:t>
            </a:r>
          </a:p>
          <a:p xmlns:a="http://schemas.openxmlformats.org/drawingml/2006/main">
            <a:r>
              <a:t/>
            </a:r>
          </a:p>
          <a:p xmlns:a="http://schemas.openxmlformats.org/drawingml/2006/main">
            <a:r>
              <a:t>---</a:t>
            </a:r>
          </a:p>
          <a:p xmlns:a="http://schemas.openxmlformats.org/drawingml/2006/main">
            <a:r>
              <a:t/>
            </a:r>
          </a:p>
          <a:p xmlns:a="http://schemas.openxmlformats.org/drawingml/2006/main">
            <a:r>
              <a:t>[Sources]</a:t>
            </a:r>
          </a:p>
          <a:p xmlns:a="http://schemas.openxmlformats.org/drawingml/2006/main">
            <a:r>
              <a:t/>
            </a:r>
          </a:p>
          <a:p xmlns:a="http://schemas.openxmlformats.org/drawingml/2006/main">
            <a:r>
              <a:t>- 本课 handout.md 与 slides.md</a:t>
            </a:r>
          </a:p>
          <a:p xmlns:a="http://schemas.openxmlformats.org/drawingml/2006/main">
            <a:r>
              <a:t/>
            </a:r>
          </a:p>
          <a:p xmlns:a="http://schemas.openxmlformats.org/drawingml/2006/main">
            <a:r>
              <a:t>- ../../course/reading-card-case.md</a:t>
            </a:r>
          </a:p>
          <a:p xmlns:a="http://schemas.openxmlformats.org/drawingml/2006/main">
            <a:r>
              <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页面：P10 6 份固定输出：执行、恢复与评价</a:t>
            </a:r>
          </a:p>
          <a:p xmlns:a="http://schemas.openxmlformats.org/drawingml/2006/main">
            <a:r>
              <a:t/>
            </a:r>
          </a:p>
          <a:p xmlns:a="http://schemas.openxmlformats.org/drawingml/2006/main">
            <a:r>
              <a:t>讲义位置：handout.md §六、贯穿案例：把可重复动作改写为受限循环</a:t>
            </a:r>
          </a:p>
          <a:p xmlns:a="http://schemas.openxmlformats.org/drawingml/2006/main">
            <a:r>
              <a:t/>
            </a:r>
          </a:p>
          <a:p xmlns:a="http://schemas.openxmlformats.org/drawingml/2006/main">
            <a:r>
              <a:t>屏显核对：</a:t>
            </a:r>
          </a:p>
          <a:p xmlns:a="http://schemas.openxmlformats.org/drawingml/2006/main">
            <a:r>
              <a:t>3 份源文本 × 2 个条件 = 6 个任务</a:t>
            </a:r>
          </a:p>
          <a:p xmlns:a="http://schemas.openxmlformats.org/drawingml/2006/main">
            <a:r>
              <a:t/>
            </a:r>
          </a:p>
          <a:p xmlns:a="http://schemas.openxmlformats.org/drawingml/2006/main">
            <a:r>
              <a:t>执行：逐项回放固定输出。</a:t>
            </a:r>
          </a:p>
          <a:p xmlns:a="http://schemas.openxmlformats.org/drawingml/2006/main">
            <a:r>
              <a:t>恢复：只重试未完成项，保留旧失败。</a:t>
            </a:r>
          </a:p>
          <a:p xmlns:a="http://schemas.openxmlformats.org/drawingml/2006/main">
            <a:r>
              <a:t>评价：核验人工标注并汇总遗漏率。</a:t>
            </a:r>
          </a:p>
          <a:p xmlns:a="http://schemas.openxmlformats.org/drawingml/2006/main">
            <a:r>
              <a:t/>
            </a:r>
          </a:p>
          <a:p xmlns:a="http://schemas.openxmlformats.org/drawingml/2006/main">
            <a:r>
              <a:t>固定队列展示执行控制，不自动构成优化循环。</a:t>
            </a:r>
          </a:p>
          <a:p xmlns:a="http://schemas.openxmlformats.org/drawingml/2006/main">
            <a:r>
              <a:t/>
            </a:r>
          </a:p>
          <a:p xmlns:a="http://schemas.openxmlformats.org/drawingml/2006/main">
            <a:r>
              <a:t>教师讲述：</a:t>
            </a:r>
          </a:p>
          <a:p xmlns:a="http://schemas.openxmlformats.org/drawingml/2006/main">
            <a:r>
              <a:t>打开实际小包，先指出任务清单。若任务不生成新候选、不据评价更新下一轮，就不能把它叫自主研究优化。随后用已有系统分析说明优化循环额外需要什么。</a:t>
            </a:r>
          </a:p>
          <a:p xmlns:a="http://schemas.openxmlformats.org/drawingml/2006/main">
            <a:r>
              <a:t/>
            </a:r>
          </a:p>
          <a:p xmlns:a="http://schemas.openxmlformats.org/drawingml/2006/main">
            <a:r>
              <a:t>学生动作：</a:t>
            </a:r>
          </a:p>
          <a:p xmlns:a="http://schemas.openxmlformats.org/drawingml/2006/main">
            <a:r>
              <a:t>学生指出这个流程缺少哪一步才会成为优化循环。</a:t>
            </a:r>
          </a:p>
          <a:p xmlns:a="http://schemas.openxmlformats.org/drawingml/2006/main">
            <a:r>
              <a:t/>
            </a:r>
          </a:p>
          <a:p xmlns:a="http://schemas.openxmlformats.org/drawingml/2006/main">
            <a:r>
              <a:t>来源与边界：</a:t>
            </a:r>
          </a:p>
          <a:p xmlns:a="http://schemas.openxmlformats.org/drawingml/2006/main">
            <a:r>
              <a:t>./handout.md；课堂示例与构造数据见 ../../course/reading-card-case.md</a:t>
            </a:r>
          </a:p>
          <a:p xmlns:a="http://schemas.openxmlformats.org/drawingml/2006/main">
            <a:r>
              <a:t/>
            </a:r>
          </a:p>
          <a:p xmlns:a="http://schemas.openxmlformats.org/drawingml/2006/main">
            <a:r>
              <a:t>[Sources]</a:t>
            </a:r>
          </a:p>
          <a:p xmlns:a="http://schemas.openxmlformats.org/drawingml/2006/main">
            <a:r>
              <a:t/>
            </a:r>
          </a:p>
          <a:p xmlns:a="http://schemas.openxmlformats.org/drawingml/2006/main">
            <a:r>
              <a:t>- 本课 handout.md 与 slides.md</a:t>
            </a:r>
          </a:p>
          <a:p xmlns:a="http://schemas.openxmlformats.org/drawingml/2006/main">
            <a:r>
              <a:t/>
            </a:r>
          </a:p>
          <a:p xmlns:a="http://schemas.openxmlformats.org/drawingml/2006/main">
            <a:r>
              <a:t>- ../../course/reading-card-case.md</a:t>
            </a:r>
          </a:p>
          <a:p xmlns:a="http://schemas.openxmlformats.org/drawingml/2006/main">
            <a:r>
              <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页面：P11 失败与恢复保存在同一本账中</a:t>
            </a:r>
          </a:p>
          <a:p xmlns:a="http://schemas.openxmlformats.org/drawingml/2006/main">
            <a:r>
              <a:t/>
            </a:r>
          </a:p>
          <a:p xmlns:a="http://schemas.openxmlformats.org/drawingml/2006/main">
            <a:r>
              <a:t>讲义位置：handout.md §六、贯穿案例：把可重复动作改写为受限循环</a:t>
            </a:r>
          </a:p>
          <a:p xmlns:a="http://schemas.openxmlformats.org/drawingml/2006/main">
            <a:r>
              <a:t/>
            </a:r>
          </a:p>
          <a:p xmlns:a="http://schemas.openxmlformats.org/drawingml/2006/main">
            <a:r>
              <a:t>屏显核对：</a:t>
            </a:r>
          </a:p>
          <a:p xmlns:a="http://schemas.openxmlformats.org/drawingml/2006/main">
            <a:r>
              <a:t>| 实际记录 | 回答的问题 |</a:t>
            </a:r>
          </a:p>
          <a:p xmlns:a="http://schemas.openxmlformats.org/drawingml/2006/main">
            <a:r>
              <a:t>| --- | --- |</a:t>
            </a:r>
          </a:p>
          <a:p xmlns:a="http://schemas.openxmlformats.org/drawingml/2006/main">
            <a:r>
              <a:t>| job_id | 哪个固定任务，如 T02-card |</a:t>
            </a:r>
          </a:p>
          <a:p xmlns:a="http://schemas.openxmlformats.org/drawingml/2006/main">
            <a:r>
              <a:t>| run_id | 哪次执行，如 run-003、run-004 |</a:t>
            </a:r>
          </a:p>
          <a:p xmlns:a="http://schemas.openxmlformats.org/drawingml/2006/main">
            <a:r>
              <a:t>| event | controlled_failure 或 replayed |</a:t>
            </a:r>
          </a:p>
          <a:p xmlns:a="http://schemas.openxmlformats.org/drawingml/2006/main">
            <a:r>
              <a:t>| state.json | 已完成任务与累计尝试次数 |</a:t>
            </a:r>
          </a:p>
          <a:p xmlns:a="http://schemas.openxmlformats.org/drawingml/2006/main">
            <a:r>
              <a:t>| input-identity.json | 输入与配置是否仍为同一版本 |</a:t>
            </a:r>
          </a:p>
          <a:p xmlns:a="http://schemas.openxmlformats.org/drawingml/2006/main">
            <a:r>
              <a:t/>
            </a:r>
          </a:p>
          <a:p xmlns:a="http://schemas.openxmlformats.org/drawingml/2006/main">
            <a:r>
              <a:t>同一任务恢复时产生新 run_id，旧失败保留。</a:t>
            </a:r>
          </a:p>
          <a:p xmlns:a="http://schemas.openxmlformats.org/drawingml/2006/main">
            <a:r>
              <a:t/>
            </a:r>
          </a:p>
          <a:p xmlns:a="http://schemas.openxmlformats.org/drawingml/2006/main">
            <a:r>
              <a:t>教师讲述：</a:t>
            </a:r>
          </a:p>
          <a:p xmlns:a="http://schemas.openxmlformats.org/drawingml/2006/main">
            <a:r>
              <a:t>执行带fault-once的回放，预期在T02-card停住；去掉该选项再运行。让学生对照实际ID，课堂不写死虚构run-003。成功任务不能再生成重复记录。</a:t>
            </a:r>
          </a:p>
          <a:p xmlns:a="http://schemas.openxmlformats.org/drawingml/2006/main">
            <a:r>
              <a:t/>
            </a:r>
          </a:p>
          <a:p xmlns:a="http://schemas.openxmlformats.org/drawingml/2006/main">
            <a:r>
              <a:t>学生动作：</a:t>
            </a:r>
          </a:p>
          <a:p xmlns:a="http://schemas.openxmlformats.org/drawingml/2006/main">
            <a:r>
              <a:t>找到同一任务的失败和成功事件，说明它们为什么不是两个独立样本。</a:t>
            </a:r>
          </a:p>
          <a:p xmlns:a="http://schemas.openxmlformats.org/drawingml/2006/main">
            <a:r>
              <a:t/>
            </a:r>
          </a:p>
          <a:p xmlns:a="http://schemas.openxmlformats.org/drawingml/2006/main">
            <a:r>
              <a:t>来源与边界：</a:t>
            </a:r>
          </a:p>
          <a:p xmlns:a="http://schemas.openxmlformats.org/drawingml/2006/main">
            <a:r>
              <a:t>./handout.md；课堂示例与构造数据见 ../../course/reading-card-case.md</a:t>
            </a:r>
          </a:p>
          <a:p xmlns:a="http://schemas.openxmlformats.org/drawingml/2006/main">
            <a:r>
              <a:t/>
            </a:r>
          </a:p>
          <a:p xmlns:a="http://schemas.openxmlformats.org/drawingml/2006/main">
            <a:r>
              <a:t>[Sources]</a:t>
            </a:r>
          </a:p>
          <a:p xmlns:a="http://schemas.openxmlformats.org/drawingml/2006/main">
            <a:r>
              <a:t/>
            </a:r>
          </a:p>
          <a:p xmlns:a="http://schemas.openxmlformats.org/drawingml/2006/main">
            <a:r>
              <a:t>- 本课 handout.md 与 slides.md</a:t>
            </a:r>
          </a:p>
          <a:p xmlns:a="http://schemas.openxmlformats.org/drawingml/2006/main">
            <a:r>
              <a:t/>
            </a:r>
          </a:p>
          <a:p xmlns:a="http://schemas.openxmlformats.org/drawingml/2006/main">
            <a:r>
              <a:t>- ../../course/reading-card-case.md</a:t>
            </a:r>
          </a:p>
          <a:p xmlns:a="http://schemas.openxmlformats.org/drawingml/2006/main">
            <a:r>
              <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页面：P12 AutoResearch 与 AI Scientist 的系统主链</a:t>
            </a:r>
          </a:p>
          <a:p xmlns:a="http://schemas.openxmlformats.org/drawingml/2006/main">
            <a:r>
              <a:t/>
            </a:r>
          </a:p>
          <a:p xmlns:a="http://schemas.openxmlformats.org/drawingml/2006/main">
            <a:r>
              <a:t>讲义位置：本课讲义；见逐页母稿映射表</a:t>
            </a:r>
          </a:p>
          <a:p xmlns:a="http://schemas.openxmlformats.org/drawingml/2006/main">
            <a:r>
              <a:t/>
            </a:r>
          </a:p>
          <a:p xmlns:a="http://schemas.openxmlformats.org/drawingml/2006/main">
            <a:r>
              <a:t>屏显核对：</a:t>
            </a:r>
          </a:p>
          <a:p xmlns:a="http://schemas.openxmlformats.org/drawingml/2006/main">
            <a:r>
              <a:t>AutoResearch 与 AI Scientist 的系统主链</a:t>
            </a:r>
          </a:p>
          <a:p xmlns:a="http://schemas.openxmlformats.org/drawingml/2006/main">
            <a:r>
              <a:t/>
            </a:r>
          </a:p>
          <a:p xmlns:a="http://schemas.openxmlformats.org/drawingml/2006/main">
            <a:r>
              <a:t>- AutoResearch｜最小循环</a:t>
            </a:r>
          </a:p>
          <a:p xmlns:a="http://schemas.openxmlformats.org/drawingml/2006/main">
            <a:r>
              <a:t/>
            </a:r>
          </a:p>
          <a:p xmlns:a="http://schemas.openxmlformats.org/drawingml/2006/main">
            <a:r>
              <a:t>- AI Scientist｜端到端链</a:t>
            </a:r>
          </a:p>
          <a:p xmlns:a="http://schemas.openxmlformats.org/drawingml/2006/main">
            <a:r>
              <a:t/>
            </a:r>
          </a:p>
          <a:p xmlns:a="http://schemas.openxmlformats.org/drawingml/2006/main">
            <a:r>
              <a:t>- 程序改动</a:t>
            </a:r>
          </a:p>
          <a:p xmlns:a="http://schemas.openxmlformats.org/drawingml/2006/main">
            <a:r>
              <a:t/>
            </a:r>
          </a:p>
          <a:p xmlns:a="http://schemas.openxmlformats.org/drawingml/2006/main">
            <a:r>
              <a:t>- 单指标评价</a:t>
            </a:r>
          </a:p>
          <a:p xmlns:a="http://schemas.openxmlformats.org/drawingml/2006/main">
            <a:r>
              <a:t/>
            </a:r>
          </a:p>
          <a:p xmlns:a="http://schemas.openxmlformats.org/drawingml/2006/main">
            <a:r>
              <a:t>- Keep / Discard</a:t>
            </a:r>
          </a:p>
          <a:p xmlns:a="http://schemas.openxmlformats.org/drawingml/2006/main">
            <a:r>
              <a:t/>
            </a:r>
          </a:p>
          <a:p xmlns:a="http://schemas.openxmlformats.org/drawingml/2006/main">
            <a:r>
              <a:t>- 回到稳定版本</a:t>
            </a:r>
          </a:p>
          <a:p xmlns:a="http://schemas.openxmlformats.org/drawingml/2006/main">
            <a:r>
              <a:t/>
            </a:r>
          </a:p>
          <a:p xmlns:a="http://schemas.openxmlformats.org/drawingml/2006/main">
            <a:r>
              <a:t>- 想法生成</a:t>
            </a:r>
          </a:p>
          <a:p xmlns:a="http://schemas.openxmlformats.org/drawingml/2006/main">
            <a:r>
              <a:t/>
            </a:r>
          </a:p>
          <a:p xmlns:a="http://schemas.openxmlformats.org/drawingml/2006/main">
            <a:r>
              <a:t>- 实现与实验</a:t>
            </a:r>
          </a:p>
          <a:p xmlns:a="http://schemas.openxmlformats.org/drawingml/2006/main">
            <a:r>
              <a:t/>
            </a:r>
          </a:p>
          <a:p xmlns:a="http://schemas.openxmlformats.org/drawingml/2006/main">
            <a:r>
              <a:t>- 结果分析</a:t>
            </a:r>
          </a:p>
          <a:p xmlns:a="http://schemas.openxmlformats.org/drawingml/2006/main">
            <a:r>
              <a:t/>
            </a:r>
          </a:p>
          <a:p xmlns:a="http://schemas.openxmlformats.org/drawingml/2006/main">
            <a:r>
              <a:t>- 论文与评审</a:t>
            </a:r>
          </a:p>
          <a:p xmlns:a="http://schemas.openxmlformats.org/drawingml/2006/main">
            <a:r>
              <a:t/>
            </a:r>
          </a:p>
          <a:p xmlns:a="http://schemas.openxmlformats.org/drawingml/2006/main">
            <a:r>
              <a:t>教师讲述：</a:t>
            </a:r>
          </a:p>
          <a:p xmlns:a="http://schemas.openxmlformats.org/drawingml/2006/main">
            <a:r>
              <a:t>用第 1 课 §四·2 的 Agent Workflow 八部分框架拆解这两类系统。它们是分析对象，不是结论外推的依据——要看清的是每个维度上"哪些已由系统处理、哪些仍需人工判断"，而不是断言"AI 已能自主科研"。AI Scientist 报告的是特定 ML 研究设置下的系统表现：三篇送审稿中一篇评分超过工作坊平均接收阈值，但按预设协议撤回；工作坊接收率为 70%，研究团队内部判断三篇均未达到 ICLR 主会标准。这不等于顶会正式接收，也不适用于所有学科。</a:t>
            </a:r>
          </a:p>
          <a:p xmlns:a="http://schemas.openxmlformats.org/drawingml/2006/main">
            <a:r>
              <a:t/>
            </a:r>
          </a:p>
          <a:p xmlns:a="http://schemas.openxmlformats.org/drawingml/2006/main">
            <a:r>
              <a:t>学生动作：</a:t>
            </a:r>
          </a:p>
          <a:p xmlns:a="http://schemas.openxmlformats.org/drawingml/2006/main">
            <a:r>
              <a:t>无。</a:t>
            </a:r>
          </a:p>
          <a:p xmlns:a="http://schemas.openxmlformats.org/drawingml/2006/main">
            <a:r>
              <a:t/>
            </a:r>
          </a:p>
          <a:p xmlns:a="http://schemas.openxmlformats.org/drawingml/2006/main">
            <a:r>
              <a:t>来源与边界：</a:t>
            </a:r>
          </a:p>
          <a:p xmlns:a="http://schemas.openxmlformats.org/drawingml/2006/main">
            <a:r>
              <a:t>Lu, C. et al. "Towards end-to-end automation of AI research." *Nature* (2026). DOI: [10.1038/s41586-026-10265-5](https://www.nature.com/articles/s41586-026-10265-5)。**不外推为通用自主科研能力**。Karpathy. [*AutoResearch* commit `228791f`](https://github.com/karpathy/autoresearch/tree/228791fb499afffb54b46200aca536f79142f117)。Huang et al. MLAgentBench, ICML 2024（评价方法参考）。</a:t>
            </a:r>
          </a:p>
          <a:p xmlns:a="http://schemas.openxmlformats.org/drawingml/2006/main">
            <a:r>
              <a:t/>
            </a:r>
          </a:p>
          <a:p xmlns:a="http://schemas.openxmlformats.org/drawingml/2006/main">
            <a:r>
              <a:t>---</a:t>
            </a:r>
          </a:p>
          <a:p xmlns:a="http://schemas.openxmlformats.org/drawingml/2006/main">
            <a:r>
              <a:t/>
            </a:r>
          </a:p>
          <a:p xmlns:a="http://schemas.openxmlformats.org/drawingml/2006/main">
            <a:r>
              <a:t>[Sources]</a:t>
            </a:r>
          </a:p>
          <a:p xmlns:a="http://schemas.openxmlformats.org/drawingml/2006/main">
            <a:r>
              <a:t/>
            </a:r>
          </a:p>
          <a:p xmlns:a="http://schemas.openxmlformats.org/drawingml/2006/main">
            <a:r>
              <a:t>- https://www.nature.com/articles/s41586-026-10265-5</a:t>
            </a:r>
          </a:p>
          <a:p xmlns:a="http://schemas.openxmlformats.org/drawingml/2006/main">
            <a:r>
              <a:t/>
            </a:r>
          </a:p>
          <a:p xmlns:a="http://schemas.openxmlformats.org/drawingml/2006/main">
            <a:r>
              <a:t>- https://github.com/karpathy/autoresearch/tree/228791fb499afffb54b46200aca536f79142f117</a:t>
            </a:r>
          </a:p>
          <a:p xmlns:a="http://schemas.openxmlformats.org/drawingml/2006/main">
            <a:r>
              <a:t/>
            </a:r>
          </a:p>
          <a:p xmlns:a="http://schemas.openxmlformats.org/drawingml/2006/main">
            <a:r>
              <a:t>- 本课 handout.md 与 slides.md</a:t>
            </a:r>
          </a:p>
          <a:p xmlns:a="http://schemas.openxmlformats.org/drawingml/2006/main">
            <a:r>
              <a:t/>
            </a:r>
          </a:p>
          <a:p xmlns:a="http://schemas.openxmlformats.org/drawingml/2006/main">
            <a:r>
              <a:t>- ../../course/reading-card-case.md</a:t>
            </a:r>
          </a:p>
          <a:p xmlns:a="http://schemas.openxmlformats.org/drawingml/2006/main">
            <a:r>
              <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页面：P13 八维比较的主轴是人工判断</a:t>
            </a:r>
          </a:p>
          <a:p xmlns:a="http://schemas.openxmlformats.org/drawingml/2006/main">
            <a:r>
              <a:t/>
            </a:r>
          </a:p>
          <a:p xmlns:a="http://schemas.openxmlformats.org/drawingml/2006/main">
            <a:r>
              <a:t>讲义位置：本课讲义；见逐页母稿映射表</a:t>
            </a:r>
          </a:p>
          <a:p xmlns:a="http://schemas.openxmlformats.org/drawingml/2006/main">
            <a:r>
              <a:t/>
            </a:r>
          </a:p>
          <a:p xmlns:a="http://schemas.openxmlformats.org/drawingml/2006/main">
            <a:r>
              <a:t>屏显核对：</a:t>
            </a:r>
          </a:p>
          <a:p xmlns:a="http://schemas.openxmlformats.org/drawingml/2006/main">
            <a:r>
              <a:t>八维比较的主轴是人工判断</a:t>
            </a:r>
          </a:p>
          <a:p xmlns:a="http://schemas.openxmlformats.org/drawingml/2006/main">
            <a:r>
              <a:t/>
            </a:r>
          </a:p>
          <a:p xmlns:a="http://schemas.openxmlformats.org/drawingml/2006/main">
            <a:r>
              <a:t>- 任务契约</a:t>
            </a:r>
          </a:p>
          <a:p xmlns:a="http://schemas.openxmlformats.org/drawingml/2006/main">
            <a:r>
              <a:t/>
            </a:r>
          </a:p>
          <a:p xmlns:a="http://schemas.openxmlformats.org/drawingml/2006/main">
            <a:r>
              <a:t>- 目标能否预先固定？</a:t>
            </a:r>
          </a:p>
          <a:p xmlns:a="http://schemas.openxmlformats.org/drawingml/2006/main">
            <a:r>
              <a:t/>
            </a:r>
          </a:p>
          <a:p xmlns:a="http://schemas.openxmlformats.org/drawingml/2006/main">
            <a:r>
              <a:t>- Context / 状态</a:t>
            </a:r>
          </a:p>
          <a:p xmlns:a="http://schemas.openxmlformats.org/drawingml/2006/main">
            <a:r>
              <a:t/>
            </a:r>
          </a:p>
          <a:p xmlns:a="http://schemas.openxmlformats.org/drawingml/2006/main">
            <a:r>
              <a:t>- 输入与中间工件能否追溯？</a:t>
            </a:r>
          </a:p>
          <a:p xmlns:a="http://schemas.openxmlformats.org/drawingml/2006/main">
            <a:r>
              <a:t/>
            </a:r>
          </a:p>
          <a:p xmlns:a="http://schemas.openxmlformats.org/drawingml/2006/main">
            <a:r>
              <a:t>- 工具与权限</a:t>
            </a:r>
          </a:p>
          <a:p xmlns:a="http://schemas.openxmlformats.org/drawingml/2006/main">
            <a:r>
              <a:t/>
            </a:r>
          </a:p>
          <a:p xmlns:a="http://schemas.openxmlformats.org/drawingml/2006/main">
            <a:r>
              <a:t>- 哪些外部动作必须确认？</a:t>
            </a:r>
          </a:p>
          <a:p xmlns:a="http://schemas.openxmlformats.org/drawingml/2006/main">
            <a:r>
              <a:t/>
            </a:r>
          </a:p>
          <a:p xmlns:a="http://schemas.openxmlformats.org/drawingml/2006/main">
            <a:r>
              <a:t>- 执行与追踪</a:t>
            </a:r>
          </a:p>
          <a:p xmlns:a="http://schemas.openxmlformats.org/drawingml/2006/main">
            <a:r>
              <a:t/>
            </a:r>
          </a:p>
          <a:p xmlns:a="http://schemas.openxmlformats.org/drawingml/2006/main">
            <a:r>
              <a:t>- 失败是否完整保留？</a:t>
            </a:r>
          </a:p>
          <a:p xmlns:a="http://schemas.openxmlformats.org/drawingml/2006/main">
            <a:r>
              <a:t/>
            </a:r>
          </a:p>
          <a:p xmlns:a="http://schemas.openxmlformats.org/drawingml/2006/main">
            <a:r>
              <a:t>- Evals</a:t>
            </a:r>
          </a:p>
          <a:p xmlns:a="http://schemas.openxmlformats.org/drawingml/2006/main">
            <a:r>
              <a:t/>
            </a:r>
          </a:p>
          <a:p xmlns:a="http://schemas.openxmlformats.org/drawingml/2006/main">
            <a:r>
              <a:t>- 评价器是否独立？</a:t>
            </a:r>
          </a:p>
          <a:p xmlns:a="http://schemas.openxmlformats.org/drawingml/2006/main">
            <a:r>
              <a:t/>
            </a:r>
          </a:p>
          <a:p xmlns:a="http://schemas.openxmlformats.org/drawingml/2006/main">
            <a:r>
              <a:t>- 人工判断</a:t>
            </a:r>
          </a:p>
          <a:p xmlns:a="http://schemas.openxmlformats.org/drawingml/2006/main">
            <a:r>
              <a:t/>
            </a:r>
          </a:p>
          <a:p xmlns:a="http://schemas.openxmlformats.org/drawingml/2006/main">
            <a:r>
              <a:t>- 方法、证据与结论由谁决定？</a:t>
            </a:r>
          </a:p>
          <a:p xmlns:a="http://schemas.openxmlformats.org/drawingml/2006/main">
            <a:r>
              <a:t/>
            </a:r>
          </a:p>
          <a:p xmlns:a="http://schemas.openxmlformats.org/drawingml/2006/main">
            <a:r>
              <a:t>教师讲述：</a:t>
            </a:r>
          </a:p>
          <a:p xmlns:a="http://schemas.openxmlformats.org/drawingml/2006/main">
            <a:r>
              <a:t>逐维度拆解 AI Scientist。Evals 维度上，自动评审能发现部分问题，但不替代真实同行共识——模型评审不等于同行评审。失败恢复维度上，系统对失败有处理逻辑，但选择性保留的风险存在。每个维度都回答"哪些已由系统处理、哪些仍需人工判断"。</a:t>
            </a:r>
          </a:p>
          <a:p xmlns:a="http://schemas.openxmlformats.org/drawingml/2006/main">
            <a:r>
              <a:t/>
            </a:r>
          </a:p>
          <a:p xmlns:a="http://schemas.openxmlformats.org/drawingml/2006/main">
            <a:r>
              <a:t>学生动作：</a:t>
            </a:r>
          </a:p>
          <a:p xmlns:a="http://schemas.openxmlformats.org/drawingml/2006/main">
            <a:r>
              <a:t>让学生指出八维中哪个维度"仍需人工判断"最难判断。</a:t>
            </a:r>
          </a:p>
          <a:p xmlns:a="http://schemas.openxmlformats.org/drawingml/2006/main">
            <a:r>
              <a:t/>
            </a:r>
          </a:p>
          <a:p xmlns:a="http://schemas.openxmlformats.org/drawingml/2006/main">
            <a:r>
              <a:t>来源与边界：</a:t>
            </a:r>
          </a:p>
          <a:p xmlns:a="http://schemas.openxmlformats.org/drawingml/2006/main">
            <a:r>
              <a:t>handout §四·2；第 1 课 §四·2 Agent Workflow 八部分框架。Lu et al. 2026（Nature，DOI 同 P12）。</a:t>
            </a:r>
          </a:p>
          <a:p xmlns:a="http://schemas.openxmlformats.org/drawingml/2006/main">
            <a:r>
              <a:t/>
            </a:r>
          </a:p>
          <a:p xmlns:a="http://schemas.openxmlformats.org/drawingml/2006/main">
            <a:r>
              <a:t>---</a:t>
            </a:r>
          </a:p>
          <a:p xmlns:a="http://schemas.openxmlformats.org/drawingml/2006/main">
            <a:r>
              <a:t/>
            </a:r>
          </a:p>
          <a:p xmlns:a="http://schemas.openxmlformats.org/drawingml/2006/main">
            <a:r>
              <a:t>[Sources]</a:t>
            </a:r>
          </a:p>
          <a:p xmlns:a="http://schemas.openxmlformats.org/drawingml/2006/main">
            <a:r>
              <a:t/>
            </a:r>
          </a:p>
          <a:p xmlns:a="http://schemas.openxmlformats.org/drawingml/2006/main">
            <a:r>
              <a:t>- 本课 handout.md 与 slides.md</a:t>
            </a:r>
          </a:p>
          <a:p xmlns:a="http://schemas.openxmlformats.org/drawingml/2006/main">
            <a:r>
              <a:t/>
            </a:r>
          </a:p>
          <a:p xmlns:a="http://schemas.openxmlformats.org/drawingml/2006/main">
            <a:r>
              <a:t>- ../../course/reading-card-case.md</a:t>
            </a:r>
          </a:p>
          <a:p xmlns:a="http://schemas.openxmlformats.org/drawingml/2006/main">
            <a:r>
              <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页面：P14 系统边界决定哪些表述可以成立</a:t>
            </a:r>
          </a:p>
          <a:p xmlns:a="http://schemas.openxmlformats.org/drawingml/2006/main">
            <a:r>
              <a:t/>
            </a:r>
          </a:p>
          <a:p xmlns:a="http://schemas.openxmlformats.org/drawingml/2006/main">
            <a:r>
              <a:t>讲义位置：本课讲义；见逐页母稿映射表</a:t>
            </a:r>
          </a:p>
          <a:p xmlns:a="http://schemas.openxmlformats.org/drawingml/2006/main">
            <a:r>
              <a:t/>
            </a:r>
          </a:p>
          <a:p xmlns:a="http://schemas.openxmlformats.org/drawingml/2006/main">
            <a:r>
              <a:t>屏显核对：</a:t>
            </a:r>
          </a:p>
          <a:p xmlns:a="http://schemas.openxmlformats.org/drawingml/2006/main">
            <a:r>
              <a:t>系统边界决定哪些表述可以成立</a:t>
            </a:r>
          </a:p>
          <a:p xmlns:a="http://schemas.openxmlformats.org/drawingml/2006/main">
            <a:r>
              <a:t/>
            </a:r>
          </a:p>
          <a:p xmlns:a="http://schemas.openxmlformats.org/drawingml/2006/main">
            <a:r>
              <a:t>- 证据不支持的外推</a:t>
            </a:r>
          </a:p>
          <a:p xmlns:a="http://schemas.openxmlformats.org/drawingml/2006/main">
            <a:r>
              <a:t/>
            </a:r>
          </a:p>
          <a:p xmlns:a="http://schemas.openxmlformats.org/drawingml/2006/main">
            <a:r>
              <a:t>- 当前可成立</a:t>
            </a:r>
          </a:p>
          <a:p xmlns:a="http://schemas.openxmlformats.org/drawingml/2006/main">
            <a:r>
              <a:t/>
            </a:r>
          </a:p>
          <a:p xmlns:a="http://schemas.openxmlformats.org/drawingml/2006/main">
            <a:r>
              <a:t>- “自动完成完整科研”</a:t>
            </a:r>
          </a:p>
          <a:p xmlns:a="http://schemas.openxmlformats.org/drawingml/2006/main">
            <a:r>
              <a:t/>
            </a:r>
          </a:p>
          <a:p xmlns:a="http://schemas.openxmlformats.org/drawingml/2006/main">
            <a:r>
              <a:t>- “自动评审替代同行”</a:t>
            </a:r>
          </a:p>
          <a:p xmlns:a="http://schemas.openxmlformats.org/drawingml/2006/main">
            <a:r>
              <a:t/>
            </a:r>
          </a:p>
          <a:p xmlns:a="http://schemas.openxmlformats.org/drawingml/2006/main">
            <a:r>
              <a:t>- “端到端适用于所有学科”</a:t>
            </a:r>
          </a:p>
          <a:p xmlns:a="http://schemas.openxmlformats.org/drawingml/2006/main">
            <a:r>
              <a:t/>
            </a:r>
          </a:p>
          <a:p xmlns:a="http://schemas.openxmlformats.org/drawingml/2006/main">
            <a:r>
              <a:t>- “失败可以自动删除”</a:t>
            </a:r>
          </a:p>
          <a:p xmlns:a="http://schemas.openxmlformats.org/drawingml/2006/main">
            <a:r>
              <a:t/>
            </a:r>
          </a:p>
          <a:p xmlns:a="http://schemas.openxmlformats.org/drawingml/2006/main">
            <a:r>
              <a:t>- 可分析系统组件与边界</a:t>
            </a:r>
          </a:p>
          <a:p xmlns:a="http://schemas.openxmlformats.org/drawingml/2006/main">
            <a:r>
              <a:t/>
            </a:r>
          </a:p>
          <a:p xmlns:a="http://schemas.openxmlformats.org/drawingml/2006/main">
            <a:r>
              <a:t>- 可复用受限循环骨架</a:t>
            </a:r>
          </a:p>
          <a:p xmlns:a="http://schemas.openxmlformats.org/drawingml/2006/main">
            <a:r>
              <a:t/>
            </a:r>
          </a:p>
          <a:p xmlns:a="http://schemas.openxmlformats.org/drawingml/2006/main">
            <a:r>
              <a:t>- 需人工核验方法与结论</a:t>
            </a:r>
          </a:p>
          <a:p xmlns:a="http://schemas.openxmlformats.org/drawingml/2006/main">
            <a:r>
              <a:t/>
            </a:r>
          </a:p>
          <a:p xmlns:a="http://schemas.openxmlformats.org/drawingml/2006/main">
            <a:r>
              <a:t>- 失败进入可审计记录</a:t>
            </a:r>
          </a:p>
          <a:p xmlns:a="http://schemas.openxmlformats.org/drawingml/2006/main">
            <a:r>
              <a:t/>
            </a:r>
          </a:p>
          <a:p xmlns:a="http://schemas.openxmlformats.org/drawingml/2006/main">
            <a:r>
              <a:t>教师讲述：</a:t>
            </a:r>
          </a:p>
          <a:p xmlns:a="http://schemas.openxmlformats.org/drawingml/2006/main">
            <a:r>
              <a:t>两个边界判断贯穿本课。AI Scientist 只在特定 ML 设置下验证，不外推为通用自主科研。自动评审只作循环内部 Evals，不替代同行共识。不外推清单中的表述都超出了来源证据的适用范围。在作业或 slides 中出现类似表述，都应标记为越界并改写为带边界的形式。</a:t>
            </a:r>
          </a:p>
          <a:p xmlns:a="http://schemas.openxmlformats.org/drawingml/2006/main">
            <a:r>
              <a:t/>
            </a:r>
          </a:p>
          <a:p xmlns:a="http://schemas.openxmlformats.org/drawingml/2006/main">
            <a:r>
              <a:t>学生动作：</a:t>
            </a:r>
          </a:p>
          <a:p xmlns:a="http://schemas.openxmlformats.org/drawingml/2006/main">
            <a:r>
              <a:t>让学生检查自己第 10 课的 AI 使用记录中是否出现过清单中的表述。</a:t>
            </a:r>
          </a:p>
          <a:p xmlns:a="http://schemas.openxmlformats.org/drawingml/2006/main">
            <a:r>
              <a:t/>
            </a:r>
          </a:p>
          <a:p xmlns:a="http://schemas.openxmlformats.org/drawingml/2006/main">
            <a:r>
              <a:t>来源与边界：</a:t>
            </a:r>
          </a:p>
          <a:p xmlns:a="http://schemas.openxmlformats.org/drawingml/2006/main">
            <a:r>
              <a:t>handout §四·3-4；[AGENTS.md](../../AGENTS.md) 证据标准（关键结论至少绑定一项可核验直接证据）。</a:t>
            </a:r>
          </a:p>
          <a:p xmlns:a="http://schemas.openxmlformats.org/drawingml/2006/main">
            <a:r>
              <a:t/>
            </a:r>
          </a:p>
          <a:p xmlns:a="http://schemas.openxmlformats.org/drawingml/2006/main">
            <a:r>
              <a:t>---</a:t>
            </a:r>
          </a:p>
          <a:p xmlns:a="http://schemas.openxmlformats.org/drawingml/2006/main">
            <a:r>
              <a:t/>
            </a:r>
          </a:p>
          <a:p xmlns:a="http://schemas.openxmlformats.org/drawingml/2006/main">
            <a:r>
              <a:t>[Sources]</a:t>
            </a:r>
          </a:p>
          <a:p xmlns:a="http://schemas.openxmlformats.org/drawingml/2006/main">
            <a:r>
              <a:t/>
            </a:r>
          </a:p>
          <a:p xmlns:a="http://schemas.openxmlformats.org/drawingml/2006/main">
            <a:r>
              <a:t>- 本课 handout.md 与 slides.md</a:t>
            </a:r>
          </a:p>
          <a:p xmlns:a="http://schemas.openxmlformats.org/drawingml/2006/main">
            <a:r>
              <a:t/>
            </a:r>
          </a:p>
          <a:p xmlns:a="http://schemas.openxmlformats.org/drawingml/2006/main">
            <a:r>
              <a:t>- ../../course/reading-card-case.md</a:t>
            </a:r>
          </a:p>
          <a:p xmlns:a="http://schemas.openxmlformats.org/drawingml/2006/main">
            <a:r>
              <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页面：P15 同一工作流映射到两个分析对象</a:t>
            </a:r>
          </a:p>
          <a:p xmlns:a="http://schemas.openxmlformats.org/drawingml/2006/main">
            <a:r>
              <a:t/>
            </a:r>
          </a:p>
          <a:p xmlns:a="http://schemas.openxmlformats.org/drawingml/2006/main">
            <a:r>
              <a:t>讲义位置：本课讲义；见逐页母稿映射表</a:t>
            </a:r>
          </a:p>
          <a:p xmlns:a="http://schemas.openxmlformats.org/drawingml/2006/main">
            <a:r>
              <a:t/>
            </a:r>
          </a:p>
          <a:p xmlns:a="http://schemas.openxmlformats.org/drawingml/2006/main">
            <a:r>
              <a:t>屏显核对：</a:t>
            </a:r>
          </a:p>
          <a:p xmlns:a="http://schemas.openxmlformats.org/drawingml/2006/main">
            <a:r>
              <a:t>同一工作流映射到两个分析对象</a:t>
            </a:r>
          </a:p>
          <a:p xmlns:a="http://schemas.openxmlformats.org/drawingml/2006/main">
            <a:r>
              <a:t/>
            </a:r>
          </a:p>
          <a:p xmlns:a="http://schemas.openxmlformats.org/drawingml/2006/main">
            <a:r>
              <a:t>- 任务契约</a:t>
            </a:r>
          </a:p>
          <a:p xmlns:a="http://schemas.openxmlformats.org/drawingml/2006/main">
            <a:r>
              <a:t/>
            </a:r>
          </a:p>
          <a:p xmlns:a="http://schemas.openxmlformats.org/drawingml/2006/main">
            <a:r>
              <a:t>- 先写清边界</a:t>
            </a:r>
          </a:p>
          <a:p xmlns:a="http://schemas.openxmlformats.org/drawingml/2006/main">
            <a:r>
              <a:t/>
            </a:r>
          </a:p>
          <a:p xmlns:a="http://schemas.openxmlformats.org/drawingml/2006/main">
            <a:r>
              <a:t>- 执行循环</a:t>
            </a:r>
          </a:p>
          <a:p xmlns:a="http://schemas.openxmlformats.org/drawingml/2006/main">
            <a:r>
              <a:t/>
            </a:r>
          </a:p>
          <a:p xmlns:a="http://schemas.openxmlformats.org/drawingml/2006/main">
            <a:r>
              <a:t>- 冻结队列 / 优化</a:t>
            </a:r>
          </a:p>
          <a:p xmlns:a="http://schemas.openxmlformats.org/drawingml/2006/main">
            <a:r>
              <a:t/>
            </a:r>
          </a:p>
          <a:p xmlns:a="http://schemas.openxmlformats.org/drawingml/2006/main">
            <a:r>
              <a:t>- 独立 Evals</a:t>
            </a:r>
          </a:p>
          <a:p xmlns:a="http://schemas.openxmlformats.org/drawingml/2006/main">
            <a:r>
              <a:t/>
            </a:r>
          </a:p>
          <a:p xmlns:a="http://schemas.openxmlformats.org/drawingml/2006/main">
            <a:r>
              <a:t>- 生成器不可自评</a:t>
            </a:r>
          </a:p>
          <a:p xmlns:a="http://schemas.openxmlformats.org/drawingml/2006/main">
            <a:r>
              <a:t/>
            </a:r>
          </a:p>
          <a:p xmlns:a="http://schemas.openxmlformats.org/drawingml/2006/main">
            <a:r>
              <a:t>- 人工判断</a:t>
            </a:r>
          </a:p>
          <a:p xmlns:a="http://schemas.openxmlformats.org/drawingml/2006/main">
            <a:r>
              <a:t/>
            </a:r>
          </a:p>
          <a:p xmlns:a="http://schemas.openxmlformats.org/drawingml/2006/main">
            <a:r>
              <a:t>- 核验方法与结论</a:t>
            </a:r>
          </a:p>
          <a:p xmlns:a="http://schemas.openxmlformats.org/drawingml/2006/main">
            <a:r>
              <a:t/>
            </a:r>
          </a:p>
          <a:p xmlns:a="http://schemas.openxmlformats.org/drawingml/2006/main">
            <a:r>
              <a:t>- 共同约束：指标、预算、停止、失败保留；冻结队列不做方法优化。</a:t>
            </a:r>
          </a:p>
          <a:p xmlns:a="http://schemas.openxmlformats.org/drawingml/2006/main">
            <a:r>
              <a:t/>
            </a:r>
          </a:p>
          <a:p xmlns:a="http://schemas.openxmlformats.org/drawingml/2006/main">
            <a:r>
              <a:t>教师讲述：</a:t>
            </a:r>
          </a:p>
          <a:p xmlns:a="http://schemas.openxmlformats.org/drawingml/2006/main">
            <a:r>
              <a:t>只对比共同约束：指标、预算、停止与失败保留。AutoResearch 的候选方法优化不属于本课冻结生成队列；AI Scientist 的端到端链还包括想法、论文与评审，不能据此推断课程执行器拥有相同能力。主题价值、标注分歧与结论外推由研究者判断。</a:t>
            </a:r>
          </a:p>
          <a:p xmlns:a="http://schemas.openxmlformats.org/drawingml/2006/main">
            <a:r>
              <a:t/>
            </a:r>
          </a:p>
          <a:p xmlns:a="http://schemas.openxmlformats.org/drawingml/2006/main">
            <a:r>
              <a:t>学生动作：</a:t>
            </a:r>
          </a:p>
          <a:p xmlns:a="http://schemas.openxmlformats.org/drawingml/2006/main">
            <a:r>
              <a:t>无。</a:t>
            </a:r>
          </a:p>
          <a:p xmlns:a="http://schemas.openxmlformats.org/drawingml/2006/main">
            <a:r>
              <a:t/>
            </a:r>
          </a:p>
          <a:p xmlns:a="http://schemas.openxmlformats.org/drawingml/2006/main">
            <a:r>
              <a:t>来源与边界：</a:t>
            </a:r>
          </a:p>
          <a:p xmlns:a="http://schemas.openxmlformats.org/drawingml/2006/main">
            <a:r>
              <a:t>handout §六·5；Karpathy AutoResearch（commit `228791f`）；Lu et al. 2026（Nature）。</a:t>
            </a:r>
          </a:p>
          <a:p xmlns:a="http://schemas.openxmlformats.org/drawingml/2006/main">
            <a:r>
              <a:t/>
            </a:r>
          </a:p>
          <a:p xmlns:a="http://schemas.openxmlformats.org/drawingml/2006/main">
            <a:r>
              <a:t>---</a:t>
            </a:r>
          </a:p>
          <a:p xmlns:a="http://schemas.openxmlformats.org/drawingml/2006/main">
            <a:r>
              <a:t/>
            </a:r>
          </a:p>
          <a:p xmlns:a="http://schemas.openxmlformats.org/drawingml/2006/main">
            <a:r>
              <a:t>[Sources]</a:t>
            </a:r>
          </a:p>
          <a:p xmlns:a="http://schemas.openxmlformats.org/drawingml/2006/main">
            <a:r>
              <a:t/>
            </a:r>
          </a:p>
          <a:p xmlns:a="http://schemas.openxmlformats.org/drawingml/2006/main">
            <a:r>
              <a:t>- 本课 handout.md 与 slides.md</a:t>
            </a:r>
          </a:p>
          <a:p xmlns:a="http://schemas.openxmlformats.org/drawingml/2006/main">
            <a:r>
              <a:t/>
            </a:r>
          </a:p>
          <a:p xmlns:a="http://schemas.openxmlformats.org/drawingml/2006/main">
            <a:r>
              <a:t>- ../../course/reading-card-case.md</a:t>
            </a:r>
          </a:p>
          <a:p xmlns:a="http://schemas.openxmlformats.org/drawingml/2006/main">
            <a:r>
              <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页面：P16 把可重复动作改写为受限循环</a:t>
            </a:r>
          </a:p>
          <a:p xmlns:a="http://schemas.openxmlformats.org/drawingml/2006/main">
            <a:r>
              <a:t/>
            </a:r>
          </a:p>
          <a:p xmlns:a="http://schemas.openxmlformats.org/drawingml/2006/main">
            <a:r>
              <a:t>讲义位置：本课讲义；见逐页母稿映射表</a:t>
            </a:r>
          </a:p>
          <a:p xmlns:a="http://schemas.openxmlformats.org/drawingml/2006/main">
            <a:r>
              <a:t/>
            </a:r>
          </a:p>
          <a:p xmlns:a="http://schemas.openxmlformats.org/drawingml/2006/main">
            <a:r>
              <a:t>屏显核对：</a:t>
            </a:r>
          </a:p>
          <a:p xmlns:a="http://schemas.openxmlformats.org/drawingml/2006/main">
            <a:r>
              <a:t>把可重复动作改写为受限循环</a:t>
            </a:r>
          </a:p>
          <a:p xmlns:a="http://schemas.openxmlformats.org/drawingml/2006/main">
            <a:r>
              <a:t/>
            </a:r>
          </a:p>
          <a:p xmlns:a="http://schemas.openxmlformats.org/drawingml/2006/main">
            <a:r>
              <a:t>- 写固定指标与版本</a:t>
            </a:r>
          </a:p>
          <a:p xmlns:a="http://schemas.openxmlformats.org/drawingml/2006/main">
            <a:r>
              <a:t/>
            </a:r>
          </a:p>
          <a:p xmlns:a="http://schemas.openxmlformats.org/drawingml/2006/main">
            <a:r>
              <a:t>- 写预算和停止触发器</a:t>
            </a:r>
          </a:p>
          <a:p xmlns:a="http://schemas.openxmlformats.org/drawingml/2006/main">
            <a:r>
              <a:t/>
            </a:r>
          </a:p>
          <a:p xmlns:a="http://schemas.openxmlformats.org/drawingml/2006/main">
            <a:r>
              <a:t>- 区分队列 / 优化，画失败恢复</a:t>
            </a:r>
          </a:p>
          <a:p xmlns:a="http://schemas.openxmlformats.org/drawingml/2006/main">
            <a:r>
              <a:t/>
            </a:r>
          </a:p>
          <a:p xmlns:a="http://schemas.openxmlformats.org/drawingml/2006/main">
            <a:r>
              <a:t>- 留下正常、无改善、失败 trace</a:t>
            </a:r>
          </a:p>
          <a:p xmlns:a="http://schemas.openxmlformats.org/drawingml/2006/main">
            <a:r>
              <a:t/>
            </a:r>
          </a:p>
          <a:p xmlns:a="http://schemas.openxmlformats.org/drawingml/2006/main">
            <a:r>
              <a:t>- 课堂最低产出</a:t>
            </a:r>
          </a:p>
          <a:p xmlns:a="http://schemas.openxmlformats.org/drawingml/2006/main">
            <a:r>
              <a:t/>
            </a:r>
          </a:p>
          <a:p xmlns:a="http://schemas.openxmlformats.org/drawingml/2006/main">
            <a:r>
              <a:t>- 受限循环说明 / 三种 trace / 四约束短分析</a:t>
            </a:r>
          </a:p>
          <a:p xmlns:a="http://schemas.openxmlformats.org/drawingml/2006/main">
            <a:r>
              <a:t/>
            </a:r>
          </a:p>
          <a:p xmlns:a="http://schemas.openxmlformats.org/drawingml/2006/main">
            <a:r>
              <a:t>教师讲述：</a:t>
            </a:r>
          </a:p>
          <a:p xmlns:a="http://schemas.openxmlformats.org/drawingml/2006/main">
            <a:r>
              <a:t>先标明自己的动作是冻结队列还是开发集上的优化循环。第一段只完成四约束与执行/失败恢复骨架，保留人工审核点；冻结队列不能强行画方法 Keep / Discard。三种 trace 和短分析可在后续实践补齐。</a:t>
            </a:r>
          </a:p>
          <a:p xmlns:a="http://schemas.openxmlformats.org/drawingml/2006/main">
            <a:r>
              <a:t/>
            </a:r>
          </a:p>
          <a:p xmlns:a="http://schemas.openxmlformats.org/drawingml/2006/main">
            <a:r>
              <a:t>学生动作：</a:t>
            </a:r>
          </a:p>
          <a:p xmlns:a="http://schemas.openxmlformats.org/drawingml/2006/main">
            <a:r>
              <a:t>巡视。对每位学生至少问一次：你的循环在哪个位置需要人工确认？</a:t>
            </a:r>
          </a:p>
          <a:p xmlns:a="http://schemas.openxmlformats.org/drawingml/2006/main">
            <a:r>
              <a:t/>
            </a:r>
          </a:p>
          <a:p xmlns:a="http://schemas.openxmlformats.org/drawingml/2006/main">
            <a:r>
              <a:t>来源与边界：</a:t>
            </a:r>
          </a:p>
          <a:p xmlns:a="http://schemas.openxmlformats.org/drawingml/2006/main">
            <a:r>
              <a:t>handout §六·1-4；§八 练习 1-8。</a:t>
            </a:r>
          </a:p>
          <a:p xmlns:a="http://schemas.openxmlformats.org/drawingml/2006/main">
            <a:r>
              <a:t/>
            </a:r>
          </a:p>
          <a:p xmlns:a="http://schemas.openxmlformats.org/drawingml/2006/main">
            <a:r>
              <a:t>---</a:t>
            </a:r>
          </a:p>
          <a:p xmlns:a="http://schemas.openxmlformats.org/drawingml/2006/main">
            <a:r>
              <a:t/>
            </a:r>
          </a:p>
          <a:p xmlns:a="http://schemas.openxmlformats.org/drawingml/2006/main">
            <a:r>
              <a:t>[Sources]</a:t>
            </a:r>
          </a:p>
          <a:p xmlns:a="http://schemas.openxmlformats.org/drawingml/2006/main">
            <a:r>
              <a:t/>
            </a:r>
          </a:p>
          <a:p xmlns:a="http://schemas.openxmlformats.org/drawingml/2006/main">
            <a:r>
              <a:t>- 本课 handout.md 与 slides.md</a:t>
            </a:r>
          </a:p>
          <a:p xmlns:a="http://schemas.openxmlformats.org/drawingml/2006/main">
            <a:r>
              <a:t/>
            </a:r>
          </a:p>
          <a:p xmlns:a="http://schemas.openxmlformats.org/drawingml/2006/main">
            <a:r>
              <a:t>- ../../course/reading-card-case.md</a:t>
            </a:r>
          </a:p>
          <a:p xmlns:a="http://schemas.openxmlformats.org/drawingml/2006/main">
            <a:r>
              <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页面：P17 恢复以后，先检查四件事</a:t>
            </a:r>
          </a:p>
          <a:p xmlns:a="http://schemas.openxmlformats.org/drawingml/2006/main">
            <a:r>
              <a:t/>
            </a:r>
          </a:p>
          <a:p xmlns:a="http://schemas.openxmlformats.org/drawingml/2006/main">
            <a:r>
              <a:t>讲义位置：handout.md §六、贯穿案例：把可重复动作改写为受限循环</a:t>
            </a:r>
          </a:p>
          <a:p xmlns:a="http://schemas.openxmlformats.org/drawingml/2006/main">
            <a:r>
              <a:t/>
            </a:r>
          </a:p>
          <a:p xmlns:a="http://schemas.openxmlformats.org/drawingml/2006/main">
            <a:r>
              <a:t>屏显核对：</a:t>
            </a:r>
          </a:p>
          <a:p xmlns:a="http://schemas.openxmlformats.org/drawingml/2006/main">
            <a:r>
              <a:t>失败事件还在吗？</a:t>
            </a:r>
          </a:p>
          <a:p xmlns:a="http://schemas.openxmlformats.org/drawingml/2006/main">
            <a:r>
              <a:t>输入和配置改变了吗？</a:t>
            </a:r>
          </a:p>
          <a:p xmlns:a="http://schemas.openxmlformats.org/drawingml/2006/main">
            <a:r>
              <a:t>成功任务被重复执行了吗？</a:t>
            </a:r>
          </a:p>
          <a:p xmlns:a="http://schemas.openxmlformats.org/drawingml/2006/main">
            <a:r>
              <a:t>预算与停止条件仍然生效吗？</a:t>
            </a:r>
          </a:p>
          <a:p xmlns:a="http://schemas.openxmlformats.org/drawingml/2006/main">
            <a:r>
              <a:t/>
            </a:r>
          </a:p>
          <a:p xmlns:a="http://schemas.openxmlformats.org/drawingml/2006/main">
            <a:r>
              <a:t>教师讲述：</a:t>
            </a:r>
          </a:p>
          <a:p xmlns:a="http://schemas.openxmlformats.org/drawingml/2006/main">
            <a:r>
              <a:t>打开events与state核对四问，展示一次真实恢复。若输入变化，原目录拒绝续跑，应保留旧目录、开启新版本。不要为了让演示成功而清空日志。</a:t>
            </a:r>
          </a:p>
          <a:p xmlns:a="http://schemas.openxmlformats.org/drawingml/2006/main">
            <a:r>
              <a:t/>
            </a:r>
          </a:p>
          <a:p xmlns:a="http://schemas.openxmlformats.org/drawingml/2006/main">
            <a:r>
              <a:t>学生动作：</a:t>
            </a:r>
          </a:p>
          <a:p xmlns:a="http://schemas.openxmlformats.org/drawingml/2006/main">
            <a:r>
              <a:t>在失败trace旁记录恢复依据和仍未解决的问题。</a:t>
            </a:r>
          </a:p>
          <a:p xmlns:a="http://schemas.openxmlformats.org/drawingml/2006/main">
            <a:r>
              <a:t/>
            </a:r>
          </a:p>
          <a:p xmlns:a="http://schemas.openxmlformats.org/drawingml/2006/main">
            <a:r>
              <a:t>来源与边界：</a:t>
            </a:r>
          </a:p>
          <a:p xmlns:a="http://schemas.openxmlformats.org/drawingml/2006/main">
            <a:r>
              <a:t>./handout.md；课堂示例与构造数据见 ../../course/reading-card-case.md</a:t>
            </a:r>
          </a:p>
          <a:p xmlns:a="http://schemas.openxmlformats.org/drawingml/2006/main">
            <a:r>
              <a:t/>
            </a:r>
          </a:p>
          <a:p xmlns:a="http://schemas.openxmlformats.org/drawingml/2006/main">
            <a:r>
              <a:t>[Sources]</a:t>
            </a:r>
          </a:p>
          <a:p xmlns:a="http://schemas.openxmlformats.org/drawingml/2006/main">
            <a:r>
              <a:t/>
            </a:r>
          </a:p>
          <a:p xmlns:a="http://schemas.openxmlformats.org/drawingml/2006/main">
            <a:r>
              <a:t>- 本课 handout.md 与 slides.md</a:t>
            </a:r>
          </a:p>
          <a:p xmlns:a="http://schemas.openxmlformats.org/drawingml/2006/main">
            <a:r>
              <a:t/>
            </a:r>
          </a:p>
          <a:p xmlns:a="http://schemas.openxmlformats.org/drawingml/2006/main">
            <a:r>
              <a:t>- ../../course/reading-card-case.md</a:t>
            </a:r>
          </a:p>
          <a:p xmlns:a="http://schemas.openxmlformats.org/drawingml/2006/main">
            <a:r>
              <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页面：P18 同伴只问四个循环边界</a:t>
            </a:r>
          </a:p>
          <a:p xmlns:a="http://schemas.openxmlformats.org/drawingml/2006/main">
            <a:r>
              <a:t/>
            </a:r>
          </a:p>
          <a:p xmlns:a="http://schemas.openxmlformats.org/drawingml/2006/main">
            <a:r>
              <a:t>讲义位置：本课讲义；见逐页母稿映射表</a:t>
            </a:r>
          </a:p>
          <a:p xmlns:a="http://schemas.openxmlformats.org/drawingml/2006/main">
            <a:r>
              <a:t/>
            </a:r>
          </a:p>
          <a:p xmlns:a="http://schemas.openxmlformats.org/drawingml/2006/main">
            <a:r>
              <a:t>屏显核对：</a:t>
            </a:r>
          </a:p>
          <a:p xmlns:a="http://schemas.openxmlformats.org/drawingml/2006/main">
            <a:r>
              <a:t>同伴只问四个循环边界</a:t>
            </a:r>
          </a:p>
          <a:p xmlns:a="http://schemas.openxmlformats.org/drawingml/2006/main">
            <a:r>
              <a:t/>
            </a:r>
          </a:p>
          <a:p xmlns:a="http://schemas.openxmlformats.org/drawingml/2006/main">
            <a:r>
              <a:t>- 作者的受限循环说明</a:t>
            </a:r>
          </a:p>
          <a:p xmlns:a="http://schemas.openxmlformats.org/drawingml/2006/main">
            <a:r>
              <a:t/>
            </a:r>
          </a:p>
          <a:p xmlns:a="http://schemas.openxmlformats.org/drawingml/2006/main">
            <a:r>
              <a:t>- 固定指标与版本</a:t>
            </a:r>
          </a:p>
          <a:p xmlns:a="http://schemas.openxmlformats.org/drawingml/2006/main">
            <a:r>
              <a:t/>
            </a:r>
          </a:p>
          <a:p xmlns:a="http://schemas.openxmlformats.org/drawingml/2006/main">
            <a:r>
              <a:t>- 预算 / 停止 / 回退</a:t>
            </a:r>
          </a:p>
          <a:p xmlns:a="http://schemas.openxmlformats.org/drawingml/2006/main">
            <a:r>
              <a:t/>
            </a:r>
          </a:p>
          <a:p xmlns:a="http://schemas.openxmlformats.org/drawingml/2006/main">
            <a:r>
              <a:t>- 人工审核点</a:t>
            </a:r>
          </a:p>
          <a:p xmlns:a="http://schemas.openxmlformats.org/drawingml/2006/main">
            <a:r>
              <a:t/>
            </a:r>
          </a:p>
          <a:p xmlns:a="http://schemas.openxmlformats.org/drawingml/2006/main">
            <a:r>
              <a:t>- 正常 / 无改善 / 失败 trace</a:t>
            </a:r>
          </a:p>
          <a:p xmlns:a="http://schemas.openxmlformats.org/drawingml/2006/main">
            <a:r>
              <a:t/>
            </a:r>
          </a:p>
          <a:p xmlns:a="http://schemas.openxmlformats.org/drawingml/2006/main">
            <a:r>
              <a:t>- 同伴提问</a:t>
            </a:r>
          </a:p>
          <a:p xmlns:a="http://schemas.openxmlformats.org/drawingml/2006/main">
            <a:r>
              <a:t/>
            </a:r>
          </a:p>
          <a:p xmlns:a="http://schemas.openxmlformats.org/drawingml/2006/main">
            <a:r>
              <a:t>- ? 指标会漂移吗</a:t>
            </a:r>
          </a:p>
          <a:p xmlns:a="http://schemas.openxmlformats.org/drawingml/2006/main">
            <a:r>
              <a:t/>
            </a:r>
          </a:p>
          <a:p xmlns:a="http://schemas.openxmlformats.org/drawingml/2006/main">
            <a:r>
              <a:t>- ? 何时必须停</a:t>
            </a:r>
          </a:p>
          <a:p xmlns:a="http://schemas.openxmlformats.org/drawingml/2006/main">
            <a:r>
              <a:t/>
            </a:r>
          </a:p>
          <a:p xmlns:a="http://schemas.openxmlformats.org/drawingml/2006/main">
            <a:r>
              <a:t>- ? 失败仍在账本吗</a:t>
            </a:r>
          </a:p>
          <a:p xmlns:a="http://schemas.openxmlformats.org/drawingml/2006/main">
            <a:r>
              <a:t/>
            </a:r>
          </a:p>
          <a:p xmlns:a="http://schemas.openxmlformats.org/drawingml/2006/main">
            <a:r>
              <a:t>- ? 队列被当成优化吗</a:t>
            </a:r>
          </a:p>
          <a:p xmlns:a="http://schemas.openxmlformats.org/drawingml/2006/main">
            <a:r>
              <a:t/>
            </a:r>
          </a:p>
          <a:p xmlns:a="http://schemas.openxmlformats.org/drawingml/2006/main">
            <a:r>
              <a:t>- 作者记录 / 决定与理由</a:t>
            </a:r>
          </a:p>
          <a:p xmlns:a="http://schemas.openxmlformats.org/drawingml/2006/main">
            <a:r>
              <a:t/>
            </a:r>
          </a:p>
          <a:p xmlns:a="http://schemas.openxmlformats.org/drawingml/2006/main">
            <a:r>
              <a:t>教师讲述：</a:t>
            </a:r>
          </a:p>
          <a:p xmlns:a="http://schemas.openxmlformats.org/drawingml/2006/main">
            <a:r>
              <a:t>同伴互查只提问题，不替作者决定，不形成共同提交。重点检查四约束是否齐全、停止条件是否含禁止类、审核点是否标出、失败记录是否七字段、是否出现越界表述。同伴反馈由作者自己决定是否采纳，沿用第 8 课同伴组规则。</a:t>
            </a:r>
          </a:p>
          <a:p xmlns:a="http://schemas.openxmlformats.org/drawingml/2006/main">
            <a:r>
              <a:t/>
            </a:r>
          </a:p>
          <a:p xmlns:a="http://schemas.openxmlformats.org/drawingml/2006/main">
            <a:r>
              <a:t>学生动作：</a:t>
            </a:r>
          </a:p>
          <a:p xmlns:a="http://schemas.openxmlformats.org/drawingml/2006/main">
            <a:r>
              <a:t>2–3 人互查，作者记录决定与理由；按本页建议时间完成。</a:t>
            </a:r>
          </a:p>
          <a:p xmlns:a="http://schemas.openxmlformats.org/drawingml/2006/main">
            <a:r>
              <a:t/>
            </a:r>
          </a:p>
          <a:p xmlns:a="http://schemas.openxmlformats.org/drawingml/2006/main">
            <a:r>
              <a:t>来源与边界：</a:t>
            </a:r>
          </a:p>
          <a:p xmlns:a="http://schemas.openxmlformats.org/drawingml/2006/main">
            <a:r>
              <a:t>handout §七 常见错误；第 8 课同伴反馈规则。</a:t>
            </a:r>
          </a:p>
          <a:p xmlns:a="http://schemas.openxmlformats.org/drawingml/2006/main">
            <a:r>
              <a:t/>
            </a:r>
          </a:p>
          <a:p xmlns:a="http://schemas.openxmlformats.org/drawingml/2006/main">
            <a:r>
              <a:t>---</a:t>
            </a:r>
          </a:p>
          <a:p xmlns:a="http://schemas.openxmlformats.org/drawingml/2006/main">
            <a:r>
              <a:t/>
            </a:r>
          </a:p>
          <a:p xmlns:a="http://schemas.openxmlformats.org/drawingml/2006/main">
            <a:r>
              <a:t>[Sources]</a:t>
            </a:r>
          </a:p>
          <a:p xmlns:a="http://schemas.openxmlformats.org/drawingml/2006/main">
            <a:r>
              <a:t/>
            </a:r>
          </a:p>
          <a:p xmlns:a="http://schemas.openxmlformats.org/drawingml/2006/main">
            <a:r>
              <a:t>- 本课 handout.md 与 slides.md</a:t>
            </a:r>
          </a:p>
          <a:p xmlns:a="http://schemas.openxmlformats.org/drawingml/2006/main">
            <a:r>
              <a:t/>
            </a:r>
          </a:p>
          <a:p xmlns:a="http://schemas.openxmlformats.org/drawingml/2006/main">
            <a:r>
              <a:t>- ../../course/reading-card-case.md</a:t>
            </a:r>
          </a:p>
          <a:p xmlns:a="http://schemas.openxmlformats.org/drawingml/2006/main">
            <a:r>
              <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页面：P19 本讲知识点总结</a:t>
            </a:r>
          </a:p>
          <a:p xmlns:a="http://schemas.openxmlformats.org/drawingml/2006/main">
            <a:r>
              <a:t/>
            </a:r>
          </a:p>
          <a:p xmlns:a="http://schemas.openxmlformats.org/drawingml/2006/main">
            <a:r>
              <a:t>讲义位置：本课讲义；见逐页母稿映射表</a:t>
            </a:r>
          </a:p>
          <a:p xmlns:a="http://schemas.openxmlformats.org/drawingml/2006/main">
            <a:r>
              <a:t/>
            </a:r>
          </a:p>
          <a:p xmlns:a="http://schemas.openxmlformats.org/drawingml/2006/main">
            <a:r>
              <a:t>屏显核对：</a:t>
            </a:r>
          </a:p>
          <a:p xmlns:a="http://schemas.openxmlformats.org/drawingml/2006/main">
            <a:r>
              <a:t>本讲知识点总结</a:t>
            </a:r>
          </a:p>
          <a:p xmlns:a="http://schemas.openxmlformats.org/drawingml/2006/main">
            <a:r>
              <a:t/>
            </a:r>
          </a:p>
          <a:p xmlns:a="http://schemas.openxmlformats.org/drawingml/2006/main">
            <a:r>
              <a:t>- 冻结指标</a:t>
            </a:r>
          </a:p>
          <a:p xmlns:a="http://schemas.openxmlformats.org/drawingml/2006/main">
            <a:r>
              <a:t/>
            </a:r>
          </a:p>
          <a:p xmlns:a="http://schemas.openxmlformats.org/drawingml/2006/main">
            <a:r>
              <a:t>- 本讲输入</a:t>
            </a:r>
          </a:p>
          <a:p xmlns:a="http://schemas.openxmlformats.org/drawingml/2006/main">
            <a:r>
              <a:t/>
            </a:r>
          </a:p>
          <a:p xmlns:a="http://schemas.openxmlformats.org/drawingml/2006/main">
            <a:r>
              <a:t>- 预算 / 停止</a:t>
            </a:r>
          </a:p>
          <a:p xmlns:a="http://schemas.openxmlformats.org/drawingml/2006/main">
            <a:r>
              <a:t/>
            </a:r>
          </a:p>
          <a:p xmlns:a="http://schemas.openxmlformats.org/drawingml/2006/main">
            <a:r>
              <a:t>- 本讲执行</a:t>
            </a:r>
          </a:p>
          <a:p xmlns:a="http://schemas.openxmlformats.org/drawingml/2006/main">
            <a:r>
              <a:t/>
            </a:r>
          </a:p>
          <a:p xmlns:a="http://schemas.openxmlformats.org/drawingml/2006/main">
            <a:r>
              <a:t>- 失败保留 / 回退</a:t>
            </a:r>
          </a:p>
          <a:p xmlns:a="http://schemas.openxmlformats.org/drawingml/2006/main">
            <a:r>
              <a:t/>
            </a:r>
          </a:p>
          <a:p xmlns:a="http://schemas.openxmlformats.org/drawingml/2006/main">
            <a:r>
              <a:t>- 本讲证据</a:t>
            </a:r>
          </a:p>
          <a:p xmlns:a="http://schemas.openxmlformats.org/drawingml/2006/main">
            <a:r>
              <a:t/>
            </a:r>
          </a:p>
          <a:p xmlns:a="http://schemas.openxmlformats.org/drawingml/2006/main">
            <a:r>
              <a:t>- 交给 L12 设计</a:t>
            </a:r>
          </a:p>
          <a:p xmlns:a="http://schemas.openxmlformats.org/drawingml/2006/main">
            <a:r>
              <a:t/>
            </a:r>
          </a:p>
          <a:p xmlns:a="http://schemas.openxmlformats.org/drawingml/2006/main">
            <a:r>
              <a:t>- 下一步</a:t>
            </a:r>
          </a:p>
          <a:p xmlns:a="http://schemas.openxmlformats.org/drawingml/2006/main">
            <a:r>
              <a:t/>
            </a:r>
          </a:p>
          <a:p xmlns:a="http://schemas.openxmlformats.org/drawingml/2006/main">
            <a:r>
              <a:t>教师讲述：</a:t>
            </a:r>
          </a:p>
          <a:p xmlns:a="http://schemas.openxmlformats.org/drawingml/2006/main">
            <a:r>
              <a:t>回收循环结构、约束、失败追踪与人工审核的关系。本页不新增任务。</a:t>
            </a:r>
          </a:p>
          <a:p xmlns:a="http://schemas.openxmlformats.org/drawingml/2006/main">
            <a:r>
              <a:t/>
            </a:r>
          </a:p>
          <a:p xmlns:a="http://schemas.openxmlformats.org/drawingml/2006/main">
            <a:r>
              <a:t>学生动作：</a:t>
            </a:r>
          </a:p>
          <a:p xmlns:a="http://schemas.openxmlformats.org/drawingml/2006/main">
            <a:r>
              <a:t>学生用一句话指出自己的循环最可能在哪项约束上失效。</a:t>
            </a:r>
          </a:p>
          <a:p xmlns:a="http://schemas.openxmlformats.org/drawingml/2006/main">
            <a:r>
              <a:t/>
            </a:r>
          </a:p>
          <a:p xmlns:a="http://schemas.openxmlformats.org/drawingml/2006/main">
            <a:r>
              <a:t>来源与边界：</a:t>
            </a:r>
          </a:p>
          <a:p xmlns:a="http://schemas.openxmlformats.org/drawingml/2006/main">
            <a:r>
              <a:t>[handout.md](./handout.md) §二-§五；[teaching-plan.md](./teaching-plan.md) 第四至六节。</a:t>
            </a:r>
          </a:p>
          <a:p xmlns:a="http://schemas.openxmlformats.org/drawingml/2006/main">
            <a:r>
              <a:t/>
            </a:r>
          </a:p>
          <a:p xmlns:a="http://schemas.openxmlformats.org/drawingml/2006/main">
            <a:r>
              <a:t>---</a:t>
            </a:r>
          </a:p>
          <a:p xmlns:a="http://schemas.openxmlformats.org/drawingml/2006/main">
            <a:r>
              <a:t/>
            </a:r>
          </a:p>
          <a:p xmlns:a="http://schemas.openxmlformats.org/drawingml/2006/main">
            <a:r>
              <a:t>[Sources]</a:t>
            </a:r>
          </a:p>
          <a:p xmlns:a="http://schemas.openxmlformats.org/drawingml/2006/main">
            <a:r>
              <a:t/>
            </a:r>
          </a:p>
          <a:p xmlns:a="http://schemas.openxmlformats.org/drawingml/2006/main">
            <a:r>
              <a:t>- 本课 handout.md 与 slides.md</a:t>
            </a:r>
          </a:p>
          <a:p xmlns:a="http://schemas.openxmlformats.org/drawingml/2006/main">
            <a:r>
              <a:t/>
            </a:r>
          </a:p>
          <a:p xmlns:a="http://schemas.openxmlformats.org/drawingml/2006/main">
            <a:r>
              <a:t>- ../../course/reading-card-case.md</a:t>
            </a:r>
          </a:p>
          <a:p xmlns:a="http://schemas.openxmlformats.org/drawingml/2006/main">
            <a:r>
              <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页面：P20 受限循环将升级为最小工作流</a:t>
            </a:r>
          </a:p>
          <a:p xmlns:a="http://schemas.openxmlformats.org/drawingml/2006/main">
            <a:r>
              <a:t/>
            </a:r>
          </a:p>
          <a:p xmlns:a="http://schemas.openxmlformats.org/drawingml/2006/main">
            <a:r>
              <a:t>讲义位置：本课讲义；见逐页母稿映射表</a:t>
            </a:r>
          </a:p>
          <a:p xmlns:a="http://schemas.openxmlformats.org/drawingml/2006/main">
            <a:r>
              <a:t/>
            </a:r>
          </a:p>
          <a:p xmlns:a="http://schemas.openxmlformats.org/drawingml/2006/main">
            <a:r>
              <a:t>屏显核对：</a:t>
            </a:r>
          </a:p>
          <a:p xmlns:a="http://schemas.openxmlformats.org/drawingml/2006/main">
            <a:r>
              <a:t>受限循环将升级为最小工作流</a:t>
            </a:r>
          </a:p>
          <a:p xmlns:a="http://schemas.openxmlformats.org/drawingml/2006/main">
            <a:r>
              <a:t/>
            </a:r>
          </a:p>
          <a:p xmlns:a="http://schemas.openxmlformats.org/drawingml/2006/main">
            <a:r>
              <a:t>- L10 / 一次执行</a:t>
            </a:r>
          </a:p>
          <a:p xmlns:a="http://schemas.openxmlformats.org/drawingml/2006/main">
            <a:r>
              <a:t/>
            </a:r>
          </a:p>
          <a:p xmlns:a="http://schemas.openxmlformats.org/drawingml/2006/main">
            <a:r>
              <a:t>- L11 / 冻结循环</a:t>
            </a:r>
          </a:p>
          <a:p xmlns:a="http://schemas.openxmlformats.org/drawingml/2006/main">
            <a:r>
              <a:t/>
            </a:r>
          </a:p>
          <a:p xmlns:a="http://schemas.openxmlformats.org/drawingml/2006/main">
            <a:r>
              <a:t>- 当前位置 / 输出</a:t>
            </a:r>
          </a:p>
          <a:p xmlns:a="http://schemas.openxmlformats.org/drawingml/2006/main">
            <a:r>
              <a:t/>
            </a:r>
          </a:p>
          <a:p xmlns:a="http://schemas.openxmlformats.org/drawingml/2006/main">
            <a:r>
              <a:t>- L12 / 最小工作流</a:t>
            </a:r>
          </a:p>
          <a:p xmlns:a="http://schemas.openxmlformats.org/drawingml/2006/main">
            <a:r>
              <a:t/>
            </a:r>
          </a:p>
          <a:p xmlns:a="http://schemas.openxmlformats.org/drawingml/2006/main">
            <a:r>
              <a:t>- L13 / 评价</a:t>
            </a:r>
          </a:p>
          <a:p xmlns:a="http://schemas.openxmlformats.org/drawingml/2006/main">
            <a:r>
              <a:t/>
            </a:r>
          </a:p>
          <a:p xmlns:a="http://schemas.openxmlformats.org/drawingml/2006/main">
            <a:r>
              <a:t>- 交给第 12 课：循环说明｜三种 trace｜四约束短分析</a:t>
            </a:r>
          </a:p>
          <a:p xmlns:a="http://schemas.openxmlformats.org/drawingml/2006/main">
            <a:r>
              <a:t/>
            </a:r>
          </a:p>
          <a:p xmlns:a="http://schemas.openxmlformats.org/drawingml/2006/main">
            <a:r>
              <a:t>教师讲述：</a:t>
            </a:r>
          </a:p>
          <a:p xmlns:a="http://schemas.openxmlformats.org/drawingml/2006/main">
            <a:r>
              <a:t>退出卡让学生记录卡点。本课不正式提交。第 12 课会把本课的循环骨架重新组合为个人工作流设计——任务契约、Context、Memory、工具/MCP、权限、Evals、人工审核点会再次出现，但这次是你自己组合而非拆解别人的系统。第 13 课验证门统一检查实验记录与失败保留。</a:t>
            </a:r>
          </a:p>
          <a:p xmlns:a="http://schemas.openxmlformats.org/drawingml/2006/main">
            <a:r>
              <a:t/>
            </a:r>
          </a:p>
          <a:p xmlns:a="http://schemas.openxmlformats.org/drawingml/2006/main">
            <a:r>
              <a:t>学生动作：</a:t>
            </a:r>
          </a:p>
          <a:p xmlns:a="http://schemas.openxmlformats.org/drawingml/2006/main">
            <a:r>
              <a:t>学生填写退出卡（2 分钟）。教师收回或学生自留。</a:t>
            </a:r>
          </a:p>
          <a:p xmlns:a="http://schemas.openxmlformats.org/drawingml/2006/main">
            <a:r>
              <a:t/>
            </a:r>
          </a:p>
          <a:p xmlns:a="http://schemas.openxmlformats.org/drawingml/2006/main">
            <a:r>
              <a:t>来源与边界：</a:t>
            </a:r>
          </a:p>
          <a:p xmlns:a="http://schemas.openxmlformats.org/drawingml/2006/main">
            <a:r>
              <a:t>[assignments.md](../../course/assignments.md) 验证门 Checkpoint 3 在第 13 课后；[syllabus.md](../../course/syllabus.md) 第 12 课主题。</a:t>
            </a:r>
          </a:p>
          <a:p xmlns:a="http://schemas.openxmlformats.org/drawingml/2006/main">
            <a:r>
              <a:t/>
            </a:r>
          </a:p>
          <a:p xmlns:a="http://schemas.openxmlformats.org/drawingml/2006/main">
            <a:r>
              <a:t>[Sources]</a:t>
            </a:r>
          </a:p>
          <a:p xmlns:a="http://schemas.openxmlformats.org/drawingml/2006/main">
            <a:r>
              <a:t/>
            </a:r>
          </a:p>
          <a:p xmlns:a="http://schemas.openxmlformats.org/drawingml/2006/main">
            <a:r>
              <a:t>- 本课 handout.md 与 slides.md</a:t>
            </a:r>
          </a:p>
          <a:p xmlns:a="http://schemas.openxmlformats.org/drawingml/2006/main">
            <a:r>
              <a:t/>
            </a:r>
          </a:p>
          <a:p xmlns:a="http://schemas.openxmlformats.org/drawingml/2006/main">
            <a:r>
              <a:t>- ../../course/reading-card-case.md</a:t>
            </a:r>
          </a:p>
          <a:p xmlns:a="http://schemas.openxmlformats.org/drawingml/2006/main">
            <a:r>
              <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3bc225baf284652" /><Relationship Type="http://schemas.openxmlformats.org/officeDocument/2006/relationships/image" Target="/ppt/media/image.png" Id="Rf316e5d6b82c4841" /><Relationship Type="http://schemas.openxmlformats.org/officeDocument/2006/relationships/image" Target="/ppt/media/image2.png" Id="Rf775438539824c26" /><Relationship Type="http://schemas.openxmlformats.org/officeDocument/2006/relationships/image" Target="/ppt/media/image3.png" Id="R6287557e5d9f4197" /><Relationship Type="http://schemas.openxmlformats.org/officeDocument/2006/relationships/image" Target="/ppt/media/image4.png" Id="Rfd285553960e4a9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c6bc54a30664fa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9bfa5c0db6a4434" /><Relationship Type="http://schemas.openxmlformats.org/officeDocument/2006/relationships/image" Target="/ppt/media/image2.png" Id="Rc23c8abb899c4798" /><Relationship Type="http://schemas.openxmlformats.org/officeDocument/2006/relationships/image" Target="/ppt/media/image5.png" Id="R1338b1b8b3804590"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57ca4f5cd7d4d07" /><Relationship Type="http://schemas.openxmlformats.org/officeDocument/2006/relationships/image" Target="/ppt/media/image.png" Id="R3362c7305774466d" /><Relationship Type="http://schemas.openxmlformats.org/officeDocument/2006/relationships/image" Target="/ppt/media/image3.png" Id="Re8367ac246d34f80" /></Relationships>
</file>

<file path=ppt/slideLayouts/slideLayout1.xml><?xml version="1.0" encoding="utf-8"?>
<p:sldLayout xmlns:p="http://schemas.openxmlformats.org/presentationml/2006/main" preserve="1" userDrawn="1">
  <p:cSld name="封面">
    <p:spTree>
      <p:nvGrpSpPr>
        <p:cNvPr id="1" name=""/>
        <p:cNvGrpSpPr/>
        <p:nvPr/>
      </p:nvGrpSpPr>
      <p:grpSpPr>
        <a:xfrm xmlns:a="http://schemas.openxmlformats.org/drawingml/2006/main"/>
      </p:grpSpPr>
      <p:pic>
        <p:nvPicPr>
          <p:cNvPr id="46" name="图片 7"/>
          <p:cNvPicPr>
            <a:picLocks xmlns:a="http://schemas.openxmlformats.org/drawingml/2006/main" noChangeAspect="1"/>
          </p:cNvPicPr>
          <p:nvPr/>
        </p:nvPicPr>
        <p:blipFill>
          <a:blip xmlns:r="http://schemas.openxmlformats.org/officeDocument/2006/relationships" xmlns:a="http://schemas.openxmlformats.org/drawingml/2006/main" r:embed="Rf316e5d6b82c4841">
            <a:duotone>
              <a:prstClr val="black"/>
              <a:schemeClr val="accent1">
                <a:tint val="45000"/>
                <a:satMod val="400000"/>
              </a:schemeClr>
            </a:duotone>
            <a:alphaModFix amt="5000"/>
          </a:blip>
          <a:stretch xmlns:a="http://schemas.openxmlformats.org/drawingml/2006/main">
            <a:fillRect l="0" t="0" r="0" b="0"/>
          </a:stretch>
        </p:blipFill>
        <p:spPr>
          <a:xfrm xmlns:a="http://schemas.openxmlformats.org/drawingml/2006/main">
            <a:off x="-50417" y="2900149"/>
            <a:ext cx="12292835" cy="3957851"/>
          </a:xfrm>
          <a:prstGeom xmlns:a="http://schemas.openxmlformats.org/drawingml/2006/main" prst="rect">
            <a:avLst/>
          </a:prstGeom>
        </p:spPr>
      </p:pic>
      <p:sp>
        <p:nvSpPr>
          <p:cNvPr id="22" name="标题 1">
            <a:extLst xmlns:a="http://schemas.openxmlformats.org/drawingml/2006/main">
              <a:ext uri="{FF2B5EF4-FFF2-40B4-BE49-F238E27FC236}">
                <a16:creationId xmlns:a16="http://schemas.microsoft.com/office/drawing/2014/main" id="{9AF74CDA-19DD-45C1-88FF-2379736830CB}"/>
              </a:ext>
            </a:extLst>
          </p:cNvPr>
          <p:cNvSpPr>
            <a:spLocks xmlns:a="http://schemas.openxmlformats.org/drawingml/2006/main" noGrp="1"/>
          </p:cNvSpPr>
          <p:nvPr>
            <p:ph type="title" idx="0" hasCustomPrompt="1"/>
          </p:nvPr>
        </p:nvSpPr>
        <p:spPr>
          <a:xfrm xmlns:a="http://schemas.openxmlformats.org/drawingml/2006/main">
            <a:off x="1069561" y="2016174"/>
            <a:ext cx="10052879" cy="1060855"/>
          </a:xfrm>
          <a:prstGeom xmlns:a="http://schemas.openxmlformats.org/drawingml/2006/main" prst="rect">
            <a:avLst/>
          </a:prstGeom>
        </p:spPr>
        <p:txBody>
          <a:bodyPr xmlns:a="http://schemas.openxmlformats.org/drawingml/2006/main" anchor="ctr">
            <a:noAutofit/>
          </a:bodyPr>
          <a:lstStyle xmlns:a="http://schemas.openxmlformats.org/drawingml/2006/main">
            <a:lvl1pPr algn="ctr">
              <a:buNone/>
              <a:defRPr sz="5400" b="1">
                <a:solidFill>
                  <a:schemeClr val="accent1"/>
                </a:solidFill>
              </a:defRPr>
            </a:lvl1pPr>
          </a:lstStyle>
          <a:p xmlns:a="http://schemas.openxmlformats.org/drawingml/2006/main">
            <a:r>
              <a:t>单击此处编辑标题样式</a:t>
            </a:r>
          </a:p>
        </p:txBody>
      </p:sp>
      <p:sp>
        <p:nvSpPr>
          <p:cNvPr id="26" name="内容占位符 25">
            <a:extLst xmlns:a="http://schemas.openxmlformats.org/drawingml/2006/main">
              <a:ext uri="{FF2B5EF4-FFF2-40B4-BE49-F238E27FC236}">
                <a16:creationId xmlns:a16="http://schemas.microsoft.com/office/drawing/2014/main" id="{981273AB-3D30-4A7E-951D-B80D3185213B}"/>
              </a:ext>
            </a:extLst>
          </p:cNvPr>
          <p:cNvSpPr>
            <a:spLocks xmlns:a="http://schemas.openxmlformats.org/drawingml/2006/main" noGrp="1"/>
          </p:cNvSpPr>
          <p:nvPr>
            <p:ph idx="10" hasCustomPrompt="1"/>
          </p:nvPr>
        </p:nvSpPr>
        <p:spPr>
          <a:xfrm xmlns:a="http://schemas.openxmlformats.org/drawingml/2006/main">
            <a:off x="4644345" y="5196924"/>
            <a:ext cx="2903311" cy="454025"/>
          </a:xfrm>
          <a:prstGeom xmlns:a="http://schemas.openxmlformats.org/drawingml/2006/main" prst="rect">
            <a:avLst/>
          </a:prstGeom>
        </p:spPr>
        <p:txBody>
          <a:bodyPr xmlns:a="http://schemas.openxmlformats.org/drawingml/2006/main" anchor="ctr"/>
          <a:lstStyle xmlns:a="http://schemas.openxmlformats.org/drawingml/2006/main">
            <a:lvl1pPr marL="0" indent="0" algn="ctr">
              <a:lnSpc>
                <a:spcPct val="100000"/>
              </a:lnSpc>
              <a:buNone/>
              <a:defRPr sz="2400">
                <a:solidFill>
                  <a:schemeClr val="accent2"/>
                </a:solidFill>
              </a:defRPr>
            </a:lvl1pPr>
          </a:lstStyle>
          <a:p xmlns:a="http://schemas.openxmlformats.org/drawingml/2006/main">
            <a:pPr lvl="0">
              <a:buNone/>
            </a:pPr>
            <a:fld id="{DE506FFD-8B27-444A-964F-E64D0BB3DAF0}" type="datetime2">
              <a:t>2019年1月28日</a:t>
            </a:fld>
            <a:endParaRPr/>
          </a:p>
        </p:txBody>
      </p:sp>
      <p:sp>
        <p:nvSpPr>
          <p:cNvPr id="32" name="文本占位符 31">
            <a:extLst xmlns:a="http://schemas.openxmlformats.org/drawingml/2006/main">
              <a:ext uri="{FF2B5EF4-FFF2-40B4-BE49-F238E27FC236}">
                <a16:creationId xmlns:a16="http://schemas.microsoft.com/office/drawing/2014/main" id="{F905EEBF-8ACE-4D30-A4F5-C5796F8343A2}"/>
              </a:ext>
            </a:extLst>
          </p:cNvPr>
          <p:cNvSpPr>
            <a:spLocks xmlns:a="http://schemas.openxmlformats.org/drawingml/2006/main" noGrp="1"/>
          </p:cNvSpPr>
          <p:nvPr>
            <p:ph type="body" idx="11"/>
          </p:nvPr>
        </p:nvSpPr>
        <p:spPr>
          <a:xfrm xmlns:a="http://schemas.openxmlformats.org/drawingml/2006/main">
            <a:off x="4034910" y="4407403"/>
            <a:ext cx="4122181" cy="598488"/>
          </a:xfrm>
          <a:prstGeom xmlns:a="http://schemas.openxmlformats.org/drawingml/2006/main" prst="rect">
            <a:avLst/>
          </a:prstGeom>
        </p:spPr>
        <p:txBody>
          <a:bodyPr xmlns:a="http://schemas.openxmlformats.org/drawingml/2006/main" anchor="ctr"/>
          <a:lstStyle xmlns:a="http://schemas.openxmlformats.org/drawingml/2006/main">
            <a:lvl1pPr marL="0" indent="0" algn="ctr">
              <a:lnSpc>
                <a:spcPct val="100000"/>
              </a:lnSpc>
              <a:buNone/>
              <a:defRPr sz="3200" b="1">
                <a:solidFill>
                  <a:schemeClr val="accent2"/>
                </a:solidFill>
              </a:defRPr>
            </a:lvl1pPr>
          </a:lstStyle>
          <a:p xmlns:a="http://schemas.openxmlformats.org/drawingml/2006/main">
            <a:pPr lvl="0">
              <a:buNone/>
            </a:pPr>
            <a:endParaRPr/>
          </a:p>
        </p:txBody>
      </p:sp>
      <p:pic>
        <p:nvPicPr>
          <p:cNvPr id="50" name="图片 34"/>
          <p:cNvPicPr>
            <a:picLocks xmlns:a="http://schemas.openxmlformats.org/drawingml/2006/main" noChangeAspect="1"/>
          </p:cNvPicPr>
          <p:nvPr/>
        </p:nvPicPr>
        <p:blipFill rotWithShape="1">
          <a:blip xmlns:r="http://schemas.openxmlformats.org/officeDocument/2006/relationships" xmlns:a="http://schemas.openxmlformats.org/drawingml/2006/main" r:embed="Rf775438539824c26"/>
          <a:srcRect xmlns:a="http://schemas.openxmlformats.org/drawingml/2006/main" l="74359" t="0" r="1346" b="0"/>
          <a:stretch xmlns:a="http://schemas.openxmlformats.org/drawingml/2006/main"/>
        </p:blipFill>
        <p:spPr>
          <a:xfrm xmlns:a="http://schemas.openxmlformats.org/drawingml/2006/main">
            <a:off x="8870172" y="274183"/>
            <a:ext cx="3002280" cy="411617"/>
          </a:xfrm>
          <a:prstGeom xmlns:a="http://schemas.openxmlformats.org/drawingml/2006/main" prst="rect">
            <a:avLst/>
          </a:prstGeom>
        </p:spPr>
      </p:pic>
      <p:pic>
        <p:nvPicPr>
          <p:cNvPr id="51" name="图片 17"/>
          <p:cNvPicPr>
            <a:picLocks xmlns:a="http://schemas.openxmlformats.org/drawingml/2006/main" noChangeAspect="1"/>
          </p:cNvPicPr>
          <p:nvPr/>
        </p:nvPicPr>
        <p:blipFill rotWithShape="1">
          <a:blip xmlns:r="http://schemas.openxmlformats.org/officeDocument/2006/relationships" xmlns:a="http://schemas.openxmlformats.org/drawingml/2006/main" r:embed="R6287557e5d9f4197">
            <a:alphaModFix amt="35000"/>
          </a:blip>
          <a:srcRect xmlns:a="http://schemas.openxmlformats.org/drawingml/2006/main" l="0" t="9831" r="0" b="36385"/>
          <a:stretch xmlns:a="http://schemas.openxmlformats.org/drawingml/2006/main"/>
        </p:blipFill>
        <p:spPr>
          <a:xfrm xmlns:a="http://schemas.openxmlformats.org/drawingml/2006/main" rot="0" flipH="0" flipV="0">
            <a:off x="3352562" y="6244170"/>
            <a:ext cx="5486876" cy="406590"/>
          </a:xfrm>
          <a:prstGeom xmlns:a="http://schemas.openxmlformats.org/drawingml/2006/main" prst="rect">
            <a:avLst/>
          </a:prstGeom>
        </p:spPr>
      </p:pic>
      <p:sp>
        <p:nvSpPr>
          <p:cNvPr id="37" name="椭圆 36">
            <a:extLst xmlns:a="http://schemas.openxmlformats.org/drawingml/2006/main">
              <a:ext uri="{FF2B5EF4-FFF2-40B4-BE49-F238E27FC236}">
                <a16:creationId xmlns:a16="http://schemas.microsoft.com/office/drawing/2014/main" id="{53D809C0-A4EF-44AF-AECA-4A85E4BA2C9D}"/>
              </a:ext>
            </a:extLst>
          </p:cNvPr>
          <p:cNvSpPr>
            <a:spLocks xmlns:a="http://schemas.openxmlformats.org/drawingml/2006/main" noGrp="1"/>
          </p:cNvSpPr>
          <p:nvPr/>
        </p:nvSpPr>
        <p:spPr>
          <a:xfrm xmlns:a="http://schemas.openxmlformats.org/drawingml/2006/main" rot="0" flipH="0" flipV="0">
            <a:off x="6051000" y="6430138"/>
            <a:ext cx="90000" cy="90000"/>
          </a:xfrm>
          <a:prstGeom xmlns:a="http://schemas.openxmlformats.org/drawingml/2006/main" prst="ellipse">
            <a:avLst/>
          </a:prstGeom>
          <a:solidFill xmlns:a="http://schemas.openxmlformats.org/drawingml/2006/main">
            <a:schemeClr val="accent6">
              <a:lumMod val="60000"/>
              <a:lumOff val="40000"/>
            </a:schemeClr>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9" name="直接连接符 38">
            <a:extLst xmlns:a="http://schemas.openxmlformats.org/drawingml/2006/main">
              <a:ext uri="{FF2B5EF4-FFF2-40B4-BE49-F238E27FC236}">
                <a16:creationId xmlns:a16="http://schemas.microsoft.com/office/drawing/2014/main" id="{31F7CAE3-0209-4DA4-9A92-731CC272B6B0}"/>
              </a:ext>
            </a:extLst>
          </p:cNvPr>
          <p:cNvSpPr>
            <a:spLocks xmlns:a="http://schemas.openxmlformats.org/drawingml/2006/main" noGrp="1"/>
          </p:cNvSpPr>
          <p:nvPr/>
        </p:nvSpPr>
        <p:spPr>
          <a:xfrm xmlns:a="http://schemas.openxmlformats.org/drawingml/2006/main" rot="0" flipH="0" flipV="0">
            <a:off x="2328587" y="6487838"/>
            <a:ext cx="900000" cy="0"/>
          </a:xfrm>
          <a:prstGeom xmlns:a="http://schemas.openxmlformats.org/drawingml/2006/main" prst="line">
            <a:avLst/>
          </a:prstGeom>
          <a:ln xmlns:a="http://schemas.openxmlformats.org/drawingml/2006/main" w="12700">
            <a:solidFill>
              <a:schemeClr val="accent6">
                <a:lumMod val="60000"/>
                <a:lumOff val="40000"/>
              </a:schemeClr>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41" name="直接连接符 40">
            <a:extLst xmlns:a="http://schemas.openxmlformats.org/drawingml/2006/main">
              <a:ext uri="{FF2B5EF4-FFF2-40B4-BE49-F238E27FC236}">
                <a16:creationId xmlns:a16="http://schemas.microsoft.com/office/drawing/2014/main" id="{B3FF25BF-0A81-4E7C-A868-79A201F0DE02}"/>
              </a:ext>
            </a:extLst>
          </p:cNvPr>
          <p:cNvSpPr>
            <a:spLocks xmlns:a="http://schemas.openxmlformats.org/drawingml/2006/main" noGrp="1"/>
          </p:cNvSpPr>
          <p:nvPr/>
        </p:nvSpPr>
        <p:spPr>
          <a:xfrm xmlns:a="http://schemas.openxmlformats.org/drawingml/2006/main" rot="0" flipH="0" flipV="0">
            <a:off x="8983387" y="6487838"/>
            <a:ext cx="900000" cy="0"/>
          </a:xfrm>
          <a:prstGeom xmlns:a="http://schemas.openxmlformats.org/drawingml/2006/main" prst="line">
            <a:avLst/>
          </a:prstGeom>
          <a:ln xmlns:a="http://schemas.openxmlformats.org/drawingml/2006/main" w="12700">
            <a:solidFill>
              <a:schemeClr val="accent6">
                <a:lumMod val="60000"/>
                <a:lumOff val="40000"/>
              </a:schemeClr>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12" name="直接连接符 11">
            <a:extLst xmlns:a="http://schemas.openxmlformats.org/drawingml/2006/main">
              <a:ext uri="{FF2B5EF4-FFF2-40B4-BE49-F238E27FC236}">
                <a16:creationId xmlns:a16="http://schemas.microsoft.com/office/drawing/2014/main" id="{84931B68-BEBE-4F6A-A7A3-EB2B855A6B91}"/>
              </a:ext>
            </a:extLst>
          </p:cNvPr>
          <p:cNvSpPr>
            <a:spLocks xmlns:a="http://schemas.openxmlformats.org/drawingml/2006/main" noGrp="1"/>
          </p:cNvSpPr>
          <p:nvPr/>
        </p:nvSpPr>
        <p:spPr>
          <a:xfrm xmlns:a="http://schemas.openxmlformats.org/drawingml/2006/main">
            <a:off x="2046000" y="1712549"/>
            <a:ext cx="8100000" cy="0"/>
          </a:xfrm>
          <a:prstGeom xmlns:a="http://schemas.openxmlformats.org/drawingml/2006/main" prst="line">
            <a:avLst/>
          </a:prstGeom>
          <a:ln xmlns:a="http://schemas.openxmlformats.org/drawingml/2006/main">
            <a:solidFill>
              <a:schemeClr val="accent6"/>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13" name="直接连接符 12">
            <a:extLst xmlns:a="http://schemas.openxmlformats.org/drawingml/2006/main">
              <a:ext uri="{FF2B5EF4-FFF2-40B4-BE49-F238E27FC236}">
                <a16:creationId xmlns:a16="http://schemas.microsoft.com/office/drawing/2014/main" id="{26218CD3-8CA7-49E2-A133-F31724416924}"/>
              </a:ext>
            </a:extLst>
          </p:cNvPr>
          <p:cNvSpPr>
            <a:spLocks xmlns:a="http://schemas.openxmlformats.org/drawingml/2006/main" noGrp="1"/>
          </p:cNvSpPr>
          <p:nvPr/>
        </p:nvSpPr>
        <p:spPr>
          <a:xfrm xmlns:a="http://schemas.openxmlformats.org/drawingml/2006/main">
            <a:off x="2046000" y="3428810"/>
            <a:ext cx="8100000" cy="0"/>
          </a:xfrm>
          <a:prstGeom xmlns:a="http://schemas.openxmlformats.org/drawingml/2006/main" prst="line">
            <a:avLst/>
          </a:prstGeom>
          <a:ln xmlns:a="http://schemas.openxmlformats.org/drawingml/2006/main">
            <a:solidFill>
              <a:schemeClr val="accent6"/>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pic>
        <p:nvPicPr>
          <p:cNvPr id="57" name="图片 3"/>
          <p:cNvPicPr>
            <a:picLocks xmlns:a="http://schemas.openxmlformats.org/drawingml/2006/main" noChangeAspect="1"/>
          </p:cNvPicPr>
          <p:nvPr/>
        </p:nvPicPr>
        <p:blipFill>
          <a:blip xmlns:r="http://schemas.openxmlformats.org/officeDocument/2006/relationships" xmlns:a="http://schemas.openxmlformats.org/drawingml/2006/main" r:embed="Rfd285553960e4a99"/>
          <a:srcRect xmlns:a="http://schemas.openxmlformats.org/drawingml/2006/main" l="0" t="0" r="54251" b="0"/>
          <a:stretch xmlns:a="http://schemas.openxmlformats.org/drawingml/2006/main"/>
        </p:blipFill>
        <p:spPr>
          <a:xfrm xmlns:a="http://schemas.openxmlformats.org/drawingml/2006/main">
            <a:off x="332010" y="251357"/>
            <a:ext cx="1934780" cy="482598"/>
          </a:xfrm>
          <a:prstGeom xmlns:a="http://schemas.openxmlformats.org/drawingml/2006/main" prst="rect">
            <a:avLst/>
          </a:prstGeom>
        </p:spPr>
      </p:pic>
    </p:spTree>
  </p:cSld>
</p:sldLayout>
</file>

<file path=ppt/slideLayouts/slideLayout2.xml><?xml version="1.0" encoding="utf-8"?>
<p:sldLayout xmlns:p="http://schemas.openxmlformats.org/presentationml/2006/main" preserve="1" userDrawn="1">
  <p:cSld name="目录-1">
    <p:spTree>
      <p:nvGrpSpPr>
        <p:cNvPr id="1" name=""/>
        <p:cNvGrpSpPr/>
        <p:nvPr/>
      </p:nvGrpSpPr>
      <p:grpSpPr>
        <a:xfrm xmlns:a="http://schemas.openxmlformats.org/drawingml/2006/main"/>
      </p:grpSpPr>
      <p:sp>
        <p:nvSpPr>
          <p:cNvPr id="10" name="矩形 9">
            <a:extLst xmlns:a="http://schemas.openxmlformats.org/drawingml/2006/main">
              <a:ext uri="{FF2B5EF4-FFF2-40B4-BE49-F238E27FC236}">
                <a16:creationId xmlns:a16="http://schemas.microsoft.com/office/drawing/2014/main" id="{CD1F02EB-A5F5-4A25-8E13-33D76C3997D5}"/>
              </a:ext>
            </a:extLst>
          </p:cNvPr>
          <p:cNvSpPr>
            <a:spLocks xmlns:a="http://schemas.openxmlformats.org/drawingml/2006/main" noGrp="1"/>
          </p:cNvSpPr>
          <p:nvPr/>
        </p:nvSpPr>
        <p:spPr>
          <a:xfrm xmlns:a="http://schemas.openxmlformats.org/drawingml/2006/main">
            <a:off x="304801" y="2455636"/>
            <a:ext cx="2960913" cy="1438728"/>
          </a:xfrm>
          <a:prstGeom xmlns:a="http://schemas.openxmlformats.org/drawingml/2006/main" prst="rect">
            <a:avLst/>
          </a:prstGeom>
          <a:solidFill xmlns:a="http://schemas.openxmlformats.org/drawingml/2006/main">
            <a:schemeClr val="bg1"/>
          </a:solidFill>
          <a:ln xmlns:a="http://schemas.openxmlformats.org/drawingml/2006/main">
            <a:noFill/>
          </a:ln>
          <a:effectLst xmlns:a="http://schemas.openxmlformats.org/drawingml/2006/main">
            <a:outerShdw blurRad="50800" dist="38100" dir="2700000" algn="tl" rotWithShape="0">
              <a:prstClr val="black">
                <a:alpha val="40000"/>
              </a:prstClr>
            </a:outerShdw>
          </a:effectLst>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9" name="矩形 8">
            <a:extLst xmlns:a="http://schemas.openxmlformats.org/drawingml/2006/main">
              <a:ext uri="{FF2B5EF4-FFF2-40B4-BE49-F238E27FC236}">
                <a16:creationId xmlns:a16="http://schemas.microsoft.com/office/drawing/2014/main" id="{9DBDFDE5-938B-46BA-BF04-52626678C645}"/>
              </a:ext>
            </a:extLst>
          </p:cNvPr>
          <p:cNvSpPr>
            <a:spLocks xmlns:a="http://schemas.openxmlformats.org/drawingml/2006/main" noGrp="1"/>
          </p:cNvSpPr>
          <p:nvPr/>
        </p:nvSpPr>
        <p:spPr>
          <a:xfrm xmlns:a="http://schemas.openxmlformats.org/drawingml/2006/main" rot="16200000">
            <a:off x="1736542" y="2389144"/>
            <a:ext cx="97430" cy="2960914"/>
          </a:xfrm>
          <a:prstGeom xmlns:a="http://schemas.openxmlformats.org/drawingml/2006/main" prst="rect">
            <a:avLst/>
          </a:prstGeom>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2" name="矩形 21">
            <a:extLst xmlns:a="http://schemas.openxmlformats.org/drawingml/2006/main">
              <a:ext uri="{FF2B5EF4-FFF2-40B4-BE49-F238E27FC236}">
                <a16:creationId xmlns:a16="http://schemas.microsoft.com/office/drawing/2014/main" id="{DE1AFFB6-310A-466D-BAD1-F84A11C9C967}"/>
              </a:ext>
            </a:extLst>
          </p:cNvPr>
          <p:cNvSpPr>
            <a:spLocks xmlns:a="http://schemas.openxmlformats.org/drawingml/2006/main" noGrp="1"/>
          </p:cNvSpPr>
          <p:nvPr/>
        </p:nvSpPr>
        <p:spPr>
          <a:xfrm xmlns:a="http://schemas.openxmlformats.org/drawingml/2006/main" flipV="1">
            <a:off x="3478991" y="0"/>
            <a:ext cx="90000" cy="6858000"/>
          </a:xfrm>
          <a:prstGeom xmlns:a="http://schemas.openxmlformats.org/drawingml/2006/main" prst="rect">
            <a:avLst/>
          </a:prstGeom>
          <a:solidFill xmlns:a="http://schemas.openxmlformats.org/drawingml/2006/main">
            <a:schemeClr val="accent6"/>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Tree>
  </p:cSld>
</p:sldLayout>
</file>

<file path=ppt/slideLayouts/slideLayout3.xml><?xml version="1.0" encoding="utf-8"?>
<p:sldLayout xmlns:p="http://schemas.openxmlformats.org/presentationml/2006/main" preserve="1" userDrawn="1">
  <p:cSld name="1_仅标题">
    <p:spTree>
      <p:nvGrpSpPr>
        <p:cNvPr id="1" name=""/>
        <p:cNvGrpSpPr/>
        <p:nvPr/>
      </p:nvGrpSpPr>
      <p:grpSpPr>
        <a:xfrm xmlns:a="http://schemas.openxmlformats.org/drawingml/2006/main"/>
      </p:grpSpPr>
      <p:sp>
        <p:nvSpPr>
          <p:cNvPr id="3" name="灯片编号占位符 2">
            <a:extLst xmlns:a="http://schemas.openxmlformats.org/drawingml/2006/main">
              <a:ext uri="{FF2B5EF4-FFF2-40B4-BE49-F238E27FC236}">
                <a16:creationId xmlns:a16="http://schemas.microsoft.com/office/drawing/2014/main" id="{C1D5E491-4859-47A4-8F29-DAACA1914DBE}"/>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6C53781C-E1F6-4315-A39D-61273F2E0596}" type="slidenum">
              <a:t>‹#›</a:t>
            </a:fld>
            <a:endParaRPr/>
          </a:p>
        </p:txBody>
      </p:sp>
      <p:pic>
        <p:nvPicPr>
          <p:cNvPr id="25" name="图片 3"/>
          <p:cNvPicPr>
            <a:picLocks xmlns:a="http://schemas.openxmlformats.org/drawingml/2006/main" noChangeAspect="1"/>
          </p:cNvPicPr>
          <p:nvPr/>
        </p:nvPicPr>
        <p:blipFill rotWithShape="1">
          <a:blip xmlns:r="http://schemas.openxmlformats.org/officeDocument/2006/relationships" xmlns:a="http://schemas.openxmlformats.org/drawingml/2006/main" r:embed="Rc23c8abb899c4798"/>
          <a:srcRect xmlns:a="http://schemas.openxmlformats.org/drawingml/2006/main" l="0" t="0" r="1346" b="0"/>
          <a:stretch xmlns:a="http://schemas.openxmlformats.org/drawingml/2006/main"/>
        </p:blipFill>
        <p:spPr>
          <a:xfrm xmlns:a="http://schemas.openxmlformats.org/drawingml/2006/main">
            <a:off x="516" y="6041797"/>
            <a:ext cx="12166903" cy="411617"/>
          </a:xfrm>
          <a:prstGeom xmlns:a="http://schemas.openxmlformats.org/drawingml/2006/main" prst="rect">
            <a:avLst/>
          </a:prstGeom>
        </p:spPr>
      </p:pic>
      <p:sp>
        <p:nvSpPr>
          <p:cNvPr id="9" name="文本占位符 31">
            <a:extLst xmlns:a="http://schemas.openxmlformats.org/drawingml/2006/main">
              <a:ext uri="{FF2B5EF4-FFF2-40B4-BE49-F238E27FC236}">
                <a16:creationId xmlns:a16="http://schemas.microsoft.com/office/drawing/2014/main" id="{56FC8349-67FC-4E3B-B988-7A27FDAE9D24}"/>
              </a:ext>
            </a:extLst>
          </p:cNvPr>
          <p:cNvSpPr>
            <a:spLocks xmlns:a="http://schemas.openxmlformats.org/drawingml/2006/main" noGrp="1"/>
          </p:cNvSpPr>
          <p:nvPr>
            <p:ph type="body" idx="12"/>
          </p:nvPr>
        </p:nvSpPr>
        <p:spPr>
          <a:xfrm xmlns:a="http://schemas.openxmlformats.org/drawingml/2006/main">
            <a:off x="319056" y="6438900"/>
            <a:ext cx="4151344" cy="419100"/>
          </a:xfrm>
          <a:prstGeom xmlns:a="http://schemas.openxmlformats.org/drawingml/2006/main" prst="rect">
            <a:avLst/>
          </a:prstGeom>
        </p:spPr>
        <p:txBody>
          <a:bodyPr xmlns:a="http://schemas.openxmlformats.org/drawingml/2006/main" lIns="0" tIns="0" rIns="0" bIns="0" anchor="ctr"/>
          <a:lstStyle xmlns:a="http://schemas.openxmlformats.org/drawingml/2006/main">
            <a:lvl1pPr marL="0" indent="0" algn="l">
              <a:lnSpc>
                <a:spcPct val="100000"/>
              </a:lnSpc>
              <a:buNone/>
              <a:defRPr sz="2000" b="0">
                <a:solidFill>
                  <a:schemeClr val="tx1">
                    <a:lumMod val="75000"/>
                    <a:lumOff val="25000"/>
                  </a:schemeClr>
                </a:solidFill>
              </a:defRPr>
            </a:lvl1pPr>
          </a:lstStyle>
          <a:p xmlns:a="http://schemas.openxmlformats.org/drawingml/2006/main">
            <a:pPr lvl="0">
              <a:buNone/>
            </a:pPr>
            <a:endParaRPr/>
          </a:p>
        </p:txBody>
      </p:sp>
      <p:sp>
        <p:nvSpPr>
          <p:cNvPr id="10" name="文本占位符 31">
            <a:extLst xmlns:a="http://schemas.openxmlformats.org/drawingml/2006/main">
              <a:ext uri="{FF2B5EF4-FFF2-40B4-BE49-F238E27FC236}">
                <a16:creationId xmlns:a16="http://schemas.microsoft.com/office/drawing/2014/main" id="{85368C87-925C-44AC-B001-5C4EE6F00645}"/>
              </a:ext>
            </a:extLst>
          </p:cNvPr>
          <p:cNvSpPr>
            <a:spLocks xmlns:a="http://schemas.openxmlformats.org/drawingml/2006/main" noGrp="1"/>
          </p:cNvSpPr>
          <p:nvPr>
            <p:ph type="body" idx="13"/>
          </p:nvPr>
        </p:nvSpPr>
        <p:spPr>
          <a:xfrm xmlns:a="http://schemas.openxmlformats.org/drawingml/2006/main">
            <a:off x="4788940" y="6438900"/>
            <a:ext cx="4151344" cy="419100"/>
          </a:xfrm>
          <a:prstGeom xmlns:a="http://schemas.openxmlformats.org/drawingml/2006/main" prst="rect">
            <a:avLst/>
          </a:prstGeom>
        </p:spPr>
        <p:txBody>
          <a:bodyPr xmlns:a="http://schemas.openxmlformats.org/drawingml/2006/main" lIns="0" tIns="0" rIns="0" bIns="0" anchor="ctr"/>
          <a:lstStyle xmlns:a="http://schemas.openxmlformats.org/drawingml/2006/main">
            <a:lvl1pPr marL="0" indent="0" algn="l">
              <a:lnSpc>
                <a:spcPct val="100000"/>
              </a:lnSpc>
              <a:buNone/>
              <a:defRPr sz="2000" b="0">
                <a:solidFill>
                  <a:schemeClr val="tx1">
                    <a:lumMod val="75000"/>
                    <a:lumOff val="25000"/>
                  </a:schemeClr>
                </a:solidFill>
              </a:defRPr>
            </a:lvl1pPr>
          </a:lstStyle>
          <a:p xmlns:a="http://schemas.openxmlformats.org/drawingml/2006/main">
            <a:pPr lvl="0">
              <a:buNone/>
            </a:pPr>
            <a:endParaRPr/>
          </a:p>
        </p:txBody>
      </p:sp>
      <p:sp>
        <p:nvSpPr>
          <p:cNvPr id="19" name="平行四边形 18">
            <a:extLst xmlns:a="http://schemas.openxmlformats.org/drawingml/2006/main">
              <a:ext uri="{FF2B5EF4-FFF2-40B4-BE49-F238E27FC236}">
                <a16:creationId xmlns:a16="http://schemas.microsoft.com/office/drawing/2014/main" id="{9AE407FD-1006-4AC4-B10B-CB7686E66A86}"/>
              </a:ext>
            </a:extLst>
          </p:cNvPr>
          <p:cNvSpPr>
            <a:spLocks xmlns:a="http://schemas.openxmlformats.org/drawingml/2006/main" noGrp="1"/>
          </p:cNvSpPr>
          <p:nvPr/>
        </p:nvSpPr>
        <p:spPr>
          <a:xfrm xmlns:a="http://schemas.openxmlformats.org/drawingml/2006/main">
            <a:off x="0" y="1"/>
            <a:ext cx="12191483" cy="685800"/>
          </a:xfrm>
          <a:prstGeom xmlns:a="http://schemas.openxmlformats.org/drawingml/2006/main" prst="parallelogram">
            <a:avLst>
              <a:gd name="adj" fmla="val 43056"/>
            </a:avLst>
          </a:prstGeom>
          <a:solidFill xmlns:a="http://schemas.openxmlformats.org/drawingml/2006/main">
            <a:schemeClr val="accent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pic>
        <p:nvPicPr>
          <p:cNvPr id="29" name="图片 19"/>
          <p:cNvPicPr>
            <a:picLocks xmlns:a="http://schemas.openxmlformats.org/drawingml/2006/main" noChangeAspect="1"/>
          </p:cNvPicPr>
          <p:nvPr/>
        </p:nvPicPr>
        <p:blipFill>
          <a:blip xmlns:r="http://schemas.openxmlformats.org/officeDocument/2006/relationships" xmlns:a="http://schemas.openxmlformats.org/drawingml/2006/main" r:embed="R1338b1b8b3804590"/>
          <a:stretch xmlns:a="http://schemas.openxmlformats.org/drawingml/2006/main">
            <a:fillRect l="0" t="0" r="0" b="0"/>
          </a:stretch>
        </p:blipFill>
        <p:spPr>
          <a:xfrm xmlns:a="http://schemas.openxmlformats.org/drawingml/2006/main">
            <a:off x="319056" y="73482"/>
            <a:ext cx="538838" cy="538838"/>
          </a:xfrm>
          <a:prstGeom xmlns:a="http://schemas.openxmlformats.org/drawingml/2006/main" prst="rect">
            <a:avLst/>
          </a:prstGeom>
        </p:spPr>
      </p:pic>
      <p:sp>
        <p:nvSpPr>
          <p:cNvPr id="21" name="文本占位符 31">
            <a:extLst xmlns:a="http://schemas.openxmlformats.org/drawingml/2006/main">
              <a:ext uri="{FF2B5EF4-FFF2-40B4-BE49-F238E27FC236}">
                <a16:creationId xmlns:a16="http://schemas.microsoft.com/office/drawing/2014/main" id="{C2D49473-9331-4572-8AFC-3A905D765CF9}"/>
              </a:ext>
            </a:extLst>
          </p:cNvPr>
          <p:cNvSpPr>
            <a:spLocks xmlns:a="http://schemas.openxmlformats.org/drawingml/2006/main" noGrp="1"/>
          </p:cNvSpPr>
          <p:nvPr>
            <p:ph type="body" idx="14"/>
          </p:nvPr>
        </p:nvSpPr>
        <p:spPr>
          <a:xfrm xmlns:a="http://schemas.openxmlformats.org/drawingml/2006/main">
            <a:off x="1075351" y="43657"/>
            <a:ext cx="7081677" cy="598488"/>
          </a:xfrm>
          <a:prstGeom xmlns:a="http://schemas.openxmlformats.org/drawingml/2006/main" prst="rect">
            <a:avLst/>
          </a:prstGeom>
        </p:spPr>
        <p:txBody>
          <a:bodyPr xmlns:a="http://schemas.openxmlformats.org/drawingml/2006/main" anchor="ctr"/>
          <a:lstStyle xmlns:a="http://schemas.openxmlformats.org/drawingml/2006/main">
            <a:lvl1pPr marL="0" indent="0" algn="l">
              <a:lnSpc>
                <a:spcPct val="100000"/>
              </a:lnSpc>
              <a:buNone/>
              <a:defRPr sz="3200" b="1">
                <a:solidFill>
                  <a:schemeClr val="bg1"/>
                </a:solidFill>
              </a:defRPr>
            </a:lvl1pPr>
          </a:lstStyle>
          <a:p xmlns:a="http://schemas.openxmlformats.org/drawingml/2006/main">
            <a:pPr lvl="0">
              <a:buNone/>
            </a:pPr>
            <a:endParaRPr/>
          </a:p>
        </p:txBody>
      </p:sp>
    </p:spTree>
  </p:cSld>
</p:sldLayout>
</file>

<file path=ppt/slideLayouts/slideLayout4.xml><?xml version="1.0" encoding="utf-8"?>
<p:sldLayout xmlns:p="http://schemas.openxmlformats.org/presentationml/2006/main" preserve="1" userDrawn="1">
  <p:cSld name="封底">
    <p:bg>
      <p:bgPr>
        <a:solidFill xmlns:a="http://schemas.openxmlformats.org/drawingml/2006/main">
          <a:schemeClr val="accent1"/>
        </a:solidFill>
      </p:bgPr>
    </p:bg>
    <p:spTree>
      <p:nvGrpSpPr>
        <p:cNvPr id="1" name=""/>
        <p:cNvGrpSpPr/>
        <p:nvPr/>
      </p:nvGrpSpPr>
      <p:grpSpPr>
        <a:xfrm xmlns:a="http://schemas.openxmlformats.org/drawingml/2006/main"/>
      </p:grpSpPr>
      <p:pic>
        <p:nvPicPr>
          <p:cNvPr id="23" name="图片 16"/>
          <p:cNvPicPr>
            <a:picLocks xmlns:a="http://schemas.openxmlformats.org/drawingml/2006/main" noChangeAspect="1"/>
          </p:cNvPicPr>
          <p:nvPr/>
        </p:nvPicPr>
        <p:blipFill>
          <a:blip xmlns:r="http://schemas.openxmlformats.org/officeDocument/2006/relationships" xmlns:a="http://schemas.openxmlformats.org/drawingml/2006/main" r:embed="R3362c7305774466d">
            <a:duotone>
              <a:prstClr val="black"/>
              <a:schemeClr val="accent1">
                <a:tint val="45000"/>
                <a:satMod val="400000"/>
              </a:schemeClr>
            </a:duotone>
            <a:alphaModFix amt="20000"/>
          </a:blip>
          <a:stretch xmlns:a="http://schemas.openxmlformats.org/drawingml/2006/main">
            <a:fillRect l="0" t="0" r="0" b="0"/>
          </a:stretch>
        </p:blipFill>
        <p:spPr>
          <a:xfrm xmlns:a="http://schemas.openxmlformats.org/drawingml/2006/main">
            <a:off x="-50417" y="2900149"/>
            <a:ext cx="12292835" cy="3957851"/>
          </a:xfrm>
          <a:prstGeom xmlns:a="http://schemas.openxmlformats.org/drawingml/2006/main" prst="rect">
            <a:avLst/>
          </a:prstGeom>
        </p:spPr>
      </p:pic>
      <p:sp>
        <p:nvSpPr>
          <p:cNvPr id="13" name="直接连接符 12">
            <a:extLst xmlns:a="http://schemas.openxmlformats.org/drawingml/2006/main">
              <a:ext uri="{FF2B5EF4-FFF2-40B4-BE49-F238E27FC236}">
                <a16:creationId xmlns:a16="http://schemas.microsoft.com/office/drawing/2014/main" id="{0F60F5A8-3022-49D5-A1B7-18CDA62C785A}"/>
              </a:ext>
            </a:extLst>
          </p:cNvPr>
          <p:cNvSpPr>
            <a:spLocks xmlns:a="http://schemas.openxmlformats.org/drawingml/2006/main" noGrp="1"/>
          </p:cNvSpPr>
          <p:nvPr/>
        </p:nvSpPr>
        <p:spPr>
          <a:xfrm xmlns:a="http://schemas.openxmlformats.org/drawingml/2006/main">
            <a:off x="304800" y="3429000"/>
            <a:ext cx="2197510" cy="0"/>
          </a:xfrm>
          <a:prstGeom xmlns:a="http://schemas.openxmlformats.org/drawingml/2006/main" prst="line">
            <a:avLst/>
          </a:prstGeom>
          <a:ln xmlns:a="http://schemas.openxmlformats.org/drawingml/2006/main">
            <a:solidFill>
              <a:schemeClr val="bg1"/>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14" name="直接连接符 13">
            <a:extLst xmlns:a="http://schemas.openxmlformats.org/drawingml/2006/main">
              <a:ext uri="{FF2B5EF4-FFF2-40B4-BE49-F238E27FC236}">
                <a16:creationId xmlns:a16="http://schemas.microsoft.com/office/drawing/2014/main" id="{2989B7D2-D2DE-4D77-870B-585E51853788}"/>
              </a:ext>
            </a:extLst>
          </p:cNvPr>
          <p:cNvSpPr>
            <a:spLocks xmlns:a="http://schemas.openxmlformats.org/drawingml/2006/main" noGrp="1"/>
          </p:cNvSpPr>
          <p:nvPr/>
        </p:nvSpPr>
        <p:spPr>
          <a:xfrm xmlns:a="http://schemas.openxmlformats.org/drawingml/2006/main">
            <a:off x="9689690" y="3429000"/>
            <a:ext cx="2197510" cy="0"/>
          </a:xfrm>
          <a:prstGeom xmlns:a="http://schemas.openxmlformats.org/drawingml/2006/main" prst="line">
            <a:avLst/>
          </a:prstGeom>
          <a:ln xmlns:a="http://schemas.openxmlformats.org/drawingml/2006/main">
            <a:solidFill>
              <a:schemeClr val="bg1"/>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20" name="文本占位符 31">
            <a:extLst xmlns:a="http://schemas.openxmlformats.org/drawingml/2006/main">
              <a:ext uri="{FF2B5EF4-FFF2-40B4-BE49-F238E27FC236}">
                <a16:creationId xmlns:a16="http://schemas.microsoft.com/office/drawing/2014/main" id="{4EB0A957-E3E4-47EE-9713-82509E17FD51}"/>
              </a:ext>
            </a:extLst>
          </p:cNvPr>
          <p:cNvSpPr>
            <a:spLocks xmlns:a="http://schemas.openxmlformats.org/drawingml/2006/main" noGrp="1"/>
          </p:cNvSpPr>
          <p:nvPr>
            <p:ph type="body" idx="11"/>
          </p:nvPr>
        </p:nvSpPr>
        <p:spPr>
          <a:xfrm xmlns:a="http://schemas.openxmlformats.org/drawingml/2006/main">
            <a:off x="2555162" y="3129756"/>
            <a:ext cx="7081677" cy="598488"/>
          </a:xfrm>
          <a:prstGeom xmlns:a="http://schemas.openxmlformats.org/drawingml/2006/main" prst="rect">
            <a:avLst/>
          </a:prstGeom>
        </p:spPr>
        <p:txBody>
          <a:bodyPr xmlns:a="http://schemas.openxmlformats.org/drawingml/2006/main" anchor="ctr"/>
          <a:lstStyle xmlns:a="http://schemas.openxmlformats.org/drawingml/2006/main">
            <a:lvl1pPr marL="0" indent="0" algn="ctr">
              <a:lnSpc>
                <a:spcPct val="100000"/>
              </a:lnSpc>
              <a:buNone/>
              <a:defRPr sz="6000" b="1" spc="600">
                <a:solidFill>
                  <a:schemeClr val="bg1"/>
                </a:solidFill>
              </a:defRPr>
            </a:lvl1pPr>
          </a:lstStyle>
          <a:p xmlns:a="http://schemas.openxmlformats.org/drawingml/2006/main">
            <a:pPr lvl="0">
              <a:buNone/>
            </a:pPr>
            <a:endParaRPr/>
          </a:p>
        </p:txBody>
      </p:sp>
      <p:pic>
        <p:nvPicPr>
          <p:cNvPr id="27" name="图片 6"/>
          <p:cNvPicPr>
            <a:picLocks xmlns:a="http://schemas.openxmlformats.org/drawingml/2006/main" noChangeAspect="1"/>
          </p:cNvPicPr>
          <p:nvPr/>
        </p:nvPicPr>
        <p:blipFill rotWithShape="1">
          <a:blip xmlns:r="http://schemas.openxmlformats.org/officeDocument/2006/relationships" xmlns:a="http://schemas.openxmlformats.org/drawingml/2006/main" r:embed="Re8367ac246d34f80">
            <a:alphaModFix amt="20000"/>
            <a:duotone>
              <a:schemeClr val="accent4">
                <a:shade val="45000"/>
                <a:satMod val="135000"/>
              </a:schemeClr>
              <a:prstClr val="white"/>
            </a:duotone>
          </a:blip>
          <a:srcRect xmlns:a="http://schemas.openxmlformats.org/drawingml/2006/main" l="0" t="9831" r="0" b="36385"/>
          <a:stretch xmlns:a="http://schemas.openxmlformats.org/drawingml/2006/main"/>
        </p:blipFill>
        <p:spPr>
          <a:xfrm xmlns:a="http://schemas.openxmlformats.org/drawingml/2006/main">
            <a:off x="3352562" y="6146610"/>
            <a:ext cx="5486876" cy="406590"/>
          </a:xfrm>
          <a:prstGeom xmlns:a="http://schemas.openxmlformats.org/drawingml/2006/main" prst="rect">
            <a:avLst/>
          </a:prstGeom>
        </p:spPr>
      </p:pic>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7a0526b58cf469d" /><Relationship Type="http://schemas.openxmlformats.org/officeDocument/2006/relationships/slideLayout" Target="/ppt/slideLayouts/slideLayout1.xml" Id="R5a61e6ab0c004c9b" /><Relationship Type="http://schemas.openxmlformats.org/officeDocument/2006/relationships/slideLayout" Target="/ppt/slideLayouts/slideLayout2.xml" Id="R6900ff3750b74d60" /><Relationship Type="http://schemas.openxmlformats.org/officeDocument/2006/relationships/slideLayout" Target="/ppt/slideLayouts/slideLayout3.xml" Id="Rdbe3f7cf5e65454d" /><Relationship Type="http://schemas.openxmlformats.org/officeDocument/2006/relationships/slideLayout" Target="/ppt/slideLayouts/slideLayout4.xml" Id="Ra341eb4de2114ce8" /></Relationships>
</file>

<file path=ppt/slideMasters/slideMaster1.xml><?xml version="1.0" encoding="utf-8"?>
<p:sldMaster xmlns:p="http://schemas.openxmlformats.org/presentationml/2006/main">
  <p:cSld>
    <p:bg>
      <p:bgPr>
        <a:solidFill xmlns:a="http://schemas.openxmlformats.org/drawingml/2006/main">
          <a:schemeClr val="bg1"/>
        </a:solidFill>
      </p:bgPr>
    </p:bg>
    <p:spTree>
      <p:nvGrpSpPr>
        <p:cNvPr id="1" name=""/>
        <p:cNvGrpSpPr/>
        <p:nvPr/>
      </p:nvGrpSpPr>
      <p:grpSpPr>
        <a:xfrm xmlns:a="http://schemas.openxmlformats.org/drawingml/2006/main"/>
      </p:grpSpPr>
      <p:sp>
        <p:nvSpPr>
          <p:cNvPr id="6" name="灯片编号占位符 5">
            <a:extLst xmlns:a="http://schemas.openxmlformats.org/drawingml/2006/main">
              <a:ext uri="{FF2B5EF4-FFF2-40B4-BE49-F238E27FC236}">
                <a16:creationId xmlns:a16="http://schemas.microsoft.com/office/drawing/2014/main" id="{DF26411B-55E1-4CE5-B9CA-4734B17AE0EC}"/>
              </a:ext>
            </a:extLst>
          </p:cNvPr>
          <p:cNvSpPr>
            <a:spLocks xmlns:a="http://schemas.openxmlformats.org/drawingml/2006/main" noGrp="1"/>
          </p:cNvSpPr>
          <p:nvPr>
            <p:ph type="sldNum" idx="4"/>
          </p:nvPr>
        </p:nvSpPr>
        <p:spPr>
          <a:xfrm xmlns:a="http://schemas.openxmlformats.org/drawingml/2006/main">
            <a:off x="10849970" y="6515101"/>
            <a:ext cx="1037230" cy="342900"/>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548644C6-89F0-466C-949F-E70AD72679A8}"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a61e6ab0c004c9b"/>
    <p:sldLayoutId xmlns:r="http://schemas.openxmlformats.org/officeDocument/2006/relationships" id="2147483650" r:id="R6900ff3750b74d60"/>
    <p:sldLayoutId xmlns:r="http://schemas.openxmlformats.org/officeDocument/2006/relationships" id="2147483651" r:id="Rdbe3f7cf5e65454d"/>
    <p:sldLayoutId xmlns:r="http://schemas.openxmlformats.org/officeDocument/2006/relationships" id="2147483652" r:id="Ra341eb4de2114ce8"/>
  </p:sldLayoutIdLst>
  <p:hf hdr="0" ftr="0" dt="0"/>
  <p:txStyles>
    <p:titleStyle>
      <a:lvl1pPr xmlns:a="http://schemas.openxmlformats.org/drawingml/2006/main" algn="l" defTabSz="914400">
        <a:lnSpc>
          <a:spcPct val="90000"/>
        </a:lnSpc>
        <a:spcBef>
          <a:spcPct val="0"/>
        </a:spcBef>
        <a:buNone/>
        <a:defRPr sz="4400" kern="1200">
          <a:solidFill>
            <a:schemeClr val="tx1"/>
          </a:solidFill>
          <a:latin typeface="+mj-lt"/>
          <a:ea typeface="+mj-lt"/>
          <a:cs typeface="+mj-lt"/>
        </a:defRPr>
      </a:lvl1pPr>
    </p:titleStyle>
    <p:bodyStyle>
      <a:lvl1pPr xmlns:a="http://schemas.openxmlformats.org/drawingml/2006/main" marL="228600" indent="-228600" algn="l" defTabSz="914400">
        <a:lnSpc>
          <a:spcPct val="90000"/>
        </a:lnSpc>
        <a:spcBef>
          <a:spcPts val="1000"/>
        </a:spcBef>
        <a:buFont typeface="Arial"/>
        <a:buChar char="•"/>
        <a:defRPr sz="2800" kern="1200">
          <a:solidFill>
            <a:schemeClr val="tx1"/>
          </a:solidFill>
          <a:latin typeface="+mn-lt"/>
          <a:ea typeface="+mn-lt"/>
          <a:cs typeface="+mn-lt"/>
        </a:defRPr>
      </a:lvl1pPr>
      <a:lvl2pPr xmlns:a="http://schemas.openxmlformats.org/drawingml/2006/main" marL="685800" indent="-228600" algn="l" defTabSz="914400">
        <a:lnSpc>
          <a:spcPct val="90000"/>
        </a:lnSpc>
        <a:spcBef>
          <a:spcPts val="500"/>
        </a:spcBef>
        <a:buFont typeface="Arial"/>
        <a:buChar char="•"/>
        <a:defRPr sz="2400" kern="1200">
          <a:solidFill>
            <a:schemeClr val="tx1"/>
          </a:solidFill>
          <a:latin typeface="+mn-lt"/>
          <a:ea typeface="+mn-lt"/>
          <a:cs typeface="+mn-lt"/>
        </a:defRPr>
      </a:lvl2pPr>
      <a:lvl3pPr xmlns:a="http://schemas.openxmlformats.org/drawingml/2006/main" marL="1143000" indent="-228600" algn="l" defTabSz="914400">
        <a:lnSpc>
          <a:spcPct val="90000"/>
        </a:lnSpc>
        <a:spcBef>
          <a:spcPts val="500"/>
        </a:spcBef>
        <a:buFont typeface="Arial"/>
        <a:buChar char="•"/>
        <a:defRPr sz="2000" kern="1200">
          <a:solidFill>
            <a:schemeClr val="tx1"/>
          </a:solidFill>
          <a:latin typeface="+mn-lt"/>
          <a:ea typeface="+mn-lt"/>
          <a:cs typeface="+mn-lt"/>
        </a:defRPr>
      </a:lvl3pPr>
      <a:lvl4pPr xmlns:a="http://schemas.openxmlformats.org/drawingml/2006/main"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xmlns:a="http://schemas.openxmlformats.org/drawingml/2006/main"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xmlns:a="http://schemas.openxmlformats.org/drawingml/2006/main"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xmlns:a="http://schemas.openxmlformats.org/drawingml/2006/main"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xmlns:a="http://schemas.openxmlformats.org/drawingml/2006/main"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xmlns:a="http://schemas.openxmlformats.org/drawingml/2006/main"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extLst>
    <p:ext uri="{27BBF7A9-308A-43DC-89C8-2F10F3537804}">
      <p15:sldGuideLst xmlns:p15="http://schemas.microsoft.com/office/powerpoint/2012/main">
        <p15:guide id="1" pos="192">
          <p15:clr>
            <a:srgbClr xmlns:a="http://schemas.openxmlformats.org/drawingml/2006/main" val="F26B43"/>
          </p15:clr>
        </p15:guide>
        <p15:guide id="2" pos="7488">
          <p15:clr>
            <a:srgbClr xmlns:a="http://schemas.openxmlformats.org/drawingml/2006/main" val="F26B43"/>
          </p15:clr>
        </p15:guide>
        <p15:guide id="3" orient="horz" pos="432">
          <p15:clr>
            <a:srgbClr xmlns:a="http://schemas.openxmlformats.org/drawingml/2006/main" val="F26B43"/>
          </p15:clr>
        </p15:guide>
        <p15:guide id="4" orient="horz" pos="472">
          <p15:clr>
            <a:srgbClr xmlns:a="http://schemas.openxmlformats.org/drawingml/2006/main" val="F26B43"/>
          </p15:clr>
        </p15:guide>
        <p15:guide id="5" orient="horz" pos="4104">
          <p15:clr>
            <a:srgbClr xmlns:a="http://schemas.openxmlformats.org/drawingml/2006/main" val="F26B43"/>
          </p15:clr>
        </p15:guide>
        <p15:guide id="6" orient="horz" pos="4056">
          <p15:clr>
            <a:srgbClr xmlns:a="http://schemas.openxmlformats.org/drawingml/2006/main" val="F26B43"/>
          </p15:clr>
        </p15:guide>
      </p15:sldGuideLst>
    </p:ext>
  </p:extLst>
</p:sldMaster>
</file>

<file path=ppt/slideMasters/theme/theme2.xml><?xml version="1.0" encoding="utf-8"?>
<a:theme xmlns:a="http://schemas.openxmlformats.org/drawingml/2006/main" name="Office 主题​​">
  <a:themeElements>
    <a:clrScheme name="SJTU-2019">
      <a:dk1>
        <a:srgbClr val="000000"/>
      </a:dk1>
      <a:lt1>
        <a:srgbClr val="FFFFFF"/>
      </a:lt1>
      <a:dk2>
        <a:srgbClr val="1B1C21"/>
      </a:dk2>
      <a:lt2>
        <a:srgbClr val="DBDBDB"/>
      </a:lt2>
      <a:accent1>
        <a:srgbClr val="C8161E"/>
      </a:accent1>
      <a:accent2>
        <a:srgbClr val="44546A"/>
      </a:accent2>
      <a:accent3>
        <a:srgbClr val="1F4D78"/>
      </a:accent3>
      <a:accent4>
        <a:srgbClr val="ED7D31"/>
      </a:accent4>
      <a:accent5>
        <a:srgbClr val="FFC000"/>
      </a:accent5>
      <a:accent6>
        <a:srgbClr val="A5A5A5"/>
      </a:accent6>
      <a:hlink>
        <a:srgbClr val="196E7D"/>
      </a:hlink>
      <a:folHlink>
        <a:srgbClr val="BEBEBE"/>
      </a:folHlink>
    </a:clrScheme>
    <a:fontScheme name="外宣普适">
      <a:majorFont>
        <a:latin typeface="Arial"/>
        <a:ea typeface="微软雅黑"/>
        <a:cs typeface=""/>
      </a:majorFont>
      <a:minorFont>
        <a:latin typeface="Arial"/>
        <a:ea typeface="微软雅黑"/>
        <a:cs typeface=""/>
      </a:minorFont>
    </a:fontScheme>
    <a:fmtScheme name="SJTU-2019">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34fdc50957c84d04" /><Relationship Type="http://schemas.openxmlformats.org/officeDocument/2006/relationships/notesSlide" Target="/ppt/notesSlides/notesSlide1.xml" Id="R453ea172784e4625" /></Relationships>
</file>

<file path=ppt/slides/_rels/slide2.xml.rels>&#65279;<?xml version="1.0" encoding="utf-8"?><Relationships xmlns="http://schemas.openxmlformats.org/package/2006/relationships"><Relationship Type="http://schemas.openxmlformats.org/officeDocument/2006/relationships/slideLayout" Target="/ppt/slideLayouts/slideLayout3.xml" Id="Rab9cd4e619c34df0" /><Relationship Type="http://schemas.openxmlformats.org/officeDocument/2006/relationships/image" Target="/ppt/media/image6.png" Id="R2d54222defbf40e5" /><Relationship Type="http://schemas.openxmlformats.org/officeDocument/2006/relationships/notesSlide" Target="/ppt/notesSlides/notesSlide2.xml" Id="R038d82ecd6b8430e" /></Relationships>
</file>

<file path=ppt/slides/_rels/slide3.xml.rels>&#65279;<?xml version="1.0" encoding="utf-8"?><Relationships xmlns="http://schemas.openxmlformats.org/package/2006/relationships"><Relationship Type="http://schemas.openxmlformats.org/officeDocument/2006/relationships/slideLayout" Target="/ppt/slideLayouts/slideLayout3.xml" Id="Rb93272b20b8e4645" /><Relationship Type="http://schemas.openxmlformats.org/officeDocument/2006/relationships/image" Target="/ppt/media/image7.png" Id="Ra8cbc61490474444" /><Relationship Type="http://schemas.openxmlformats.org/officeDocument/2006/relationships/notesSlide" Target="/ppt/notesSlides/notesSlide3.xml" Id="R5332dcabff3c445d" /></Relationships>
</file>

<file path=ppt/slides/_rels/slide4.xml.rels>&#65279;<?xml version="1.0" encoding="utf-8"?><Relationships xmlns="http://schemas.openxmlformats.org/package/2006/relationships"><Relationship Type="http://schemas.openxmlformats.org/officeDocument/2006/relationships/slideLayout" Target="/ppt/slideLayouts/slideLayout3.xml" Id="R98aaa28baac4447c" /><Relationship Type="http://schemas.openxmlformats.org/officeDocument/2006/relationships/image" Target="/ppt/media/image8.png" Id="R92869e6c57f441d8" /><Relationship Type="http://schemas.openxmlformats.org/officeDocument/2006/relationships/notesSlide" Target="/ppt/notesSlides/notesSlide4.xml" Id="R722edb9cfd824126" /></Relationships>
</file>

<file path=ppt/slides/_rels/slide5.xml.rels>&#65279;<?xml version="1.0" encoding="utf-8"?><Relationships xmlns="http://schemas.openxmlformats.org/package/2006/relationships"><Relationship Type="http://schemas.openxmlformats.org/officeDocument/2006/relationships/slideLayout" Target="/ppt/slideLayouts/slideLayout3.xml" Id="R0f3c4af02b594238" /><Relationship Type="http://schemas.openxmlformats.org/officeDocument/2006/relationships/image" Target="/ppt/media/image9.png" Id="R2ace865782b2423a" /><Relationship Type="http://schemas.openxmlformats.org/officeDocument/2006/relationships/notesSlide" Target="/ppt/notesSlides/notesSlide5.xml" Id="Rae948eb347004018" /></Relationships>
</file>

<file path=ppt/slides/_rels/slide6.xml.rels>&#65279;<?xml version="1.0" encoding="utf-8"?><Relationships xmlns="http://schemas.openxmlformats.org/package/2006/relationships"><Relationship Type="http://schemas.openxmlformats.org/officeDocument/2006/relationships/slideLayout" Target="/ppt/slideLayouts/slideLayout3.xml" Id="R446ca6ff99cf498f" /><Relationship Type="http://schemas.openxmlformats.org/officeDocument/2006/relationships/image" Target="/ppt/media/image10.png" Id="R6e9d8378f95f4eb1" /><Relationship Type="http://schemas.openxmlformats.org/officeDocument/2006/relationships/notesSlide" Target="/ppt/notesSlides/notesSlide6.xml" Id="R8464f434371f4644" /></Relationships>
</file>

<file path=ppt/slides/_rels/slide7.xml.rels>&#65279;<?xml version="1.0" encoding="utf-8"?><Relationships xmlns="http://schemas.openxmlformats.org/package/2006/relationships"><Relationship Type="http://schemas.openxmlformats.org/officeDocument/2006/relationships/slideLayout" Target="/ppt/slideLayouts/slideLayout3.xml" Id="R378cc69fc16f4bd5" /><Relationship Type="http://schemas.openxmlformats.org/officeDocument/2006/relationships/image" Target="/ppt/media/image11.png" Id="R32fe3fbd667046fb" /><Relationship Type="http://schemas.openxmlformats.org/officeDocument/2006/relationships/notesSlide" Target="/ppt/notesSlides/notesSlide7.xml" Id="Rd6dfdff25dec4dbb" /></Relationships>
</file>

<file path=ppt/slides/_rels/slide8.xml.rels>&#65279;<?xml version="1.0" encoding="utf-8"?><Relationships xmlns="http://schemas.openxmlformats.org/package/2006/relationships"><Relationship Type="http://schemas.openxmlformats.org/officeDocument/2006/relationships/slideLayout" Target="/ppt/slideLayouts/slideLayout3.xml" Id="Rccab8ee8b1e24d1a" /><Relationship Type="http://schemas.openxmlformats.org/officeDocument/2006/relationships/image" Target="/ppt/media/image12.png" Id="Rbf2792b98cdc4b64" /><Relationship Type="http://schemas.openxmlformats.org/officeDocument/2006/relationships/notesSlide" Target="/ppt/notesSlides/notesSlide8.xml" Id="R9c020ba25d2c4158" /></Relationships>
</file>

<file path=ppt/slides/_rels/slide9.xml.rels>&#65279;<?xml version="1.0" encoding="utf-8"?><Relationships xmlns="http://schemas.openxmlformats.org/package/2006/relationships"><Relationship Type="http://schemas.openxmlformats.org/officeDocument/2006/relationships/slideLayout" Target="/ppt/slideLayouts/slideLayout3.xml" Id="R1bff1650fb034704" /><Relationship Type="http://schemas.openxmlformats.org/officeDocument/2006/relationships/image" Target="/ppt/media/image13.png" Id="R9076c19fa5d449b3" /><Relationship Type="http://schemas.openxmlformats.org/officeDocument/2006/relationships/notesSlide" Target="/ppt/notesSlides/notesSlide9.xml" Id="R451f4fb9b16843e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3.xml" Id="Rbad8377412214a04" /><Relationship Type="http://schemas.openxmlformats.org/officeDocument/2006/relationships/notesSlide" Target="/ppt/notesSlides/notesSlide10.xml" Id="R71cd4fd3cf914b9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3.xml" Id="R0a44c912e2764bd0" /><Relationship Type="http://schemas.openxmlformats.org/officeDocument/2006/relationships/notesSlide" Target="/ppt/notesSlides/notesSlide11.xml" Id="Rd68a8e973147438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3.xml" Id="Rf97a1612852346d2" /><Relationship Type="http://schemas.openxmlformats.org/officeDocument/2006/relationships/image" Target="/ppt/media/image14.png" Id="R72883546515a42b6" /><Relationship Type="http://schemas.openxmlformats.org/officeDocument/2006/relationships/notesSlide" Target="/ppt/notesSlides/notesSlide12.xml" Id="R79f9272e5a2c43f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3.xml" Id="R001399f8c7024b30" /><Relationship Type="http://schemas.openxmlformats.org/officeDocument/2006/relationships/image" Target="/ppt/media/image15.png" Id="R500f6be76c0e4d7f" /><Relationship Type="http://schemas.openxmlformats.org/officeDocument/2006/relationships/notesSlide" Target="/ppt/notesSlides/notesSlide13.xml" Id="R93c619bdc4374af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3.xml" Id="Re870219b6ba04ff9" /><Relationship Type="http://schemas.openxmlformats.org/officeDocument/2006/relationships/image" Target="/ppt/media/image16.png" Id="R57be1362c6c64238" /><Relationship Type="http://schemas.openxmlformats.org/officeDocument/2006/relationships/notesSlide" Target="/ppt/notesSlides/notesSlide14.xml" Id="R3ebc8ddd742b419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3.xml" Id="R2e89855efb724d9a" /><Relationship Type="http://schemas.openxmlformats.org/officeDocument/2006/relationships/image" Target="/ppt/media/image17.png" Id="Ra823f52624cf4c89" /><Relationship Type="http://schemas.openxmlformats.org/officeDocument/2006/relationships/notesSlide" Target="/ppt/notesSlides/notesSlide15.xml" Id="Re0238fafa1cd4c14" /></Relationships>
</file>

<file path=ppt/slides/_rels/slide16.xml.rels>&#65279;<?xml version="1.0" encoding="utf-8"?><Relationships xmlns="http://schemas.openxmlformats.org/package/2006/relationships"><Relationship Type="http://schemas.openxmlformats.org/officeDocument/2006/relationships/slideLayout" Target="/ppt/slideLayouts/slideLayout3.xml" Id="R2221fa9875ef4f72" /><Relationship Type="http://schemas.openxmlformats.org/officeDocument/2006/relationships/image" Target="/ppt/media/image18.png" Id="Rae4d7d701cea42fe" /><Relationship Type="http://schemas.openxmlformats.org/officeDocument/2006/relationships/notesSlide" Target="/ppt/notesSlides/notesSlide16.xml" Id="R5773b86b2cdc433c" /></Relationships>
</file>

<file path=ppt/slides/_rels/slide17.xml.rels>&#65279;<?xml version="1.0" encoding="utf-8"?><Relationships xmlns="http://schemas.openxmlformats.org/package/2006/relationships"><Relationship Type="http://schemas.openxmlformats.org/officeDocument/2006/relationships/slideLayout" Target="/ppt/slideLayouts/slideLayout3.xml" Id="Re37d9964813f48ea" /><Relationship Type="http://schemas.openxmlformats.org/officeDocument/2006/relationships/notesSlide" Target="/ppt/notesSlides/notesSlide17.xml" Id="Ree0a1bde0122432c" /></Relationships>
</file>

<file path=ppt/slides/_rels/slide18.xml.rels>&#65279;<?xml version="1.0" encoding="utf-8"?><Relationships xmlns="http://schemas.openxmlformats.org/package/2006/relationships"><Relationship Type="http://schemas.openxmlformats.org/officeDocument/2006/relationships/slideLayout" Target="/ppt/slideLayouts/slideLayout3.xml" Id="R03844d3dce2a407d" /><Relationship Type="http://schemas.openxmlformats.org/officeDocument/2006/relationships/image" Target="/ppt/media/image19.png" Id="R74c26196148c451b" /><Relationship Type="http://schemas.openxmlformats.org/officeDocument/2006/relationships/notesSlide" Target="/ppt/notesSlides/notesSlide18.xml" Id="R09a0dd5ab3f94d99" /></Relationships>
</file>

<file path=ppt/slides/_rels/slide19.xml.rels>&#65279;<?xml version="1.0" encoding="utf-8"?><Relationships xmlns="http://schemas.openxmlformats.org/package/2006/relationships"><Relationship Type="http://schemas.openxmlformats.org/officeDocument/2006/relationships/slideLayout" Target="/ppt/slideLayouts/slideLayout3.xml" Id="R90b02a022db14266" /><Relationship Type="http://schemas.openxmlformats.org/officeDocument/2006/relationships/image" Target="/ppt/media/image20.png" Id="Rb392a6e8c1524c42" /><Relationship Type="http://schemas.openxmlformats.org/officeDocument/2006/relationships/notesSlide" Target="/ppt/notesSlides/notesSlide19.xml" Id="Rf2961ad226144f7d" /></Relationships>
</file>

<file path=ppt/slides/_rels/slide20.xml.rels>&#65279;<?xml version="1.0" encoding="utf-8"?><Relationships xmlns="http://schemas.openxmlformats.org/package/2006/relationships"><Relationship Type="http://schemas.openxmlformats.org/officeDocument/2006/relationships/slideLayout" Target="/ppt/slideLayouts/slideLayout3.xml" Id="R5e440bc462d64667" /><Relationship Type="http://schemas.openxmlformats.org/officeDocument/2006/relationships/image" Target="/ppt/media/image21.png" Id="R7c79cec7ec3240e0" /><Relationship Type="http://schemas.openxmlformats.org/officeDocument/2006/relationships/notesSlide" Target="/ppt/notesSlides/notesSlide20.xml" Id="Ra508429d54944503"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2" name="cover-title">
            <a:extLst xmlns:a="http://schemas.openxmlformats.org/drawingml/2006/main">
              <a:ext uri="{FF2B5EF4-FFF2-40B4-BE49-F238E27FC236}">
                <a16:creationId xmlns:a16="http://schemas.microsoft.com/office/drawing/2014/main" id="{1698D383-E450-42E0-8CAE-F574491278E5}"/>
              </a:ext>
            </a:extLst>
          </p:cNvPr>
          <p:cNvSpPr>
            <a:spLocks xmlns:a="http://schemas.openxmlformats.org/drawingml/2006/main" noGrp="1"/>
          </p:cNvSpPr>
          <p:nvPr/>
        </p:nvSpPr>
        <p:spPr>
          <a:xfrm xmlns:a="http://schemas.openxmlformats.org/drawingml/2006/main">
            <a:off x="1143000" y="1790700"/>
            <a:ext cx="9906000" cy="1647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3200" b="1">
                <a:solidFill>
                  <a:srgbClr val="C8161E"/>
                </a:solidFill>
                <a:latin typeface="微软雅黑"/>
                <a:ea typeface="微软雅黑"/>
                <a:cs typeface="微软雅黑"/>
              </a:defRPr>
            </a:pPr>
            <a:r>
              <a:rPr sz="3200" b="1">
                <a:solidFill>
                  <a:srgbClr val="C8161E"/>
                </a:solidFill>
                <a:latin typeface="微软雅黑"/>
                <a:ea typeface="微软雅黑"/>
                <a:cs typeface="微软雅黑"/>
              </a:rPr>
              <a:t>第11讲 实验自动化与 AutoResearch 循环</a:t>
            </a:r>
          </a:p>
        </p:txBody>
      </p:sp>
    </p:spTree>
    <p:extLst>
      <p:ext uri="{BB962C8B-B14F-4D97-AF65-F5344CB8AC3E}">
        <p14:creationId xmlns:p14="http://schemas.microsoft.com/office/powerpoint/2010/main" val="3450045397"/>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4" name="Text Placeholder 3">
            <a:extLst xmlns:a="http://schemas.openxmlformats.org/drawingml/2006/main">
              <a:ext uri="{FF2B5EF4-FFF2-40B4-BE49-F238E27FC236}">
                <a16:creationId xmlns:a16="http://schemas.microsoft.com/office/drawing/2014/main" id="{4D941B40-7A0A-534E-3563-CA11753C8E3F}"/>
              </a:ext>
            </a:extLst>
          </p:cNvPr>
          <p:cNvSpPr>
            <a:spLocks xmlns:a="http://schemas.openxmlformats.org/drawingml/2006/main" noGrp="1"/>
          </p:cNvSpPr>
          <p:nvPr>
            <p:ph type="body" idx="14"/>
          </p:nvPr>
        </p:nvSpPr>
        <p:spPr>
          <a:xfrm xmlns:a="http://schemas.openxmlformats.org/drawingml/2006/main">
            <a:off x="1028700" y="57150"/>
            <a:ext cx="10668000" cy="571500"/>
          </a:xfrm>
        </p:spPr>
        <p:txBody>
          <a:bodyPr xmlns:a="http://schemas.openxmlformats.org/drawingml/2006/main" lIns="0" tIns="0" rIns="0" bIns="0" anchor="ctr"/>
          <a:lstStyle xmlns:a="http://schemas.openxmlformats.org/drawingml/2006/main"/>
          <a:p xmlns:a="http://schemas.openxmlformats.org/drawingml/2006/main">
            <a:pPr algn="l">
              <a:lnSpc>
                <a:spcPct val="118000"/>
              </a:lnSpc>
              <a:buNone/>
            </a:pPr>
            <a:r>
              <a:rPr sz="3000" b="1">
                <a:solidFill>
                  <a:srgbClr val="FFFFFF"/>
                </a:solidFill>
                <a:latin typeface="微软雅黑"/>
                <a:ea typeface="微软雅黑"/>
                <a:cs typeface="微软雅黑"/>
              </a:rPr>
              <a:t>从一次受限执行到冻结运行队列</a:t>
            </a:r>
            <a:endParaRPr/>
          </a:p>
        </p:txBody>
      </p:sp>
      <p:sp>
        <p:nvSpPr>
          <p:cNvPr id="5" name="Slide Number Placeholder 4">
            <a:extLst xmlns:a="http://schemas.openxmlformats.org/drawingml/2006/main">
              <a:ext uri="{FF2B5EF4-FFF2-40B4-BE49-F238E27FC236}">
                <a16:creationId xmlns:a16="http://schemas.microsoft.com/office/drawing/2014/main" id="{EBA5909F-738E-F60C-BE8C-B3F1D94548E5}"/>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E2598689-54C9-18A7-3A19-ED76AA08988F}" type="slidenum">
              <a:t>2</a:t>
            </a:fld>
            <a:endParaRPr/>
          </a:p>
        </p:txBody>
      </p:sp>
      <p:sp>
        <p:nvSpPr>
          <p:cNvPr id="6" name="brand-header">
            <a:extLst xmlns:a="http://schemas.openxmlformats.org/drawingml/2006/main">
              <a:ext uri="{FF2B5EF4-FFF2-40B4-BE49-F238E27FC236}">
                <a16:creationId xmlns:a16="http://schemas.microsoft.com/office/drawing/2014/main" id="{351FED7B-F2ED-45E1-AF94-972E9E104B38}"/>
              </a:ext>
            </a:extLst>
          </p:cNvPr>
          <p:cNvSpPr>
            <a:spLocks xmlns:a="http://schemas.openxmlformats.org/drawingml/2006/main" noGrp="1"/>
          </p:cNvSpPr>
          <p:nvPr/>
        </p:nvSpPr>
        <p:spPr>
          <a:xfrm xmlns:a="http://schemas.openxmlformats.org/drawingml/2006/main">
            <a:off x="0" y="0"/>
            <a:ext cx="11887200" cy="685800"/>
          </a:xfrm>
          <a:prstGeom xmlns:a="http://schemas.openxmlformats.org/drawingml/2006/main" prst="rect">
            <a:avLst/>
          </a:prstGeom>
          <a:solidFill xmlns:a="http://schemas.openxmlformats.org/drawingml/2006/main">
            <a:srgbClr val="C8161E"/>
          </a:solidFill>
          <a:ln xmlns:a="http://schemas.openxmlformats.org/drawingml/2006/main" w="0">
            <a:noFill/>
          </a:ln>
        </p:spPr>
      </p:sp>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2d54222defbf40e5"/>
          <a:stretch xmlns:a="http://schemas.openxmlformats.org/drawingml/2006/main"/>
        </p:blipFill>
        <p:spPr>
          <a:xfrm xmlns:a="http://schemas.openxmlformats.org/drawingml/2006/main">
            <a:off x="323850" y="76200"/>
            <a:ext cx="533400" cy="533400"/>
          </a:xfrm>
          <a:prstGeom xmlns:a="http://schemas.openxmlformats.org/drawingml/2006/main" prst="rect">
            <a:avLst/>
          </a:prstGeom>
        </p:spPr>
      </p:pic>
      <p:sp>
        <p:nvSpPr>
          <p:cNvPr id="8" name="brand-title">
            <a:extLst xmlns:a="http://schemas.openxmlformats.org/drawingml/2006/main">
              <a:ext uri="{FF2B5EF4-FFF2-40B4-BE49-F238E27FC236}">
                <a16:creationId xmlns:a16="http://schemas.microsoft.com/office/drawing/2014/main" id="{5E860BAC-ECE1-445F-8F28-2A0B3683CB55}"/>
              </a:ext>
            </a:extLst>
          </p:cNvPr>
          <p:cNvSpPr>
            <a:spLocks xmlns:a="http://schemas.openxmlformats.org/drawingml/2006/main" noGrp="1"/>
          </p:cNvSpPr>
          <p:nvPr/>
        </p:nvSpPr>
        <p:spPr>
          <a:xfrm xmlns:a="http://schemas.openxmlformats.org/drawingml/2006/main">
            <a:off x="1028700" y="66675"/>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3000" b="1">
                <a:solidFill>
                  <a:srgbClr val="FFFFFF"/>
                </a:solidFill>
                <a:latin typeface="微软雅黑"/>
                <a:ea typeface="微软雅黑"/>
                <a:cs typeface="微软雅黑"/>
              </a:defRPr>
            </a:pPr>
            <a:r>
              <a:rPr sz="3000" b="1">
                <a:solidFill>
                  <a:srgbClr val="FFFFFF"/>
                </a:solidFill>
                <a:latin typeface="微软雅黑"/>
                <a:ea typeface="微软雅黑"/>
                <a:cs typeface="微软雅黑"/>
              </a:rPr>
              <a:t>从一次受限执行到冻结运行队列</a:t>
            </a:r>
          </a:p>
        </p:txBody>
      </p:sp>
      <p:sp>
        <p:nvSpPr>
          <p:cNvPr id="9" name="source">
            <a:extLst xmlns:a="http://schemas.openxmlformats.org/drawingml/2006/main">
              <a:ext uri="{FF2B5EF4-FFF2-40B4-BE49-F238E27FC236}">
                <a16:creationId xmlns:a16="http://schemas.microsoft.com/office/drawing/2014/main" id="{F799280E-E700-4B73-90A3-33B6297521E9}"/>
              </a:ext>
            </a:extLst>
          </p:cNvPr>
          <p:cNvSpPr>
            <a:spLocks xmlns:a="http://schemas.openxmlformats.org/drawingml/2006/main" noGrp="1"/>
          </p:cNvSpPr>
          <p:nvPr/>
        </p:nvSpPr>
        <p:spPr>
          <a:xfrm xmlns:a="http://schemas.openxmlformats.org/drawingml/2006/main">
            <a:off x="609600" y="6067425"/>
            <a:ext cx="10763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1100" b="0">
                <a:solidFill>
                  <a:srgbClr val="66727D"/>
                </a:solidFill>
                <a:latin typeface="微软雅黑"/>
                <a:ea typeface="微软雅黑"/>
                <a:cs typeface="微软雅黑"/>
              </a:defRPr>
            </a:pPr>
            <a:r>
              <a:rPr sz="1100" b="0">
                <a:solidFill>
                  <a:srgbClr val="66727D"/>
                </a:solidFill>
                <a:latin typeface="微软雅黑"/>
                <a:ea typeface="微软雅黑"/>
                <a:cs typeface="微软雅黑"/>
              </a:rPr>
              <a:t>来源：lesson-11/slides.md；课程工件与讲义见 speaker notes</a:t>
            </a:r>
          </a:p>
        </p:txBody>
      </p:sp>
      <p:sp>
        <p:nvSpPr>
          <p:cNvPr id="10" name="chain-line-0">
            <a:extLst xmlns:a="http://schemas.openxmlformats.org/drawingml/2006/main">
              <a:ext uri="{FF2B5EF4-FFF2-40B4-BE49-F238E27FC236}">
                <a16:creationId xmlns:a16="http://schemas.microsoft.com/office/drawing/2014/main" id="{217EDAC9-2047-4F9D-8FAC-3D105C4BB2AE}"/>
              </a:ext>
            </a:extLst>
          </p:cNvPr>
          <p:cNvSpPr>
            <a:spLocks xmlns:a="http://schemas.openxmlformats.org/drawingml/2006/main" noGrp="1"/>
          </p:cNvSpPr>
          <p:nvPr/>
        </p:nvSpPr>
        <p:spPr>
          <a:xfrm xmlns:a="http://schemas.openxmlformats.org/drawingml/2006/main">
            <a:off x="666750" y="3105150"/>
            <a:ext cx="1714500"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11" name="chain-0">
            <a:extLst xmlns:a="http://schemas.openxmlformats.org/drawingml/2006/main">
              <a:ext uri="{FF2B5EF4-FFF2-40B4-BE49-F238E27FC236}">
                <a16:creationId xmlns:a16="http://schemas.microsoft.com/office/drawing/2014/main" id="{54EE1F02-75C3-47A5-BC50-3D800E2B613E}"/>
              </a:ext>
            </a:extLst>
          </p:cNvPr>
          <p:cNvSpPr>
            <a:spLocks xmlns:a="http://schemas.openxmlformats.org/drawingml/2006/main" noGrp="1"/>
          </p:cNvSpPr>
          <p:nvPr/>
        </p:nvSpPr>
        <p:spPr>
          <a:xfrm xmlns:a="http://schemas.openxmlformats.org/drawingml/2006/main">
            <a:off x="666750" y="2381250"/>
            <a:ext cx="1714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task-01</a:t>
            </a:r>
          </a:p>
        </p:txBody>
      </p:sp>
      <p:sp>
        <p:nvSpPr>
          <p:cNvPr id="12" name="chain-arrow-0">
            <a:extLst xmlns:a="http://schemas.openxmlformats.org/drawingml/2006/main">
              <a:ext uri="{FF2B5EF4-FFF2-40B4-BE49-F238E27FC236}">
                <a16:creationId xmlns:a16="http://schemas.microsoft.com/office/drawing/2014/main" id="{CD9E4C4F-1754-4676-994C-49CCF4B20493}"/>
              </a:ext>
            </a:extLst>
          </p:cNvPr>
          <p:cNvSpPr>
            <a:spLocks xmlns:a="http://schemas.openxmlformats.org/drawingml/2006/main" noGrp="1"/>
          </p:cNvSpPr>
          <p:nvPr/>
        </p:nvSpPr>
        <p:spPr>
          <a:xfrm xmlns:a="http://schemas.openxmlformats.org/drawingml/2006/main">
            <a:off x="2381250" y="2552700"/>
            <a:ext cx="1270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400" b="0">
                <a:solidFill>
                  <a:srgbClr val="1F4D78"/>
                </a:solidFill>
                <a:latin typeface="微软雅黑"/>
                <a:ea typeface="微软雅黑"/>
                <a:cs typeface="微软雅黑"/>
              </a:defRPr>
            </a:pPr>
            <a:r>
              <a:rPr sz="2400" b="0">
                <a:solidFill>
                  <a:srgbClr val="1F4D78"/>
                </a:solidFill>
                <a:latin typeface="微软雅黑"/>
                <a:ea typeface="微软雅黑"/>
                <a:cs typeface="微软雅黑"/>
              </a:rPr>
              <a:t>→</a:t>
            </a:r>
          </a:p>
        </p:txBody>
      </p:sp>
      <p:sp>
        <p:nvSpPr>
          <p:cNvPr id="13" name="chain-sub-0">
            <a:extLst xmlns:a="http://schemas.openxmlformats.org/drawingml/2006/main">
              <a:ext uri="{FF2B5EF4-FFF2-40B4-BE49-F238E27FC236}">
                <a16:creationId xmlns:a16="http://schemas.microsoft.com/office/drawing/2014/main" id="{560E037C-2643-4927-8A5D-D7B585A157DB}"/>
              </a:ext>
            </a:extLst>
          </p:cNvPr>
          <p:cNvSpPr>
            <a:spLocks xmlns:a="http://schemas.openxmlformats.org/drawingml/2006/main" noGrp="1"/>
          </p:cNvSpPr>
          <p:nvPr/>
        </p:nvSpPr>
        <p:spPr>
          <a:xfrm xmlns:a="http://schemas.openxmlformats.org/drawingml/2006/main">
            <a:off x="666750" y="3257550"/>
            <a:ext cx="1714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契约 + diff</a:t>
            </a:r>
          </a:p>
        </p:txBody>
      </p:sp>
      <p:sp>
        <p:nvSpPr>
          <p:cNvPr id="14" name="chain-line-1">
            <a:extLst xmlns:a="http://schemas.openxmlformats.org/drawingml/2006/main">
              <a:ext uri="{FF2B5EF4-FFF2-40B4-BE49-F238E27FC236}">
                <a16:creationId xmlns:a16="http://schemas.microsoft.com/office/drawing/2014/main" id="{6E89C65D-AFEA-4B39-BEFB-66879DA70BC9}"/>
              </a:ext>
            </a:extLst>
          </p:cNvPr>
          <p:cNvSpPr>
            <a:spLocks xmlns:a="http://schemas.openxmlformats.org/drawingml/2006/main" noGrp="1"/>
          </p:cNvSpPr>
          <p:nvPr/>
        </p:nvSpPr>
        <p:spPr>
          <a:xfrm xmlns:a="http://schemas.openxmlformats.org/drawingml/2006/main">
            <a:off x="3651250" y="3105150"/>
            <a:ext cx="1714500"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15" name="chain-1">
            <a:extLst xmlns:a="http://schemas.openxmlformats.org/drawingml/2006/main">
              <a:ext uri="{FF2B5EF4-FFF2-40B4-BE49-F238E27FC236}">
                <a16:creationId xmlns:a16="http://schemas.microsoft.com/office/drawing/2014/main" id="{01117F50-DFAB-4587-A1AD-39EA3B4521D1}"/>
              </a:ext>
            </a:extLst>
          </p:cNvPr>
          <p:cNvSpPr>
            <a:spLocks xmlns:a="http://schemas.openxmlformats.org/drawingml/2006/main" noGrp="1"/>
          </p:cNvSpPr>
          <p:nvPr/>
        </p:nvSpPr>
        <p:spPr>
          <a:xfrm xmlns:a="http://schemas.openxmlformats.org/drawingml/2006/main">
            <a:off x="3651250" y="2381250"/>
            <a:ext cx="1714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run-001</a:t>
            </a:r>
          </a:p>
        </p:txBody>
      </p:sp>
      <p:sp>
        <p:nvSpPr>
          <p:cNvPr id="16" name="chain-arrow-1">
            <a:extLst xmlns:a="http://schemas.openxmlformats.org/drawingml/2006/main">
              <a:ext uri="{FF2B5EF4-FFF2-40B4-BE49-F238E27FC236}">
                <a16:creationId xmlns:a16="http://schemas.microsoft.com/office/drawing/2014/main" id="{8C8B86CA-D1FF-4293-AD37-1ADB885A967A}"/>
              </a:ext>
            </a:extLst>
          </p:cNvPr>
          <p:cNvSpPr>
            <a:spLocks xmlns:a="http://schemas.openxmlformats.org/drawingml/2006/main" noGrp="1"/>
          </p:cNvSpPr>
          <p:nvPr/>
        </p:nvSpPr>
        <p:spPr>
          <a:xfrm xmlns:a="http://schemas.openxmlformats.org/drawingml/2006/main">
            <a:off x="5365750" y="2552700"/>
            <a:ext cx="1270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400" b="0">
                <a:solidFill>
                  <a:srgbClr val="1F4D78"/>
                </a:solidFill>
                <a:latin typeface="微软雅黑"/>
                <a:ea typeface="微软雅黑"/>
                <a:cs typeface="微软雅黑"/>
              </a:defRPr>
            </a:pPr>
            <a:r>
              <a:rPr sz="2400" b="0">
                <a:solidFill>
                  <a:srgbClr val="1F4D78"/>
                </a:solidFill>
                <a:latin typeface="微软雅黑"/>
                <a:ea typeface="微软雅黑"/>
                <a:cs typeface="微软雅黑"/>
              </a:rPr>
              <a:t>→</a:t>
            </a:r>
          </a:p>
        </p:txBody>
      </p:sp>
      <p:sp>
        <p:nvSpPr>
          <p:cNvPr id="17" name="chain-sub-1">
            <a:extLst xmlns:a="http://schemas.openxmlformats.org/drawingml/2006/main">
              <a:ext uri="{FF2B5EF4-FFF2-40B4-BE49-F238E27FC236}">
                <a16:creationId xmlns:a16="http://schemas.microsoft.com/office/drawing/2014/main" id="{1388CF72-B830-4BA0-B06C-183D3C68BF9C}"/>
              </a:ext>
            </a:extLst>
          </p:cNvPr>
          <p:cNvSpPr>
            <a:spLocks xmlns:a="http://schemas.openxmlformats.org/drawingml/2006/main" noGrp="1"/>
          </p:cNvSpPr>
          <p:nvPr/>
        </p:nvSpPr>
        <p:spPr>
          <a:xfrm xmlns:a="http://schemas.openxmlformats.org/drawingml/2006/main">
            <a:off x="3651250" y="3257550"/>
            <a:ext cx="1714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正常</a:t>
            </a:r>
          </a:p>
        </p:txBody>
      </p:sp>
      <p:sp>
        <p:nvSpPr>
          <p:cNvPr id="18" name="chain-line-2">
            <a:extLst xmlns:a="http://schemas.openxmlformats.org/drawingml/2006/main">
              <a:ext uri="{FF2B5EF4-FFF2-40B4-BE49-F238E27FC236}">
                <a16:creationId xmlns:a16="http://schemas.microsoft.com/office/drawing/2014/main" id="{BFCC3EEC-F872-40B0-9C0F-1EE473A095DF}"/>
              </a:ext>
            </a:extLst>
          </p:cNvPr>
          <p:cNvSpPr>
            <a:spLocks xmlns:a="http://schemas.openxmlformats.org/drawingml/2006/main" noGrp="1"/>
          </p:cNvSpPr>
          <p:nvPr/>
        </p:nvSpPr>
        <p:spPr>
          <a:xfrm xmlns:a="http://schemas.openxmlformats.org/drawingml/2006/main">
            <a:off x="6635750" y="3105150"/>
            <a:ext cx="1714500"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19" name="chain-2">
            <a:extLst xmlns:a="http://schemas.openxmlformats.org/drawingml/2006/main">
              <a:ext uri="{FF2B5EF4-FFF2-40B4-BE49-F238E27FC236}">
                <a16:creationId xmlns:a16="http://schemas.microsoft.com/office/drawing/2014/main" id="{A5C9FFF0-74D9-497C-B8F6-940EBB93A397}"/>
              </a:ext>
            </a:extLst>
          </p:cNvPr>
          <p:cNvSpPr>
            <a:spLocks xmlns:a="http://schemas.openxmlformats.org/drawingml/2006/main" noGrp="1"/>
          </p:cNvSpPr>
          <p:nvPr/>
        </p:nvSpPr>
        <p:spPr>
          <a:xfrm xmlns:a="http://schemas.openxmlformats.org/drawingml/2006/main">
            <a:off x="6635750" y="2381250"/>
            <a:ext cx="1714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run-002</a:t>
            </a:r>
          </a:p>
        </p:txBody>
      </p:sp>
      <p:sp>
        <p:nvSpPr>
          <p:cNvPr id="20" name="chain-arrow-2">
            <a:extLst xmlns:a="http://schemas.openxmlformats.org/drawingml/2006/main">
              <a:ext uri="{FF2B5EF4-FFF2-40B4-BE49-F238E27FC236}">
                <a16:creationId xmlns:a16="http://schemas.microsoft.com/office/drawing/2014/main" id="{D1A40D5D-0974-450A-9F95-5E99AF56207C}"/>
              </a:ext>
            </a:extLst>
          </p:cNvPr>
          <p:cNvSpPr>
            <a:spLocks xmlns:a="http://schemas.openxmlformats.org/drawingml/2006/main" noGrp="1"/>
          </p:cNvSpPr>
          <p:nvPr/>
        </p:nvSpPr>
        <p:spPr>
          <a:xfrm xmlns:a="http://schemas.openxmlformats.org/drawingml/2006/main">
            <a:off x="8350250" y="2552700"/>
            <a:ext cx="1270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400" b="0">
                <a:solidFill>
                  <a:srgbClr val="1F4D78"/>
                </a:solidFill>
                <a:latin typeface="微软雅黑"/>
                <a:ea typeface="微软雅黑"/>
                <a:cs typeface="微软雅黑"/>
              </a:defRPr>
            </a:pPr>
            <a:r>
              <a:rPr sz="2400" b="0">
                <a:solidFill>
                  <a:srgbClr val="1F4D78"/>
                </a:solidFill>
                <a:latin typeface="微软雅黑"/>
                <a:ea typeface="微软雅黑"/>
                <a:cs typeface="微软雅黑"/>
              </a:rPr>
              <a:t>→</a:t>
            </a:r>
          </a:p>
        </p:txBody>
      </p:sp>
      <p:sp>
        <p:nvSpPr>
          <p:cNvPr id="21" name="chain-sub-2">
            <a:extLst xmlns:a="http://schemas.openxmlformats.org/drawingml/2006/main">
              <a:ext uri="{FF2B5EF4-FFF2-40B4-BE49-F238E27FC236}">
                <a16:creationId xmlns:a16="http://schemas.microsoft.com/office/drawing/2014/main" id="{D2A79B20-151C-43BE-8F63-487A63F618F5}"/>
              </a:ext>
            </a:extLst>
          </p:cNvPr>
          <p:cNvSpPr>
            <a:spLocks xmlns:a="http://schemas.openxmlformats.org/drawingml/2006/main" noGrp="1"/>
          </p:cNvSpPr>
          <p:nvPr/>
        </p:nvSpPr>
        <p:spPr>
          <a:xfrm xmlns:a="http://schemas.openxmlformats.org/drawingml/2006/main">
            <a:off x="6635750" y="3257550"/>
            <a:ext cx="1714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无改善</a:t>
            </a:r>
          </a:p>
        </p:txBody>
      </p:sp>
      <p:sp>
        <p:nvSpPr>
          <p:cNvPr id="22" name="chain-line-3">
            <a:extLst xmlns:a="http://schemas.openxmlformats.org/drawingml/2006/main">
              <a:ext uri="{FF2B5EF4-FFF2-40B4-BE49-F238E27FC236}">
                <a16:creationId xmlns:a16="http://schemas.microsoft.com/office/drawing/2014/main" id="{10A766F6-29C1-471B-9956-C96341987196}"/>
              </a:ext>
            </a:extLst>
          </p:cNvPr>
          <p:cNvSpPr>
            <a:spLocks xmlns:a="http://schemas.openxmlformats.org/drawingml/2006/main" noGrp="1"/>
          </p:cNvSpPr>
          <p:nvPr/>
        </p:nvSpPr>
        <p:spPr>
          <a:xfrm xmlns:a="http://schemas.openxmlformats.org/drawingml/2006/main">
            <a:off x="9620250" y="3105150"/>
            <a:ext cx="1714500" cy="14288"/>
          </a:xfrm>
          <a:prstGeom xmlns:a="http://schemas.openxmlformats.org/drawingml/2006/main" prst="rect">
            <a:avLst/>
          </a:prstGeom>
          <a:solidFill xmlns:a="http://schemas.openxmlformats.org/drawingml/2006/main">
            <a:srgbClr val="C8161E"/>
          </a:solidFill>
          <a:ln xmlns:a="http://schemas.openxmlformats.org/drawingml/2006/main" w="0">
            <a:noFill/>
          </a:ln>
        </p:spPr>
      </p:sp>
      <p:sp>
        <p:nvSpPr>
          <p:cNvPr id="23" name="chain-3">
            <a:extLst xmlns:a="http://schemas.openxmlformats.org/drawingml/2006/main">
              <a:ext uri="{FF2B5EF4-FFF2-40B4-BE49-F238E27FC236}">
                <a16:creationId xmlns:a16="http://schemas.microsoft.com/office/drawing/2014/main" id="{A7131901-BE9B-4911-BFEB-7CF271EB5515}"/>
              </a:ext>
            </a:extLst>
          </p:cNvPr>
          <p:cNvSpPr>
            <a:spLocks xmlns:a="http://schemas.openxmlformats.org/drawingml/2006/main" noGrp="1"/>
          </p:cNvSpPr>
          <p:nvPr/>
        </p:nvSpPr>
        <p:spPr>
          <a:xfrm xmlns:a="http://schemas.openxmlformats.org/drawingml/2006/main">
            <a:off x="9620250" y="2381250"/>
            <a:ext cx="1714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C8161E"/>
                </a:solidFill>
                <a:latin typeface="微软雅黑"/>
                <a:ea typeface="微软雅黑"/>
                <a:cs typeface="微软雅黑"/>
              </a:defRPr>
            </a:pPr>
            <a:r>
              <a:rPr sz="2200" b="0">
                <a:solidFill>
                  <a:srgbClr val="C8161E"/>
                </a:solidFill>
                <a:latin typeface="微软雅黑"/>
                <a:ea typeface="微软雅黑"/>
                <a:cs typeface="微软雅黑"/>
              </a:rPr>
              <a:t>run-003</a:t>
            </a:r>
          </a:p>
        </p:txBody>
      </p:sp>
      <p:sp>
        <p:nvSpPr>
          <p:cNvPr id="24" name="chain-sub-3">
            <a:extLst xmlns:a="http://schemas.openxmlformats.org/drawingml/2006/main">
              <a:ext uri="{FF2B5EF4-FFF2-40B4-BE49-F238E27FC236}">
                <a16:creationId xmlns:a16="http://schemas.microsoft.com/office/drawing/2014/main" id="{C71006C8-88D2-482B-9DAB-5C24AB80DC45}"/>
              </a:ext>
            </a:extLst>
          </p:cNvPr>
          <p:cNvSpPr>
            <a:spLocks xmlns:a="http://schemas.openxmlformats.org/drawingml/2006/main" noGrp="1"/>
          </p:cNvSpPr>
          <p:nvPr/>
        </p:nvSpPr>
        <p:spPr>
          <a:xfrm xmlns:a="http://schemas.openxmlformats.org/drawingml/2006/main">
            <a:off x="9620250" y="3257550"/>
            <a:ext cx="1714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失败保留</a:t>
            </a:r>
          </a:p>
        </p:txBody>
      </p:sp>
      <p:sp>
        <p:nvSpPr>
          <p:cNvPr id="25" name="gaps">
            <a:extLst xmlns:a="http://schemas.openxmlformats.org/drawingml/2006/main">
              <a:ext uri="{FF2B5EF4-FFF2-40B4-BE49-F238E27FC236}">
                <a16:creationId xmlns:a16="http://schemas.microsoft.com/office/drawing/2014/main" id="{544C62F5-16F2-4CA4-AEF4-3A8600765931}"/>
              </a:ext>
            </a:extLst>
          </p:cNvPr>
          <p:cNvSpPr>
            <a:spLocks xmlns:a="http://schemas.openxmlformats.org/drawingml/2006/main" noGrp="1"/>
          </p:cNvSpPr>
          <p:nvPr/>
        </p:nvSpPr>
        <p:spPr>
          <a:xfrm xmlns:a="http://schemas.openxmlformats.org/drawingml/2006/main">
            <a:off x="2000250" y="4286250"/>
            <a:ext cx="8191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600" b="1">
                <a:solidFill>
                  <a:srgbClr val="C8161E"/>
                </a:solidFill>
                <a:latin typeface="微软雅黑"/>
                <a:ea typeface="微软雅黑"/>
                <a:cs typeface="微软雅黑"/>
              </a:defRPr>
            </a:pPr>
            <a:r>
              <a:rPr sz="2600" b="1">
                <a:solidFill>
                  <a:srgbClr val="C8161E"/>
                </a:solidFill>
                <a:latin typeface="微软雅黑"/>
                <a:ea typeface="微软雅黑"/>
                <a:cs typeface="微软雅黑"/>
              </a:rPr>
              <a:t>循环还缺：固定指标｜预算｜停止条件｜回退</a:t>
            </a:r>
          </a:p>
        </p:txBody>
      </p:sp>
    </p:spTree>
    <p:extLst>
      <p:ext uri="{BB962C8B-B14F-4D97-AF65-F5344CB8AC3E}">
        <p14:creationId xmlns:p14="http://schemas.microsoft.com/office/powerpoint/2010/main" val="1443728403"/>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4" name="Text Placeholder 3">
            <a:extLst xmlns:a="http://schemas.openxmlformats.org/drawingml/2006/main">
              <a:ext uri="{FF2B5EF4-FFF2-40B4-BE49-F238E27FC236}">
                <a16:creationId xmlns:a16="http://schemas.microsoft.com/office/drawing/2014/main" id="{4D941B40-7A0A-534E-3563-CA11753C8E3F}"/>
              </a:ext>
            </a:extLst>
          </p:cNvPr>
          <p:cNvSpPr>
            <a:spLocks xmlns:a="http://schemas.openxmlformats.org/drawingml/2006/main" noGrp="1"/>
          </p:cNvSpPr>
          <p:nvPr>
            <p:ph type="body" idx="14"/>
          </p:nvPr>
        </p:nvSpPr>
        <p:spPr>
          <a:xfrm xmlns:a="http://schemas.openxmlformats.org/drawingml/2006/main">
            <a:off x="1028700" y="57150"/>
            <a:ext cx="10668000" cy="571500"/>
          </a:xfrm>
        </p:spPr>
        <p:txBody>
          <a:bodyPr xmlns:a="http://schemas.openxmlformats.org/drawingml/2006/main" lIns="0" tIns="0" rIns="0" bIns="0" anchor="ctr"/>
          <a:lstStyle xmlns:a="http://schemas.openxmlformats.org/drawingml/2006/main"/>
          <a:p xmlns:a="http://schemas.openxmlformats.org/drawingml/2006/main">
            <a:pPr algn="l">
              <a:lnSpc>
                <a:spcPct val="118000"/>
              </a:lnSpc>
              <a:buNone/>
            </a:pPr>
            <a:r>
              <a:rPr sz="3000" b="1">
                <a:solidFill>
                  <a:srgbClr val="FFFFFF"/>
                </a:solidFill>
                <a:latin typeface="微软雅黑"/>
                <a:ea typeface="微软雅黑"/>
                <a:cs typeface="微软雅黑"/>
              </a:rPr>
              <a:t>本课形成三件可交给第 12 课的工件</a:t>
            </a:r>
            <a:endParaRPr/>
          </a:p>
        </p:txBody>
      </p:sp>
      <p:sp>
        <p:nvSpPr>
          <p:cNvPr id="5" name="Slide Number Placeholder 4">
            <a:extLst xmlns:a="http://schemas.openxmlformats.org/drawingml/2006/main">
              <a:ext uri="{FF2B5EF4-FFF2-40B4-BE49-F238E27FC236}">
                <a16:creationId xmlns:a16="http://schemas.microsoft.com/office/drawing/2014/main" id="{EBA5909F-738E-F60C-BE8C-B3F1D94548E5}"/>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202359C0-8A7A-196E-DD58-8E6569619F09}" type="slidenum">
              <a:t>3</a:t>
            </a:fld>
            <a:endParaRPr/>
          </a:p>
        </p:txBody>
      </p:sp>
      <p:sp>
        <p:nvSpPr>
          <p:cNvPr id="6" name="brand-header">
            <a:extLst xmlns:a="http://schemas.openxmlformats.org/drawingml/2006/main">
              <a:ext uri="{FF2B5EF4-FFF2-40B4-BE49-F238E27FC236}">
                <a16:creationId xmlns:a16="http://schemas.microsoft.com/office/drawing/2014/main" id="{72CE762E-758E-4684-A82E-BB5390AEBABF}"/>
              </a:ext>
            </a:extLst>
          </p:cNvPr>
          <p:cNvSpPr>
            <a:spLocks xmlns:a="http://schemas.openxmlformats.org/drawingml/2006/main" noGrp="1"/>
          </p:cNvSpPr>
          <p:nvPr/>
        </p:nvSpPr>
        <p:spPr>
          <a:xfrm xmlns:a="http://schemas.openxmlformats.org/drawingml/2006/main">
            <a:off x="0" y="0"/>
            <a:ext cx="11887200" cy="685800"/>
          </a:xfrm>
          <a:prstGeom xmlns:a="http://schemas.openxmlformats.org/drawingml/2006/main" prst="rect">
            <a:avLst/>
          </a:prstGeom>
          <a:solidFill xmlns:a="http://schemas.openxmlformats.org/drawingml/2006/main">
            <a:srgbClr val="C8161E"/>
          </a:solidFill>
          <a:ln xmlns:a="http://schemas.openxmlformats.org/drawingml/2006/main" w="0">
            <a:noFill/>
          </a:ln>
        </p:spPr>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a8cbc61490474444"/>
          <a:stretch xmlns:a="http://schemas.openxmlformats.org/drawingml/2006/main"/>
        </p:blipFill>
        <p:spPr>
          <a:xfrm xmlns:a="http://schemas.openxmlformats.org/drawingml/2006/main">
            <a:off x="323850" y="76200"/>
            <a:ext cx="533400" cy="533400"/>
          </a:xfrm>
          <a:prstGeom xmlns:a="http://schemas.openxmlformats.org/drawingml/2006/main" prst="rect">
            <a:avLst/>
          </a:prstGeom>
        </p:spPr>
      </p:pic>
      <p:sp>
        <p:nvSpPr>
          <p:cNvPr id="8" name="brand-title">
            <a:extLst xmlns:a="http://schemas.openxmlformats.org/drawingml/2006/main">
              <a:ext uri="{FF2B5EF4-FFF2-40B4-BE49-F238E27FC236}">
                <a16:creationId xmlns:a16="http://schemas.microsoft.com/office/drawing/2014/main" id="{ECB0A77E-C355-402A-B450-E0686328B6EE}"/>
              </a:ext>
            </a:extLst>
          </p:cNvPr>
          <p:cNvSpPr>
            <a:spLocks xmlns:a="http://schemas.openxmlformats.org/drawingml/2006/main" noGrp="1"/>
          </p:cNvSpPr>
          <p:nvPr/>
        </p:nvSpPr>
        <p:spPr>
          <a:xfrm xmlns:a="http://schemas.openxmlformats.org/drawingml/2006/main">
            <a:off x="1028700" y="66675"/>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3000" b="1">
                <a:solidFill>
                  <a:srgbClr val="FFFFFF"/>
                </a:solidFill>
                <a:latin typeface="微软雅黑"/>
                <a:ea typeface="微软雅黑"/>
                <a:cs typeface="微软雅黑"/>
              </a:defRPr>
            </a:pPr>
            <a:r>
              <a:rPr sz="3000" b="1">
                <a:solidFill>
                  <a:srgbClr val="FFFFFF"/>
                </a:solidFill>
                <a:latin typeface="微软雅黑"/>
                <a:ea typeface="微软雅黑"/>
                <a:cs typeface="微软雅黑"/>
              </a:rPr>
              <a:t>本课形成三件可交给第 12 课的工件</a:t>
            </a:r>
          </a:p>
        </p:txBody>
      </p:sp>
      <p:sp>
        <p:nvSpPr>
          <p:cNvPr id="9" name="source">
            <a:extLst xmlns:a="http://schemas.openxmlformats.org/drawingml/2006/main">
              <a:ext uri="{FF2B5EF4-FFF2-40B4-BE49-F238E27FC236}">
                <a16:creationId xmlns:a16="http://schemas.microsoft.com/office/drawing/2014/main" id="{DC6D4ABE-25E0-4566-ABE4-24A486AC1A66}"/>
              </a:ext>
            </a:extLst>
          </p:cNvPr>
          <p:cNvSpPr>
            <a:spLocks xmlns:a="http://schemas.openxmlformats.org/drawingml/2006/main" noGrp="1"/>
          </p:cNvSpPr>
          <p:nvPr/>
        </p:nvSpPr>
        <p:spPr>
          <a:xfrm xmlns:a="http://schemas.openxmlformats.org/drawingml/2006/main">
            <a:off x="609600" y="6067425"/>
            <a:ext cx="10763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1100" b="0">
                <a:solidFill>
                  <a:srgbClr val="66727D"/>
                </a:solidFill>
                <a:latin typeface="微软雅黑"/>
                <a:ea typeface="微软雅黑"/>
                <a:cs typeface="微软雅黑"/>
              </a:defRPr>
            </a:pPr>
            <a:r>
              <a:rPr sz="1100" b="0">
                <a:solidFill>
                  <a:srgbClr val="66727D"/>
                </a:solidFill>
                <a:latin typeface="微软雅黑"/>
                <a:ea typeface="微软雅黑"/>
                <a:cs typeface="微软雅黑"/>
              </a:rPr>
              <a:t>来源：lesson-11/slides.md；课程工件与讲义见 speaker notes</a:t>
            </a:r>
          </a:p>
        </p:txBody>
      </p:sp>
      <p:sp>
        <p:nvSpPr>
          <p:cNvPr id="10" name="chain-line-0">
            <a:extLst xmlns:a="http://schemas.openxmlformats.org/drawingml/2006/main">
              <a:ext uri="{FF2B5EF4-FFF2-40B4-BE49-F238E27FC236}">
                <a16:creationId xmlns:a16="http://schemas.microsoft.com/office/drawing/2014/main" id="{3EAA5851-C628-4A3C-83A5-620E95443439}"/>
              </a:ext>
            </a:extLst>
          </p:cNvPr>
          <p:cNvSpPr>
            <a:spLocks xmlns:a="http://schemas.openxmlformats.org/drawingml/2006/main" noGrp="1"/>
          </p:cNvSpPr>
          <p:nvPr/>
        </p:nvSpPr>
        <p:spPr>
          <a:xfrm xmlns:a="http://schemas.openxmlformats.org/drawingml/2006/main">
            <a:off x="1381125" y="2819400"/>
            <a:ext cx="2381250"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11" name="chain-0">
            <a:extLst xmlns:a="http://schemas.openxmlformats.org/drawingml/2006/main">
              <a:ext uri="{FF2B5EF4-FFF2-40B4-BE49-F238E27FC236}">
                <a16:creationId xmlns:a16="http://schemas.microsoft.com/office/drawing/2014/main" id="{AA34558A-F818-4D1A-B5B0-FC935E02CF2D}"/>
              </a:ext>
            </a:extLst>
          </p:cNvPr>
          <p:cNvSpPr>
            <a:spLocks xmlns:a="http://schemas.openxmlformats.org/drawingml/2006/main" noGrp="1"/>
          </p:cNvSpPr>
          <p:nvPr/>
        </p:nvSpPr>
        <p:spPr>
          <a:xfrm xmlns:a="http://schemas.openxmlformats.org/drawingml/2006/main">
            <a:off x="1381125" y="2095500"/>
            <a:ext cx="2381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受限循环说明</a:t>
            </a:r>
          </a:p>
        </p:txBody>
      </p:sp>
      <p:sp>
        <p:nvSpPr>
          <p:cNvPr id="12" name="chain-arrow-0">
            <a:extLst xmlns:a="http://schemas.openxmlformats.org/drawingml/2006/main">
              <a:ext uri="{FF2B5EF4-FFF2-40B4-BE49-F238E27FC236}">
                <a16:creationId xmlns:a16="http://schemas.microsoft.com/office/drawing/2014/main" id="{83DF5567-D1C4-4428-B864-3141425C0176}"/>
              </a:ext>
            </a:extLst>
          </p:cNvPr>
          <p:cNvSpPr>
            <a:spLocks xmlns:a="http://schemas.openxmlformats.org/drawingml/2006/main" noGrp="1"/>
          </p:cNvSpPr>
          <p:nvPr/>
        </p:nvSpPr>
        <p:spPr>
          <a:xfrm xmlns:a="http://schemas.openxmlformats.org/drawingml/2006/main">
            <a:off x="3762375" y="2266950"/>
            <a:ext cx="114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400" b="0">
                <a:solidFill>
                  <a:srgbClr val="1F4D78"/>
                </a:solidFill>
                <a:latin typeface="微软雅黑"/>
                <a:ea typeface="微软雅黑"/>
                <a:cs typeface="微软雅黑"/>
              </a:defRPr>
            </a:pPr>
            <a:r>
              <a:rPr sz="2400" b="0">
                <a:solidFill>
                  <a:srgbClr val="1F4D78"/>
                </a:solidFill>
                <a:latin typeface="微软雅黑"/>
                <a:ea typeface="微软雅黑"/>
                <a:cs typeface="微软雅黑"/>
              </a:rPr>
              <a:t>→</a:t>
            </a:r>
          </a:p>
        </p:txBody>
      </p:sp>
      <p:sp>
        <p:nvSpPr>
          <p:cNvPr id="13" name="chain-sub-0">
            <a:extLst xmlns:a="http://schemas.openxmlformats.org/drawingml/2006/main">
              <a:ext uri="{FF2B5EF4-FFF2-40B4-BE49-F238E27FC236}">
                <a16:creationId xmlns:a16="http://schemas.microsoft.com/office/drawing/2014/main" id="{358F8E81-288D-4A48-875A-B88F0D96239F}"/>
              </a:ext>
            </a:extLst>
          </p:cNvPr>
          <p:cNvSpPr>
            <a:spLocks xmlns:a="http://schemas.openxmlformats.org/drawingml/2006/main" noGrp="1"/>
          </p:cNvSpPr>
          <p:nvPr/>
        </p:nvSpPr>
        <p:spPr>
          <a:xfrm xmlns:a="http://schemas.openxmlformats.org/drawingml/2006/main">
            <a:off x="1381125" y="2971800"/>
            <a:ext cx="2381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固定指标 / 预算 / 停止 / 回退</a:t>
            </a:r>
          </a:p>
        </p:txBody>
      </p:sp>
      <p:sp>
        <p:nvSpPr>
          <p:cNvPr id="14" name="chain-line-1">
            <a:extLst xmlns:a="http://schemas.openxmlformats.org/drawingml/2006/main">
              <a:ext uri="{FF2B5EF4-FFF2-40B4-BE49-F238E27FC236}">
                <a16:creationId xmlns:a16="http://schemas.microsoft.com/office/drawing/2014/main" id="{711F76E0-5CFE-403A-B46E-A1FA5D266E18}"/>
              </a:ext>
            </a:extLst>
          </p:cNvPr>
          <p:cNvSpPr>
            <a:spLocks xmlns:a="http://schemas.openxmlformats.org/drawingml/2006/main" noGrp="1"/>
          </p:cNvSpPr>
          <p:nvPr/>
        </p:nvSpPr>
        <p:spPr>
          <a:xfrm xmlns:a="http://schemas.openxmlformats.org/drawingml/2006/main">
            <a:off x="4905375" y="2819400"/>
            <a:ext cx="2381250"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15" name="chain-1">
            <a:extLst xmlns:a="http://schemas.openxmlformats.org/drawingml/2006/main">
              <a:ext uri="{FF2B5EF4-FFF2-40B4-BE49-F238E27FC236}">
                <a16:creationId xmlns:a16="http://schemas.microsoft.com/office/drawing/2014/main" id="{0E674618-AF86-4675-AFB7-3CC4FF09360C}"/>
              </a:ext>
            </a:extLst>
          </p:cNvPr>
          <p:cNvSpPr>
            <a:spLocks xmlns:a="http://schemas.openxmlformats.org/drawingml/2006/main" noGrp="1"/>
          </p:cNvSpPr>
          <p:nvPr/>
        </p:nvSpPr>
        <p:spPr>
          <a:xfrm xmlns:a="http://schemas.openxmlformats.org/drawingml/2006/main">
            <a:off x="4905375" y="2095500"/>
            <a:ext cx="2381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三种运行 trace</a:t>
            </a:r>
          </a:p>
        </p:txBody>
      </p:sp>
      <p:sp>
        <p:nvSpPr>
          <p:cNvPr id="16" name="chain-arrow-1">
            <a:extLst xmlns:a="http://schemas.openxmlformats.org/drawingml/2006/main">
              <a:ext uri="{FF2B5EF4-FFF2-40B4-BE49-F238E27FC236}">
                <a16:creationId xmlns:a16="http://schemas.microsoft.com/office/drawing/2014/main" id="{855CE9E7-BBEE-4599-8D91-77379D61BC3A}"/>
              </a:ext>
            </a:extLst>
          </p:cNvPr>
          <p:cNvSpPr>
            <a:spLocks xmlns:a="http://schemas.openxmlformats.org/drawingml/2006/main" noGrp="1"/>
          </p:cNvSpPr>
          <p:nvPr/>
        </p:nvSpPr>
        <p:spPr>
          <a:xfrm xmlns:a="http://schemas.openxmlformats.org/drawingml/2006/main">
            <a:off x="7286625" y="2266950"/>
            <a:ext cx="114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400" b="0">
                <a:solidFill>
                  <a:srgbClr val="1F4D78"/>
                </a:solidFill>
                <a:latin typeface="微软雅黑"/>
                <a:ea typeface="微软雅黑"/>
                <a:cs typeface="微软雅黑"/>
              </a:defRPr>
            </a:pPr>
            <a:r>
              <a:rPr sz="2400" b="0">
                <a:solidFill>
                  <a:srgbClr val="1F4D78"/>
                </a:solidFill>
                <a:latin typeface="微软雅黑"/>
                <a:ea typeface="微软雅黑"/>
                <a:cs typeface="微软雅黑"/>
              </a:rPr>
              <a:t>→</a:t>
            </a:r>
          </a:p>
        </p:txBody>
      </p:sp>
      <p:sp>
        <p:nvSpPr>
          <p:cNvPr id="17" name="chain-sub-1">
            <a:extLst xmlns:a="http://schemas.openxmlformats.org/drawingml/2006/main">
              <a:ext uri="{FF2B5EF4-FFF2-40B4-BE49-F238E27FC236}">
                <a16:creationId xmlns:a16="http://schemas.microsoft.com/office/drawing/2014/main" id="{10C01102-E5E3-49CC-B64D-75ECE2D03F97}"/>
              </a:ext>
            </a:extLst>
          </p:cNvPr>
          <p:cNvSpPr>
            <a:spLocks xmlns:a="http://schemas.openxmlformats.org/drawingml/2006/main" noGrp="1"/>
          </p:cNvSpPr>
          <p:nvPr/>
        </p:nvSpPr>
        <p:spPr>
          <a:xfrm xmlns:a="http://schemas.openxmlformats.org/drawingml/2006/main">
            <a:off x="4905375" y="2971800"/>
            <a:ext cx="2381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正常 / 无改善 / 失败</a:t>
            </a:r>
          </a:p>
        </p:txBody>
      </p:sp>
      <p:sp>
        <p:nvSpPr>
          <p:cNvPr id="18" name="chain-line-2">
            <a:extLst xmlns:a="http://schemas.openxmlformats.org/drawingml/2006/main">
              <a:ext uri="{FF2B5EF4-FFF2-40B4-BE49-F238E27FC236}">
                <a16:creationId xmlns:a16="http://schemas.microsoft.com/office/drawing/2014/main" id="{3C840F29-AB3D-4D31-9A65-4E6F95ED4C76}"/>
              </a:ext>
            </a:extLst>
          </p:cNvPr>
          <p:cNvSpPr>
            <a:spLocks xmlns:a="http://schemas.openxmlformats.org/drawingml/2006/main" noGrp="1"/>
          </p:cNvSpPr>
          <p:nvPr/>
        </p:nvSpPr>
        <p:spPr>
          <a:xfrm xmlns:a="http://schemas.openxmlformats.org/drawingml/2006/main">
            <a:off x="8429625" y="2819400"/>
            <a:ext cx="2381250"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19" name="chain-2">
            <a:extLst xmlns:a="http://schemas.openxmlformats.org/drawingml/2006/main">
              <a:ext uri="{FF2B5EF4-FFF2-40B4-BE49-F238E27FC236}">
                <a16:creationId xmlns:a16="http://schemas.microsoft.com/office/drawing/2014/main" id="{4D34B5E8-2B6F-4730-9F6B-25151FDFDAAE}"/>
              </a:ext>
            </a:extLst>
          </p:cNvPr>
          <p:cNvSpPr>
            <a:spLocks xmlns:a="http://schemas.openxmlformats.org/drawingml/2006/main" noGrp="1"/>
          </p:cNvSpPr>
          <p:nvPr/>
        </p:nvSpPr>
        <p:spPr>
          <a:xfrm xmlns:a="http://schemas.openxmlformats.org/drawingml/2006/main">
            <a:off x="8429625" y="2095500"/>
            <a:ext cx="2381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四约束短分析</a:t>
            </a:r>
          </a:p>
        </p:txBody>
      </p:sp>
      <p:sp>
        <p:nvSpPr>
          <p:cNvPr id="20" name="chain-sub-2">
            <a:extLst xmlns:a="http://schemas.openxmlformats.org/drawingml/2006/main">
              <a:ext uri="{FF2B5EF4-FFF2-40B4-BE49-F238E27FC236}">
                <a16:creationId xmlns:a16="http://schemas.microsoft.com/office/drawing/2014/main" id="{908331F4-47EF-411B-BE18-517F7C8F70F2}"/>
              </a:ext>
            </a:extLst>
          </p:cNvPr>
          <p:cNvSpPr>
            <a:spLocks xmlns:a="http://schemas.openxmlformats.org/drawingml/2006/main" noGrp="1"/>
          </p:cNvSpPr>
          <p:nvPr/>
        </p:nvSpPr>
        <p:spPr>
          <a:xfrm xmlns:a="http://schemas.openxmlformats.org/drawingml/2006/main">
            <a:off x="8429625" y="2971800"/>
            <a:ext cx="2381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何处仍需人工</a:t>
            </a:r>
          </a:p>
        </p:txBody>
      </p:sp>
    </p:spTree>
    <p:extLst>
      <p:ext uri="{BB962C8B-B14F-4D97-AF65-F5344CB8AC3E}">
        <p14:creationId xmlns:p14="http://schemas.microsoft.com/office/powerpoint/2010/main" val="1443728403"/>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4" name="Text Placeholder 3">
            <a:extLst xmlns:a="http://schemas.openxmlformats.org/drawingml/2006/main">
              <a:ext uri="{FF2B5EF4-FFF2-40B4-BE49-F238E27FC236}">
                <a16:creationId xmlns:a16="http://schemas.microsoft.com/office/drawing/2014/main" id="{4D941B40-7A0A-534E-3563-CA11753C8E3F}"/>
              </a:ext>
            </a:extLst>
          </p:cNvPr>
          <p:cNvSpPr>
            <a:spLocks xmlns:a="http://schemas.openxmlformats.org/drawingml/2006/main" noGrp="1"/>
          </p:cNvSpPr>
          <p:nvPr>
            <p:ph type="body" idx="14"/>
          </p:nvPr>
        </p:nvSpPr>
        <p:spPr>
          <a:xfrm xmlns:a="http://schemas.openxmlformats.org/drawingml/2006/main">
            <a:off x="1028700" y="57150"/>
            <a:ext cx="10668000" cy="571500"/>
          </a:xfrm>
        </p:spPr>
        <p:txBody>
          <a:bodyPr xmlns:a="http://schemas.openxmlformats.org/drawingml/2006/main" lIns="0" tIns="0" rIns="0" bIns="0" anchor="ctr"/>
          <a:lstStyle xmlns:a="http://schemas.openxmlformats.org/drawingml/2006/main"/>
          <a:p xmlns:a="http://schemas.openxmlformats.org/drawingml/2006/main">
            <a:pPr algn="l">
              <a:lnSpc>
                <a:spcPct val="118000"/>
              </a:lnSpc>
              <a:buNone/>
            </a:pPr>
            <a:r>
              <a:rPr sz="3000" b="1">
                <a:solidFill>
                  <a:srgbClr val="FFFFFF"/>
                </a:solidFill>
                <a:latin typeface="微软雅黑"/>
                <a:ea typeface="微软雅黑"/>
                <a:cs typeface="微软雅黑"/>
              </a:rPr>
              <a:t>循环五步与 Keep / Discard 分支</a:t>
            </a:r>
            <a:endParaRPr/>
          </a:p>
        </p:txBody>
      </p:sp>
      <p:sp>
        <p:nvSpPr>
          <p:cNvPr id="5" name="Slide Number Placeholder 4">
            <a:extLst xmlns:a="http://schemas.openxmlformats.org/drawingml/2006/main">
              <a:ext uri="{FF2B5EF4-FFF2-40B4-BE49-F238E27FC236}">
                <a16:creationId xmlns:a16="http://schemas.microsoft.com/office/drawing/2014/main" id="{EBA5909F-738E-F60C-BE8C-B3F1D94548E5}"/>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EFD6AB9A-5F9E-5F59-51AB-3C8734130965}" type="slidenum">
              <a:t>4</a:t>
            </a:fld>
            <a:endParaRPr/>
          </a:p>
        </p:txBody>
      </p:sp>
      <p:sp>
        <p:nvSpPr>
          <p:cNvPr id="6" name="brand-header">
            <a:extLst xmlns:a="http://schemas.openxmlformats.org/drawingml/2006/main">
              <a:ext uri="{FF2B5EF4-FFF2-40B4-BE49-F238E27FC236}">
                <a16:creationId xmlns:a16="http://schemas.microsoft.com/office/drawing/2014/main" id="{81E30CAD-0711-486F-966A-D2EC17E4D576}"/>
              </a:ext>
            </a:extLst>
          </p:cNvPr>
          <p:cNvSpPr>
            <a:spLocks xmlns:a="http://schemas.openxmlformats.org/drawingml/2006/main" noGrp="1"/>
          </p:cNvSpPr>
          <p:nvPr/>
        </p:nvSpPr>
        <p:spPr>
          <a:xfrm xmlns:a="http://schemas.openxmlformats.org/drawingml/2006/main">
            <a:off x="0" y="0"/>
            <a:ext cx="11887200" cy="685800"/>
          </a:xfrm>
          <a:prstGeom xmlns:a="http://schemas.openxmlformats.org/drawingml/2006/main" prst="rect">
            <a:avLst/>
          </a:prstGeom>
          <a:solidFill xmlns:a="http://schemas.openxmlformats.org/drawingml/2006/main">
            <a:srgbClr val="C8161E"/>
          </a:solidFill>
          <a:ln xmlns:a="http://schemas.openxmlformats.org/drawingml/2006/main" w="0">
            <a:noFill/>
          </a:ln>
        </p:spPr>
      </p:sp>
      <p:pic>
        <p:nvPicPr>
          <p:cNvPr id="34" name=""/>
          <p:cNvPicPr>
            <a:picLocks xmlns:a="http://schemas.openxmlformats.org/drawingml/2006/main" noChangeAspect="1"/>
          </p:cNvPicPr>
          <p:nvPr/>
        </p:nvPicPr>
        <p:blipFill>
          <a:blip xmlns:r="http://schemas.openxmlformats.org/officeDocument/2006/relationships" xmlns:a="http://schemas.openxmlformats.org/drawingml/2006/main" r:embed="R92869e6c57f441d8"/>
          <a:stretch xmlns:a="http://schemas.openxmlformats.org/drawingml/2006/main"/>
        </p:blipFill>
        <p:spPr>
          <a:xfrm xmlns:a="http://schemas.openxmlformats.org/drawingml/2006/main">
            <a:off x="323850" y="76200"/>
            <a:ext cx="533400" cy="533400"/>
          </a:xfrm>
          <a:prstGeom xmlns:a="http://schemas.openxmlformats.org/drawingml/2006/main" prst="rect">
            <a:avLst/>
          </a:prstGeom>
        </p:spPr>
      </p:pic>
      <p:sp>
        <p:nvSpPr>
          <p:cNvPr id="8" name="brand-title">
            <a:extLst xmlns:a="http://schemas.openxmlformats.org/drawingml/2006/main">
              <a:ext uri="{FF2B5EF4-FFF2-40B4-BE49-F238E27FC236}">
                <a16:creationId xmlns:a16="http://schemas.microsoft.com/office/drawing/2014/main" id="{DB165109-B26C-41BA-931D-693891B2448E}"/>
              </a:ext>
            </a:extLst>
          </p:cNvPr>
          <p:cNvSpPr>
            <a:spLocks xmlns:a="http://schemas.openxmlformats.org/drawingml/2006/main" noGrp="1"/>
          </p:cNvSpPr>
          <p:nvPr/>
        </p:nvSpPr>
        <p:spPr>
          <a:xfrm xmlns:a="http://schemas.openxmlformats.org/drawingml/2006/main">
            <a:off x="1028700" y="66675"/>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3000" b="1">
                <a:solidFill>
                  <a:srgbClr val="FFFFFF"/>
                </a:solidFill>
                <a:latin typeface="微软雅黑"/>
                <a:ea typeface="微软雅黑"/>
                <a:cs typeface="微软雅黑"/>
              </a:defRPr>
            </a:pPr>
            <a:r>
              <a:rPr sz="3000" b="1">
                <a:solidFill>
                  <a:srgbClr val="FFFFFF"/>
                </a:solidFill>
                <a:latin typeface="微软雅黑"/>
                <a:ea typeface="微软雅黑"/>
                <a:cs typeface="微软雅黑"/>
              </a:rPr>
              <a:t>循环五步与 Keep / Discard 分支</a:t>
            </a:r>
          </a:p>
        </p:txBody>
      </p:sp>
      <p:sp>
        <p:nvSpPr>
          <p:cNvPr id="9" name="source">
            <a:extLst xmlns:a="http://schemas.openxmlformats.org/drawingml/2006/main">
              <a:ext uri="{FF2B5EF4-FFF2-40B4-BE49-F238E27FC236}">
                <a16:creationId xmlns:a16="http://schemas.microsoft.com/office/drawing/2014/main" id="{FBF3CCF1-47D4-45E7-B915-84B7C9489FE1}"/>
              </a:ext>
            </a:extLst>
          </p:cNvPr>
          <p:cNvSpPr>
            <a:spLocks xmlns:a="http://schemas.openxmlformats.org/drawingml/2006/main" noGrp="1"/>
          </p:cNvSpPr>
          <p:nvPr/>
        </p:nvSpPr>
        <p:spPr>
          <a:xfrm xmlns:a="http://schemas.openxmlformats.org/drawingml/2006/main">
            <a:off x="609600" y="6067425"/>
            <a:ext cx="10763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1100" b="0">
                <a:solidFill>
                  <a:srgbClr val="66727D"/>
                </a:solidFill>
                <a:latin typeface="微软雅黑"/>
                <a:ea typeface="微软雅黑"/>
                <a:cs typeface="微软雅黑"/>
              </a:defRPr>
            </a:pPr>
            <a:r>
              <a:rPr sz="1100" b="0">
                <a:solidFill>
                  <a:srgbClr val="66727D"/>
                </a:solidFill>
                <a:latin typeface="微软雅黑"/>
                <a:ea typeface="微软雅黑"/>
                <a:cs typeface="微软雅黑"/>
              </a:rPr>
              <a:t>来源：lesson-11/slides.md；课程工件与讲义见 speaker notes</a:t>
            </a:r>
          </a:p>
        </p:txBody>
      </p:sp>
      <p:sp>
        <p:nvSpPr>
          <p:cNvPr id="10" name="chain-line-0">
            <a:extLst xmlns:a="http://schemas.openxmlformats.org/drawingml/2006/main">
              <a:ext uri="{FF2B5EF4-FFF2-40B4-BE49-F238E27FC236}">
                <a16:creationId xmlns:a16="http://schemas.microsoft.com/office/drawing/2014/main" id="{6ABACD04-631B-46AD-A456-D11529728DFA}"/>
              </a:ext>
            </a:extLst>
          </p:cNvPr>
          <p:cNvSpPr>
            <a:spLocks xmlns:a="http://schemas.openxmlformats.org/drawingml/2006/main" noGrp="1"/>
          </p:cNvSpPr>
          <p:nvPr/>
        </p:nvSpPr>
        <p:spPr>
          <a:xfrm xmlns:a="http://schemas.openxmlformats.org/drawingml/2006/main">
            <a:off x="666750" y="2628900"/>
            <a:ext cx="1666875"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11" name="chain-0">
            <a:extLst xmlns:a="http://schemas.openxmlformats.org/drawingml/2006/main">
              <a:ext uri="{FF2B5EF4-FFF2-40B4-BE49-F238E27FC236}">
                <a16:creationId xmlns:a16="http://schemas.microsoft.com/office/drawing/2014/main" id="{1060E9AE-C28E-4526-8C0F-458117F04C99}"/>
              </a:ext>
            </a:extLst>
          </p:cNvPr>
          <p:cNvSpPr>
            <a:spLocks xmlns:a="http://schemas.openxmlformats.org/drawingml/2006/main" noGrp="1"/>
          </p:cNvSpPr>
          <p:nvPr/>
        </p:nvSpPr>
        <p:spPr>
          <a:xfrm xmlns:a="http://schemas.openxmlformats.org/drawingml/2006/main">
            <a:off x="666750" y="1905000"/>
            <a:ext cx="1666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假设</a:t>
            </a:r>
          </a:p>
        </p:txBody>
      </p:sp>
      <p:sp>
        <p:nvSpPr>
          <p:cNvPr id="12" name="chain-arrow-0">
            <a:extLst xmlns:a="http://schemas.openxmlformats.org/drawingml/2006/main">
              <a:ext uri="{FF2B5EF4-FFF2-40B4-BE49-F238E27FC236}">
                <a16:creationId xmlns:a16="http://schemas.microsoft.com/office/drawing/2014/main" id="{C883ABA9-47A5-497D-B4F6-69B1DA14E2BC}"/>
              </a:ext>
            </a:extLst>
          </p:cNvPr>
          <p:cNvSpPr>
            <a:spLocks xmlns:a="http://schemas.openxmlformats.org/drawingml/2006/main" noGrp="1"/>
          </p:cNvSpPr>
          <p:nvPr/>
        </p:nvSpPr>
        <p:spPr>
          <a:xfrm xmlns:a="http://schemas.openxmlformats.org/drawingml/2006/main">
            <a:off x="2333625" y="2076450"/>
            <a:ext cx="583406"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400" b="0">
                <a:solidFill>
                  <a:srgbClr val="1F4D78"/>
                </a:solidFill>
                <a:latin typeface="微软雅黑"/>
                <a:ea typeface="微软雅黑"/>
                <a:cs typeface="微软雅黑"/>
              </a:defRPr>
            </a:pPr>
            <a:r>
              <a:rPr sz="2400" b="0">
                <a:solidFill>
                  <a:srgbClr val="1F4D78"/>
                </a:solidFill>
                <a:latin typeface="微软雅黑"/>
                <a:ea typeface="微软雅黑"/>
                <a:cs typeface="微软雅黑"/>
              </a:rPr>
              <a:t>→</a:t>
            </a:r>
          </a:p>
        </p:txBody>
      </p:sp>
      <p:sp>
        <p:nvSpPr>
          <p:cNvPr id="13" name="chain-sub-0">
            <a:extLst xmlns:a="http://schemas.openxmlformats.org/drawingml/2006/main">
              <a:ext uri="{FF2B5EF4-FFF2-40B4-BE49-F238E27FC236}">
                <a16:creationId xmlns:a16="http://schemas.microsoft.com/office/drawing/2014/main" id="{7D6965FC-69B5-4AEA-829E-B1FC7FDA6A16}"/>
              </a:ext>
            </a:extLst>
          </p:cNvPr>
          <p:cNvSpPr>
            <a:spLocks xmlns:a="http://schemas.openxmlformats.org/drawingml/2006/main" noGrp="1"/>
          </p:cNvSpPr>
          <p:nvPr/>
        </p:nvSpPr>
        <p:spPr>
          <a:xfrm xmlns:a="http://schemas.openxmlformats.org/drawingml/2006/main">
            <a:off x="666750" y="2781300"/>
            <a:ext cx="16668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运行前写明</a:t>
            </a:r>
          </a:p>
        </p:txBody>
      </p:sp>
      <p:sp>
        <p:nvSpPr>
          <p:cNvPr id="14" name="chain-line-1">
            <a:extLst xmlns:a="http://schemas.openxmlformats.org/drawingml/2006/main">
              <a:ext uri="{FF2B5EF4-FFF2-40B4-BE49-F238E27FC236}">
                <a16:creationId xmlns:a16="http://schemas.microsoft.com/office/drawing/2014/main" id="{E029D8ED-3825-4C6F-97A8-EF475EF18E2B}"/>
              </a:ext>
            </a:extLst>
          </p:cNvPr>
          <p:cNvSpPr>
            <a:spLocks xmlns:a="http://schemas.openxmlformats.org/drawingml/2006/main" noGrp="1"/>
          </p:cNvSpPr>
          <p:nvPr/>
        </p:nvSpPr>
        <p:spPr>
          <a:xfrm xmlns:a="http://schemas.openxmlformats.org/drawingml/2006/main">
            <a:off x="2917031" y="2628900"/>
            <a:ext cx="1666875"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15" name="chain-1">
            <a:extLst xmlns:a="http://schemas.openxmlformats.org/drawingml/2006/main">
              <a:ext uri="{FF2B5EF4-FFF2-40B4-BE49-F238E27FC236}">
                <a16:creationId xmlns:a16="http://schemas.microsoft.com/office/drawing/2014/main" id="{B05A9355-E258-40EE-92E0-7391A82CF748}"/>
              </a:ext>
            </a:extLst>
          </p:cNvPr>
          <p:cNvSpPr>
            <a:spLocks xmlns:a="http://schemas.openxmlformats.org/drawingml/2006/main" noGrp="1"/>
          </p:cNvSpPr>
          <p:nvPr/>
        </p:nvSpPr>
        <p:spPr>
          <a:xfrm xmlns:a="http://schemas.openxmlformats.org/drawingml/2006/main">
            <a:off x="2917031" y="1905000"/>
            <a:ext cx="1666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运行</a:t>
            </a:r>
          </a:p>
        </p:txBody>
      </p:sp>
      <p:sp>
        <p:nvSpPr>
          <p:cNvPr id="16" name="chain-arrow-1">
            <a:extLst xmlns:a="http://schemas.openxmlformats.org/drawingml/2006/main">
              <a:ext uri="{FF2B5EF4-FFF2-40B4-BE49-F238E27FC236}">
                <a16:creationId xmlns:a16="http://schemas.microsoft.com/office/drawing/2014/main" id="{EE9AA43C-A6BB-4242-9D4F-F0EC990F448E}"/>
              </a:ext>
            </a:extLst>
          </p:cNvPr>
          <p:cNvSpPr>
            <a:spLocks xmlns:a="http://schemas.openxmlformats.org/drawingml/2006/main" noGrp="1"/>
          </p:cNvSpPr>
          <p:nvPr/>
        </p:nvSpPr>
        <p:spPr>
          <a:xfrm xmlns:a="http://schemas.openxmlformats.org/drawingml/2006/main">
            <a:off x="4583906" y="2076450"/>
            <a:ext cx="583406"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400" b="0">
                <a:solidFill>
                  <a:srgbClr val="1F4D78"/>
                </a:solidFill>
                <a:latin typeface="微软雅黑"/>
                <a:ea typeface="微软雅黑"/>
                <a:cs typeface="微软雅黑"/>
              </a:defRPr>
            </a:pPr>
            <a:r>
              <a:rPr sz="2400" b="0">
                <a:solidFill>
                  <a:srgbClr val="1F4D78"/>
                </a:solidFill>
                <a:latin typeface="微软雅黑"/>
                <a:ea typeface="微软雅黑"/>
                <a:cs typeface="微软雅黑"/>
              </a:rPr>
              <a:t>→</a:t>
            </a:r>
          </a:p>
        </p:txBody>
      </p:sp>
      <p:sp>
        <p:nvSpPr>
          <p:cNvPr id="17" name="chain-sub-1">
            <a:extLst xmlns:a="http://schemas.openxmlformats.org/drawingml/2006/main">
              <a:ext uri="{FF2B5EF4-FFF2-40B4-BE49-F238E27FC236}">
                <a16:creationId xmlns:a16="http://schemas.microsoft.com/office/drawing/2014/main" id="{BB5B1C7B-6E79-4FAB-8675-99DDA0CA048C}"/>
              </a:ext>
            </a:extLst>
          </p:cNvPr>
          <p:cNvSpPr>
            <a:spLocks xmlns:a="http://schemas.openxmlformats.org/drawingml/2006/main" noGrp="1"/>
          </p:cNvSpPr>
          <p:nvPr/>
        </p:nvSpPr>
        <p:spPr>
          <a:xfrm xmlns:a="http://schemas.openxmlformats.org/drawingml/2006/main">
            <a:off x="2917031" y="2781300"/>
            <a:ext cx="16668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冻结配置</a:t>
            </a:r>
          </a:p>
        </p:txBody>
      </p:sp>
      <p:sp>
        <p:nvSpPr>
          <p:cNvPr id="18" name="chain-line-2">
            <a:extLst xmlns:a="http://schemas.openxmlformats.org/drawingml/2006/main">
              <a:ext uri="{FF2B5EF4-FFF2-40B4-BE49-F238E27FC236}">
                <a16:creationId xmlns:a16="http://schemas.microsoft.com/office/drawing/2014/main" id="{9EC11A9B-EAC9-4E33-B26E-BD1E3E39542D}"/>
              </a:ext>
            </a:extLst>
          </p:cNvPr>
          <p:cNvSpPr>
            <a:spLocks xmlns:a="http://schemas.openxmlformats.org/drawingml/2006/main" noGrp="1"/>
          </p:cNvSpPr>
          <p:nvPr/>
        </p:nvSpPr>
        <p:spPr>
          <a:xfrm xmlns:a="http://schemas.openxmlformats.org/drawingml/2006/main">
            <a:off x="5167313" y="2628900"/>
            <a:ext cx="1666875"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19" name="chain-2">
            <a:extLst xmlns:a="http://schemas.openxmlformats.org/drawingml/2006/main">
              <a:ext uri="{FF2B5EF4-FFF2-40B4-BE49-F238E27FC236}">
                <a16:creationId xmlns:a16="http://schemas.microsoft.com/office/drawing/2014/main" id="{12DA2A5F-3604-4A2A-BFF1-90BA93945411}"/>
              </a:ext>
            </a:extLst>
          </p:cNvPr>
          <p:cNvSpPr>
            <a:spLocks xmlns:a="http://schemas.openxmlformats.org/drawingml/2006/main" noGrp="1"/>
          </p:cNvSpPr>
          <p:nvPr/>
        </p:nvSpPr>
        <p:spPr>
          <a:xfrm xmlns:a="http://schemas.openxmlformats.org/drawingml/2006/main">
            <a:off x="5167313" y="1905000"/>
            <a:ext cx="1666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度量</a:t>
            </a:r>
          </a:p>
        </p:txBody>
      </p:sp>
      <p:sp>
        <p:nvSpPr>
          <p:cNvPr id="20" name="chain-arrow-2">
            <a:extLst xmlns:a="http://schemas.openxmlformats.org/drawingml/2006/main">
              <a:ext uri="{FF2B5EF4-FFF2-40B4-BE49-F238E27FC236}">
                <a16:creationId xmlns:a16="http://schemas.microsoft.com/office/drawing/2014/main" id="{F09E4742-E700-425C-BBBA-D30171922A36}"/>
              </a:ext>
            </a:extLst>
          </p:cNvPr>
          <p:cNvSpPr>
            <a:spLocks xmlns:a="http://schemas.openxmlformats.org/drawingml/2006/main" noGrp="1"/>
          </p:cNvSpPr>
          <p:nvPr/>
        </p:nvSpPr>
        <p:spPr>
          <a:xfrm xmlns:a="http://schemas.openxmlformats.org/drawingml/2006/main">
            <a:off x="6834188" y="2076450"/>
            <a:ext cx="583406"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400" b="0">
                <a:solidFill>
                  <a:srgbClr val="1F4D78"/>
                </a:solidFill>
                <a:latin typeface="微软雅黑"/>
                <a:ea typeface="微软雅黑"/>
                <a:cs typeface="微软雅黑"/>
              </a:defRPr>
            </a:pPr>
            <a:r>
              <a:rPr sz="2400" b="0">
                <a:solidFill>
                  <a:srgbClr val="1F4D78"/>
                </a:solidFill>
                <a:latin typeface="微软雅黑"/>
                <a:ea typeface="微软雅黑"/>
                <a:cs typeface="微软雅黑"/>
              </a:rPr>
              <a:t>→</a:t>
            </a:r>
          </a:p>
        </p:txBody>
      </p:sp>
      <p:sp>
        <p:nvSpPr>
          <p:cNvPr id="21" name="chain-sub-2">
            <a:extLst xmlns:a="http://schemas.openxmlformats.org/drawingml/2006/main">
              <a:ext uri="{FF2B5EF4-FFF2-40B4-BE49-F238E27FC236}">
                <a16:creationId xmlns:a16="http://schemas.microsoft.com/office/drawing/2014/main" id="{A8C32085-20BC-4D32-8D0D-2256E3B680AD}"/>
              </a:ext>
            </a:extLst>
          </p:cNvPr>
          <p:cNvSpPr>
            <a:spLocks xmlns:a="http://schemas.openxmlformats.org/drawingml/2006/main" noGrp="1"/>
          </p:cNvSpPr>
          <p:nvPr/>
        </p:nvSpPr>
        <p:spPr>
          <a:xfrm xmlns:a="http://schemas.openxmlformats.org/drawingml/2006/main">
            <a:off x="5167313" y="2781300"/>
            <a:ext cx="16668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指标不可改</a:t>
            </a:r>
          </a:p>
        </p:txBody>
      </p:sp>
      <p:sp>
        <p:nvSpPr>
          <p:cNvPr id="22" name="chain-line-3">
            <a:extLst xmlns:a="http://schemas.openxmlformats.org/drawingml/2006/main">
              <a:ext uri="{FF2B5EF4-FFF2-40B4-BE49-F238E27FC236}">
                <a16:creationId xmlns:a16="http://schemas.microsoft.com/office/drawing/2014/main" id="{FD004BBF-D014-4255-A566-471D5BDF7084}"/>
              </a:ext>
            </a:extLst>
          </p:cNvPr>
          <p:cNvSpPr>
            <a:spLocks xmlns:a="http://schemas.openxmlformats.org/drawingml/2006/main" noGrp="1"/>
          </p:cNvSpPr>
          <p:nvPr/>
        </p:nvSpPr>
        <p:spPr>
          <a:xfrm xmlns:a="http://schemas.openxmlformats.org/drawingml/2006/main">
            <a:off x="7417594" y="2628900"/>
            <a:ext cx="1666875"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23" name="chain-3">
            <a:extLst xmlns:a="http://schemas.openxmlformats.org/drawingml/2006/main">
              <a:ext uri="{FF2B5EF4-FFF2-40B4-BE49-F238E27FC236}">
                <a16:creationId xmlns:a16="http://schemas.microsoft.com/office/drawing/2014/main" id="{812DB370-F3B9-4615-B2E3-50354E59325A}"/>
              </a:ext>
            </a:extLst>
          </p:cNvPr>
          <p:cNvSpPr>
            <a:spLocks xmlns:a="http://schemas.openxmlformats.org/drawingml/2006/main" noGrp="1"/>
          </p:cNvSpPr>
          <p:nvPr/>
        </p:nvSpPr>
        <p:spPr>
          <a:xfrm xmlns:a="http://schemas.openxmlformats.org/drawingml/2006/main">
            <a:off x="7417594" y="1905000"/>
            <a:ext cx="1666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评价</a:t>
            </a:r>
          </a:p>
        </p:txBody>
      </p:sp>
      <p:sp>
        <p:nvSpPr>
          <p:cNvPr id="24" name="chain-arrow-3">
            <a:extLst xmlns:a="http://schemas.openxmlformats.org/drawingml/2006/main">
              <a:ext uri="{FF2B5EF4-FFF2-40B4-BE49-F238E27FC236}">
                <a16:creationId xmlns:a16="http://schemas.microsoft.com/office/drawing/2014/main" id="{477CA584-2010-4992-A31A-D84E81905BEF}"/>
              </a:ext>
            </a:extLst>
          </p:cNvPr>
          <p:cNvSpPr>
            <a:spLocks xmlns:a="http://schemas.openxmlformats.org/drawingml/2006/main" noGrp="1"/>
          </p:cNvSpPr>
          <p:nvPr/>
        </p:nvSpPr>
        <p:spPr>
          <a:xfrm xmlns:a="http://schemas.openxmlformats.org/drawingml/2006/main">
            <a:off x="9084469" y="2076450"/>
            <a:ext cx="583406"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400" b="0">
                <a:solidFill>
                  <a:srgbClr val="1F4D78"/>
                </a:solidFill>
                <a:latin typeface="微软雅黑"/>
                <a:ea typeface="微软雅黑"/>
                <a:cs typeface="微软雅黑"/>
              </a:defRPr>
            </a:pPr>
            <a:r>
              <a:rPr sz="2400" b="0">
                <a:solidFill>
                  <a:srgbClr val="1F4D78"/>
                </a:solidFill>
                <a:latin typeface="微软雅黑"/>
                <a:ea typeface="微软雅黑"/>
                <a:cs typeface="微软雅黑"/>
              </a:rPr>
              <a:t>→</a:t>
            </a:r>
          </a:p>
        </p:txBody>
      </p:sp>
      <p:sp>
        <p:nvSpPr>
          <p:cNvPr id="25" name="chain-sub-3">
            <a:extLst xmlns:a="http://schemas.openxmlformats.org/drawingml/2006/main">
              <a:ext uri="{FF2B5EF4-FFF2-40B4-BE49-F238E27FC236}">
                <a16:creationId xmlns:a16="http://schemas.microsoft.com/office/drawing/2014/main" id="{E35172CD-951E-41BA-B707-1778CD729222}"/>
              </a:ext>
            </a:extLst>
          </p:cNvPr>
          <p:cNvSpPr>
            <a:spLocks xmlns:a="http://schemas.openxmlformats.org/drawingml/2006/main" noGrp="1"/>
          </p:cNvSpPr>
          <p:nvPr/>
        </p:nvSpPr>
        <p:spPr>
          <a:xfrm xmlns:a="http://schemas.openxmlformats.org/drawingml/2006/main">
            <a:off x="7417594" y="2781300"/>
            <a:ext cx="16668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人工判断</a:t>
            </a:r>
          </a:p>
        </p:txBody>
      </p:sp>
      <p:sp>
        <p:nvSpPr>
          <p:cNvPr id="26" name="chain-line-4">
            <a:extLst xmlns:a="http://schemas.openxmlformats.org/drawingml/2006/main">
              <a:ext uri="{FF2B5EF4-FFF2-40B4-BE49-F238E27FC236}">
                <a16:creationId xmlns:a16="http://schemas.microsoft.com/office/drawing/2014/main" id="{9EC58F0B-8547-4B71-9490-E6625AF9B4B4}"/>
              </a:ext>
            </a:extLst>
          </p:cNvPr>
          <p:cNvSpPr>
            <a:spLocks xmlns:a="http://schemas.openxmlformats.org/drawingml/2006/main" noGrp="1"/>
          </p:cNvSpPr>
          <p:nvPr/>
        </p:nvSpPr>
        <p:spPr>
          <a:xfrm xmlns:a="http://schemas.openxmlformats.org/drawingml/2006/main">
            <a:off x="9667875" y="2628900"/>
            <a:ext cx="1666875" cy="14288"/>
          </a:xfrm>
          <a:prstGeom xmlns:a="http://schemas.openxmlformats.org/drawingml/2006/main" prst="rect">
            <a:avLst/>
          </a:prstGeom>
          <a:solidFill xmlns:a="http://schemas.openxmlformats.org/drawingml/2006/main">
            <a:srgbClr val="A96510"/>
          </a:solidFill>
          <a:ln xmlns:a="http://schemas.openxmlformats.org/drawingml/2006/main" w="0">
            <a:noFill/>
          </a:ln>
        </p:spPr>
      </p:sp>
      <p:sp>
        <p:nvSpPr>
          <p:cNvPr id="27" name="chain-4">
            <a:extLst xmlns:a="http://schemas.openxmlformats.org/drawingml/2006/main">
              <a:ext uri="{FF2B5EF4-FFF2-40B4-BE49-F238E27FC236}">
                <a16:creationId xmlns:a16="http://schemas.microsoft.com/office/drawing/2014/main" id="{93B4C766-2240-4D9D-BB7F-020E6EE048AB}"/>
              </a:ext>
            </a:extLst>
          </p:cNvPr>
          <p:cNvSpPr>
            <a:spLocks xmlns:a="http://schemas.openxmlformats.org/drawingml/2006/main" noGrp="1"/>
          </p:cNvSpPr>
          <p:nvPr/>
        </p:nvSpPr>
        <p:spPr>
          <a:xfrm xmlns:a="http://schemas.openxmlformats.org/drawingml/2006/main">
            <a:off x="9667875" y="1905000"/>
            <a:ext cx="1666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A96510"/>
                </a:solidFill>
                <a:latin typeface="微软雅黑"/>
                <a:ea typeface="微软雅黑"/>
                <a:cs typeface="微软雅黑"/>
              </a:defRPr>
            </a:pPr>
            <a:r>
              <a:rPr sz="2200" b="0">
                <a:solidFill>
                  <a:srgbClr val="A96510"/>
                </a:solidFill>
                <a:latin typeface="微软雅黑"/>
                <a:ea typeface="微软雅黑"/>
                <a:cs typeface="微软雅黑"/>
              </a:rPr>
              <a:t>Keep / Discard</a:t>
            </a:r>
          </a:p>
        </p:txBody>
      </p:sp>
      <p:sp>
        <p:nvSpPr>
          <p:cNvPr id="28" name="chain-sub-4">
            <a:extLst xmlns:a="http://schemas.openxmlformats.org/drawingml/2006/main">
              <a:ext uri="{FF2B5EF4-FFF2-40B4-BE49-F238E27FC236}">
                <a16:creationId xmlns:a16="http://schemas.microsoft.com/office/drawing/2014/main" id="{6D3AA4C7-1818-4487-9A6B-843C00EC9693}"/>
              </a:ext>
            </a:extLst>
          </p:cNvPr>
          <p:cNvSpPr>
            <a:spLocks xmlns:a="http://schemas.openxmlformats.org/drawingml/2006/main" noGrp="1"/>
          </p:cNvSpPr>
          <p:nvPr/>
        </p:nvSpPr>
        <p:spPr>
          <a:xfrm xmlns:a="http://schemas.openxmlformats.org/drawingml/2006/main">
            <a:off x="9667875" y="2781300"/>
            <a:ext cx="16668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回写或回退</a:t>
            </a:r>
          </a:p>
        </p:txBody>
      </p:sp>
      <p:sp>
        <p:nvSpPr>
          <p:cNvPr id="29" name="back">
            <a:extLst xmlns:a="http://schemas.openxmlformats.org/drawingml/2006/main">
              <a:ext uri="{FF2B5EF4-FFF2-40B4-BE49-F238E27FC236}">
                <a16:creationId xmlns:a16="http://schemas.microsoft.com/office/drawing/2014/main" id="{3E5BCB12-9AA4-415F-BE7F-E0BF8B8C172F}"/>
              </a:ext>
            </a:extLst>
          </p:cNvPr>
          <p:cNvSpPr>
            <a:spLocks xmlns:a="http://schemas.openxmlformats.org/drawingml/2006/main" noGrp="1"/>
          </p:cNvSpPr>
          <p:nvPr/>
        </p:nvSpPr>
        <p:spPr>
          <a:xfrm xmlns:a="http://schemas.openxmlformats.org/drawingml/2006/main">
            <a:off x="1905000" y="4333875"/>
            <a:ext cx="8382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400" b="1">
                <a:solidFill>
                  <a:srgbClr val="C8161E"/>
                </a:solidFill>
                <a:latin typeface="微软雅黑"/>
                <a:ea typeface="微软雅黑"/>
                <a:cs typeface="微软雅黑"/>
              </a:defRPr>
            </a:pPr>
            <a:r>
              <a:rPr sz="2400" b="1">
                <a:solidFill>
                  <a:srgbClr val="C8161E"/>
                </a:solidFill>
                <a:latin typeface="微软雅黑"/>
                <a:ea typeface="微软雅黑"/>
                <a:cs typeface="微软雅黑"/>
              </a:rPr>
              <a:t>Discard 回到稳定配置；失败日志留在账本中</a:t>
            </a:r>
          </a:p>
        </p:txBody>
      </p:sp>
    </p:spTree>
    <p:extLst>
      <p:ext uri="{BB962C8B-B14F-4D97-AF65-F5344CB8AC3E}">
        <p14:creationId xmlns:p14="http://schemas.microsoft.com/office/powerpoint/2010/main" val="1443728403"/>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4" name="Text Placeholder 3">
            <a:extLst xmlns:a="http://schemas.openxmlformats.org/drawingml/2006/main">
              <a:ext uri="{FF2B5EF4-FFF2-40B4-BE49-F238E27FC236}">
                <a16:creationId xmlns:a16="http://schemas.microsoft.com/office/drawing/2014/main" id="{4D941B40-7A0A-534E-3563-CA11753C8E3F}"/>
              </a:ext>
            </a:extLst>
          </p:cNvPr>
          <p:cNvSpPr>
            <a:spLocks xmlns:a="http://schemas.openxmlformats.org/drawingml/2006/main" noGrp="1"/>
          </p:cNvSpPr>
          <p:nvPr>
            <p:ph type="body" idx="14"/>
          </p:nvPr>
        </p:nvSpPr>
        <p:spPr>
          <a:xfrm xmlns:a="http://schemas.openxmlformats.org/drawingml/2006/main">
            <a:off x="1028700" y="57150"/>
            <a:ext cx="10668000" cy="571500"/>
          </a:xfrm>
        </p:spPr>
        <p:txBody>
          <a:bodyPr xmlns:a="http://schemas.openxmlformats.org/drawingml/2006/main" lIns="0" tIns="0" rIns="0" bIns="0" anchor="ctr"/>
          <a:lstStyle xmlns:a="http://schemas.openxmlformats.org/drawingml/2006/main"/>
          <a:p xmlns:a="http://schemas.openxmlformats.org/drawingml/2006/main">
            <a:pPr algn="l">
              <a:lnSpc>
                <a:spcPct val="118000"/>
              </a:lnSpc>
              <a:buNone/>
            </a:pPr>
            <a:r>
              <a:rPr sz="3000" b="1">
                <a:solidFill>
                  <a:srgbClr val="FFFFFF"/>
                </a:solidFill>
                <a:latin typeface="微软雅黑"/>
                <a:ea typeface="微软雅黑"/>
                <a:cs typeface="微软雅黑"/>
              </a:rPr>
              <a:t>适用边界取决于重复性与判断风险</a:t>
            </a:r>
            <a:endParaRPr/>
          </a:p>
        </p:txBody>
      </p:sp>
      <p:sp>
        <p:nvSpPr>
          <p:cNvPr id="5" name="Slide Number Placeholder 4">
            <a:extLst xmlns:a="http://schemas.openxmlformats.org/drawingml/2006/main">
              <a:ext uri="{FF2B5EF4-FFF2-40B4-BE49-F238E27FC236}">
                <a16:creationId xmlns:a16="http://schemas.microsoft.com/office/drawing/2014/main" id="{EBA5909F-738E-F60C-BE8C-B3F1D94548E5}"/>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EE5B3003-2C54-13C6-9832-7637201064DE}" type="slidenum">
              <a:t>5</a:t>
            </a:fld>
            <a:endParaRPr/>
          </a:p>
        </p:txBody>
      </p:sp>
      <p:sp>
        <p:nvSpPr>
          <p:cNvPr id="6" name="brand-header">
            <a:extLst xmlns:a="http://schemas.openxmlformats.org/drawingml/2006/main">
              <a:ext uri="{FF2B5EF4-FFF2-40B4-BE49-F238E27FC236}">
                <a16:creationId xmlns:a16="http://schemas.microsoft.com/office/drawing/2014/main" id="{66ACE150-CFA0-4BD2-B7B4-ABFBB48DE162}"/>
              </a:ext>
            </a:extLst>
          </p:cNvPr>
          <p:cNvSpPr>
            <a:spLocks xmlns:a="http://schemas.openxmlformats.org/drawingml/2006/main" noGrp="1"/>
          </p:cNvSpPr>
          <p:nvPr/>
        </p:nvSpPr>
        <p:spPr>
          <a:xfrm xmlns:a="http://schemas.openxmlformats.org/drawingml/2006/main">
            <a:off x="0" y="0"/>
            <a:ext cx="11887200" cy="685800"/>
          </a:xfrm>
          <a:prstGeom xmlns:a="http://schemas.openxmlformats.org/drawingml/2006/main" prst="rect">
            <a:avLst/>
          </a:prstGeom>
          <a:solidFill xmlns:a="http://schemas.openxmlformats.org/drawingml/2006/main">
            <a:srgbClr val="C8161E"/>
          </a:solidFill>
          <a:ln xmlns:a="http://schemas.openxmlformats.org/drawingml/2006/main" w="0">
            <a:noFill/>
          </a:ln>
        </p:spPr>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2ace865782b2423a"/>
          <a:stretch xmlns:a="http://schemas.openxmlformats.org/drawingml/2006/main"/>
        </p:blipFill>
        <p:spPr>
          <a:xfrm xmlns:a="http://schemas.openxmlformats.org/drawingml/2006/main">
            <a:off x="323850" y="76200"/>
            <a:ext cx="533400" cy="533400"/>
          </a:xfrm>
          <a:prstGeom xmlns:a="http://schemas.openxmlformats.org/drawingml/2006/main" prst="rect">
            <a:avLst/>
          </a:prstGeom>
        </p:spPr>
      </p:pic>
      <p:sp>
        <p:nvSpPr>
          <p:cNvPr id="8" name="brand-title">
            <a:extLst xmlns:a="http://schemas.openxmlformats.org/drawingml/2006/main">
              <a:ext uri="{FF2B5EF4-FFF2-40B4-BE49-F238E27FC236}">
                <a16:creationId xmlns:a16="http://schemas.microsoft.com/office/drawing/2014/main" id="{55FEC14A-8AFF-407E-A9A7-6906ABEDD753}"/>
              </a:ext>
            </a:extLst>
          </p:cNvPr>
          <p:cNvSpPr>
            <a:spLocks xmlns:a="http://schemas.openxmlformats.org/drawingml/2006/main" noGrp="1"/>
          </p:cNvSpPr>
          <p:nvPr/>
        </p:nvSpPr>
        <p:spPr>
          <a:xfrm xmlns:a="http://schemas.openxmlformats.org/drawingml/2006/main">
            <a:off x="1028700" y="66675"/>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3000" b="1">
                <a:solidFill>
                  <a:srgbClr val="FFFFFF"/>
                </a:solidFill>
                <a:latin typeface="微软雅黑"/>
                <a:ea typeface="微软雅黑"/>
                <a:cs typeface="微软雅黑"/>
              </a:defRPr>
            </a:pPr>
            <a:r>
              <a:rPr sz="3000" b="1">
                <a:solidFill>
                  <a:srgbClr val="FFFFFF"/>
                </a:solidFill>
                <a:latin typeface="微软雅黑"/>
                <a:ea typeface="微软雅黑"/>
                <a:cs typeface="微软雅黑"/>
              </a:rPr>
              <a:t>适用边界取决于重复性与判断风险</a:t>
            </a:r>
          </a:p>
        </p:txBody>
      </p:sp>
      <p:sp>
        <p:nvSpPr>
          <p:cNvPr id="9" name="source">
            <a:extLst xmlns:a="http://schemas.openxmlformats.org/drawingml/2006/main">
              <a:ext uri="{FF2B5EF4-FFF2-40B4-BE49-F238E27FC236}">
                <a16:creationId xmlns:a16="http://schemas.microsoft.com/office/drawing/2014/main" id="{91760A78-1B90-4BAC-B5CF-580920B00DA1}"/>
              </a:ext>
            </a:extLst>
          </p:cNvPr>
          <p:cNvSpPr>
            <a:spLocks xmlns:a="http://schemas.openxmlformats.org/drawingml/2006/main" noGrp="1"/>
          </p:cNvSpPr>
          <p:nvPr/>
        </p:nvSpPr>
        <p:spPr>
          <a:xfrm xmlns:a="http://schemas.openxmlformats.org/drawingml/2006/main">
            <a:off x="609600" y="6067425"/>
            <a:ext cx="10763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1100" b="0">
                <a:solidFill>
                  <a:srgbClr val="66727D"/>
                </a:solidFill>
                <a:latin typeface="微软雅黑"/>
                <a:ea typeface="微软雅黑"/>
                <a:cs typeface="微软雅黑"/>
              </a:defRPr>
            </a:pPr>
            <a:r>
              <a:rPr sz="1100" b="0">
                <a:solidFill>
                  <a:srgbClr val="66727D"/>
                </a:solidFill>
                <a:latin typeface="微软雅黑"/>
                <a:ea typeface="微软雅黑"/>
                <a:cs typeface="微软雅黑"/>
              </a:rPr>
              <a:t>来源：lesson-11/slides.md；课程工件与讲义见 speaker notes</a:t>
            </a:r>
          </a:p>
        </p:txBody>
      </p:sp>
      <p:sp>
        <p:nvSpPr>
          <p:cNvPr id="10" name="left-h">
            <a:extLst xmlns:a="http://schemas.openxmlformats.org/drawingml/2006/main">
              <a:ext uri="{FF2B5EF4-FFF2-40B4-BE49-F238E27FC236}">
                <a16:creationId xmlns:a16="http://schemas.microsoft.com/office/drawing/2014/main" id="{3D7360FE-9CA9-442A-9F8A-927758CAE7EA}"/>
              </a:ext>
            </a:extLst>
          </p:cNvPr>
          <p:cNvSpPr>
            <a:spLocks xmlns:a="http://schemas.openxmlformats.org/drawingml/2006/main" noGrp="1"/>
          </p:cNvSpPr>
          <p:nvPr/>
        </p:nvSpPr>
        <p:spPr>
          <a:xfrm xmlns:a="http://schemas.openxmlformats.org/drawingml/2006/main">
            <a:off x="609600" y="147637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2200" b="1">
                <a:solidFill>
                  <a:srgbClr val="2E7D5B"/>
                </a:solidFill>
                <a:latin typeface="微软雅黑"/>
                <a:ea typeface="微软雅黑"/>
                <a:cs typeface="微软雅黑"/>
              </a:defRPr>
            </a:pPr>
            <a:r>
              <a:rPr sz="2200" b="1">
                <a:solidFill>
                  <a:srgbClr val="2E7D5B"/>
                </a:solidFill>
                <a:latin typeface="微软雅黑"/>
                <a:ea typeface="微软雅黑"/>
                <a:cs typeface="微软雅黑"/>
              </a:rPr>
              <a:t>适合受限循环</a:t>
            </a:r>
          </a:p>
        </p:txBody>
      </p:sp>
      <p:sp>
        <p:nvSpPr>
          <p:cNvPr id="11" name="right-h">
            <a:extLst xmlns:a="http://schemas.openxmlformats.org/drawingml/2006/main">
              <a:ext uri="{FF2B5EF4-FFF2-40B4-BE49-F238E27FC236}">
                <a16:creationId xmlns:a16="http://schemas.microsoft.com/office/drawing/2014/main" id="{6A53C637-0FE2-48D0-93C4-737C9120C2EB}"/>
              </a:ext>
            </a:extLst>
          </p:cNvPr>
          <p:cNvSpPr>
            <a:spLocks xmlns:a="http://schemas.openxmlformats.org/drawingml/2006/main" noGrp="1"/>
          </p:cNvSpPr>
          <p:nvPr/>
        </p:nvSpPr>
        <p:spPr>
          <a:xfrm xmlns:a="http://schemas.openxmlformats.org/drawingml/2006/main">
            <a:off x="6629400" y="147637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2200" b="1">
                <a:solidFill>
                  <a:srgbClr val="C8161E"/>
                </a:solidFill>
                <a:latin typeface="微软雅黑"/>
                <a:ea typeface="微软雅黑"/>
                <a:cs typeface="微软雅黑"/>
              </a:defRPr>
            </a:pPr>
            <a:r>
              <a:rPr sz="2200" b="1">
                <a:solidFill>
                  <a:srgbClr val="C8161E"/>
                </a:solidFill>
                <a:latin typeface="微软雅黑"/>
                <a:ea typeface="微软雅黑"/>
                <a:cs typeface="微软雅黑"/>
              </a:rPr>
              <a:t>保留人工主导</a:t>
            </a:r>
          </a:p>
        </p:txBody>
      </p:sp>
      <p:sp>
        <p:nvSpPr>
          <p:cNvPr id="12" name="split">
            <a:extLst xmlns:a="http://schemas.openxmlformats.org/drawingml/2006/main">
              <a:ext uri="{FF2B5EF4-FFF2-40B4-BE49-F238E27FC236}">
                <a16:creationId xmlns:a16="http://schemas.microsoft.com/office/drawing/2014/main" id="{B2D61171-0EA8-4F5E-A3CE-BB09FD1272FB}"/>
              </a:ext>
            </a:extLst>
          </p:cNvPr>
          <p:cNvSpPr>
            <a:spLocks xmlns:a="http://schemas.openxmlformats.org/drawingml/2006/main" noGrp="1"/>
          </p:cNvSpPr>
          <p:nvPr/>
        </p:nvSpPr>
        <p:spPr>
          <a:xfrm xmlns:a="http://schemas.openxmlformats.org/drawingml/2006/main">
            <a:off x="6096000" y="1476375"/>
            <a:ext cx="9525" cy="14288"/>
          </a:xfrm>
          <a:prstGeom xmlns:a="http://schemas.openxmlformats.org/drawingml/2006/main" prst="rect">
            <a:avLst/>
          </a:prstGeom>
          <a:solidFill xmlns:a="http://schemas.openxmlformats.org/drawingml/2006/main">
            <a:srgbClr val="CDD5DB"/>
          </a:solidFill>
          <a:ln xmlns:a="http://schemas.openxmlformats.org/drawingml/2006/main" w="0">
            <a:noFill/>
          </a:ln>
        </p:spPr>
      </p:sp>
      <p:sp>
        <p:nvSpPr>
          <p:cNvPr id="13" name="list-64-217-0">
            <a:extLst xmlns:a="http://schemas.openxmlformats.org/drawingml/2006/main">
              <a:ext uri="{FF2B5EF4-FFF2-40B4-BE49-F238E27FC236}">
                <a16:creationId xmlns:a16="http://schemas.microsoft.com/office/drawing/2014/main" id="{CF32C691-93B5-4138-B4A7-14666C54CE43}"/>
              </a:ext>
            </a:extLst>
          </p:cNvPr>
          <p:cNvSpPr>
            <a:spLocks xmlns:a="http://schemas.openxmlformats.org/drawingml/2006/main" noGrp="1"/>
          </p:cNvSpPr>
          <p:nvPr/>
        </p:nvSpPr>
        <p:spPr>
          <a:xfrm xmlns:a="http://schemas.openxmlformats.org/drawingml/2006/main">
            <a:off x="609600" y="206692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 输入输出明确</a:t>
            </a:r>
          </a:p>
        </p:txBody>
      </p:sp>
      <p:sp>
        <p:nvSpPr>
          <p:cNvPr id="14" name="list-64-217-1">
            <a:extLst xmlns:a="http://schemas.openxmlformats.org/drawingml/2006/main">
              <a:ext uri="{FF2B5EF4-FFF2-40B4-BE49-F238E27FC236}">
                <a16:creationId xmlns:a16="http://schemas.microsoft.com/office/drawing/2014/main" id="{30F4208E-DFC8-4D2B-A492-532F7564E5B0}"/>
              </a:ext>
            </a:extLst>
          </p:cNvPr>
          <p:cNvSpPr>
            <a:spLocks xmlns:a="http://schemas.openxmlformats.org/drawingml/2006/main" noGrp="1"/>
          </p:cNvSpPr>
          <p:nvPr/>
        </p:nvSpPr>
        <p:spPr>
          <a:xfrm xmlns:a="http://schemas.openxmlformats.org/drawingml/2006/main">
            <a:off x="609600" y="252412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 评价标准可预先固定</a:t>
            </a:r>
          </a:p>
        </p:txBody>
      </p:sp>
      <p:sp>
        <p:nvSpPr>
          <p:cNvPr id="15" name="list-64-217-2">
            <a:extLst xmlns:a="http://schemas.openxmlformats.org/drawingml/2006/main">
              <a:ext uri="{FF2B5EF4-FFF2-40B4-BE49-F238E27FC236}">
                <a16:creationId xmlns:a16="http://schemas.microsoft.com/office/drawing/2014/main" id="{93214113-C134-49C8-BF84-3431E5E943FB}"/>
              </a:ext>
            </a:extLst>
          </p:cNvPr>
          <p:cNvSpPr>
            <a:spLocks xmlns:a="http://schemas.openxmlformats.org/drawingml/2006/main" noGrp="1"/>
          </p:cNvSpPr>
          <p:nvPr/>
        </p:nvSpPr>
        <p:spPr>
          <a:xfrm xmlns:a="http://schemas.openxmlformats.org/drawingml/2006/main">
            <a:off x="609600" y="298132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 失败可检测并回退</a:t>
            </a:r>
          </a:p>
        </p:txBody>
      </p:sp>
      <p:sp>
        <p:nvSpPr>
          <p:cNvPr id="16" name="list-64-217-3">
            <a:extLst xmlns:a="http://schemas.openxmlformats.org/drawingml/2006/main">
              <a:ext uri="{FF2B5EF4-FFF2-40B4-BE49-F238E27FC236}">
                <a16:creationId xmlns:a16="http://schemas.microsoft.com/office/drawing/2014/main" id="{789D5C3E-06F7-488E-AFC5-9CFF4965C565}"/>
              </a:ext>
            </a:extLst>
          </p:cNvPr>
          <p:cNvSpPr>
            <a:spLocks xmlns:a="http://schemas.openxmlformats.org/drawingml/2006/main" noGrp="1"/>
          </p:cNvSpPr>
          <p:nvPr/>
        </p:nvSpPr>
        <p:spPr>
          <a:xfrm xmlns:a="http://schemas.openxmlformats.org/drawingml/2006/main">
            <a:off x="609600" y="343852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 重复执行有价值</a:t>
            </a:r>
          </a:p>
        </p:txBody>
      </p:sp>
      <p:sp>
        <p:nvSpPr>
          <p:cNvPr id="17" name="list-696-217-0">
            <a:extLst xmlns:a="http://schemas.openxmlformats.org/drawingml/2006/main">
              <a:ext uri="{FF2B5EF4-FFF2-40B4-BE49-F238E27FC236}">
                <a16:creationId xmlns:a16="http://schemas.microsoft.com/office/drawing/2014/main" id="{AB295E3B-A8A4-4006-B596-D94AF61C80CA}"/>
              </a:ext>
            </a:extLst>
          </p:cNvPr>
          <p:cNvSpPr>
            <a:spLocks xmlns:a="http://schemas.openxmlformats.org/drawingml/2006/main" noGrp="1"/>
          </p:cNvSpPr>
          <p:nvPr/>
        </p:nvSpPr>
        <p:spPr>
          <a:xfrm xmlns:a="http://schemas.openxmlformats.org/drawingml/2006/main">
            <a:off x="6629400" y="206692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 研究问题仍在形成</a:t>
            </a:r>
          </a:p>
        </p:txBody>
      </p:sp>
      <p:sp>
        <p:nvSpPr>
          <p:cNvPr id="18" name="list-696-217-1">
            <a:extLst xmlns:a="http://schemas.openxmlformats.org/drawingml/2006/main">
              <a:ext uri="{FF2B5EF4-FFF2-40B4-BE49-F238E27FC236}">
                <a16:creationId xmlns:a16="http://schemas.microsoft.com/office/drawing/2014/main" id="{6775B39B-5858-4015-8084-01E9398ED856}"/>
              </a:ext>
            </a:extLst>
          </p:cNvPr>
          <p:cNvSpPr>
            <a:spLocks xmlns:a="http://schemas.openxmlformats.org/drawingml/2006/main" noGrp="1"/>
          </p:cNvSpPr>
          <p:nvPr/>
        </p:nvSpPr>
        <p:spPr>
          <a:xfrm xmlns:a="http://schemas.openxmlformats.org/drawingml/2006/main">
            <a:off x="6629400" y="252412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 评价协议需要不断改写</a:t>
            </a:r>
          </a:p>
        </p:txBody>
      </p:sp>
      <p:sp>
        <p:nvSpPr>
          <p:cNvPr id="19" name="list-696-217-2">
            <a:extLst xmlns:a="http://schemas.openxmlformats.org/drawingml/2006/main">
              <a:ext uri="{FF2B5EF4-FFF2-40B4-BE49-F238E27FC236}">
                <a16:creationId xmlns:a16="http://schemas.microsoft.com/office/drawing/2014/main" id="{F711A956-8A6B-4DDF-ADDD-3C888E1AAB85}"/>
              </a:ext>
            </a:extLst>
          </p:cNvPr>
          <p:cNvSpPr>
            <a:spLocks xmlns:a="http://schemas.openxmlformats.org/drawingml/2006/main" noGrp="1"/>
          </p:cNvSpPr>
          <p:nvPr/>
        </p:nvSpPr>
        <p:spPr>
          <a:xfrm xmlns:a="http://schemas.openxmlformats.org/drawingml/2006/main">
            <a:off x="6629400" y="298132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 涉及高风险外部动作</a:t>
            </a:r>
          </a:p>
        </p:txBody>
      </p:sp>
      <p:sp>
        <p:nvSpPr>
          <p:cNvPr id="20" name="list-696-217-3">
            <a:extLst xmlns:a="http://schemas.openxmlformats.org/drawingml/2006/main">
              <a:ext uri="{FF2B5EF4-FFF2-40B4-BE49-F238E27FC236}">
                <a16:creationId xmlns:a16="http://schemas.microsoft.com/office/drawing/2014/main" id="{652CCB98-3C6F-4620-A03C-A16F61BE1F1A}"/>
              </a:ext>
            </a:extLst>
          </p:cNvPr>
          <p:cNvSpPr>
            <a:spLocks xmlns:a="http://schemas.openxmlformats.org/drawingml/2006/main" noGrp="1"/>
          </p:cNvSpPr>
          <p:nvPr/>
        </p:nvSpPr>
        <p:spPr>
          <a:xfrm xmlns:a="http://schemas.openxmlformats.org/drawingml/2006/main">
            <a:off x="6629400" y="343852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 无法保留失败与审计</a:t>
            </a:r>
          </a:p>
        </p:txBody>
      </p:sp>
    </p:spTree>
    <p:extLst>
      <p:ext uri="{BB962C8B-B14F-4D97-AF65-F5344CB8AC3E}">
        <p14:creationId xmlns:p14="http://schemas.microsoft.com/office/powerpoint/2010/main" val="1443728403"/>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4" name="Text Placeholder 3">
            <a:extLst xmlns:a="http://schemas.openxmlformats.org/drawingml/2006/main">
              <a:ext uri="{FF2B5EF4-FFF2-40B4-BE49-F238E27FC236}">
                <a16:creationId xmlns:a16="http://schemas.microsoft.com/office/drawing/2014/main" id="{4D941B40-7A0A-534E-3563-CA11753C8E3F}"/>
              </a:ext>
            </a:extLst>
          </p:cNvPr>
          <p:cNvSpPr>
            <a:spLocks xmlns:a="http://schemas.openxmlformats.org/drawingml/2006/main" noGrp="1"/>
          </p:cNvSpPr>
          <p:nvPr>
            <p:ph type="body" idx="14"/>
          </p:nvPr>
        </p:nvSpPr>
        <p:spPr>
          <a:xfrm xmlns:a="http://schemas.openxmlformats.org/drawingml/2006/main">
            <a:off x="1028700" y="57150"/>
            <a:ext cx="10668000" cy="571500"/>
          </a:xfrm>
        </p:spPr>
        <p:txBody>
          <a:bodyPr xmlns:a="http://schemas.openxmlformats.org/drawingml/2006/main" lIns="0" tIns="0" rIns="0" bIns="0" anchor="ctr"/>
          <a:lstStyle xmlns:a="http://schemas.openxmlformats.org/drawingml/2006/main"/>
          <a:p xmlns:a="http://schemas.openxmlformats.org/drawingml/2006/main">
            <a:pPr algn="l">
              <a:lnSpc>
                <a:spcPct val="118000"/>
              </a:lnSpc>
              <a:buNone/>
            </a:pPr>
            <a:r>
              <a:rPr sz="3000" b="1">
                <a:solidFill>
                  <a:srgbClr val="FFFFFF"/>
                </a:solidFill>
                <a:latin typeface="微软雅黑"/>
                <a:ea typeface="微软雅黑"/>
                <a:cs typeface="微软雅黑"/>
              </a:rPr>
              <a:t>指标定义在循环启动前冻结</a:t>
            </a:r>
            <a:endParaRPr/>
          </a:p>
        </p:txBody>
      </p:sp>
      <p:sp>
        <p:nvSpPr>
          <p:cNvPr id="5" name="Slide Number Placeholder 4">
            <a:extLst xmlns:a="http://schemas.openxmlformats.org/drawingml/2006/main">
              <a:ext uri="{FF2B5EF4-FFF2-40B4-BE49-F238E27FC236}">
                <a16:creationId xmlns:a16="http://schemas.microsoft.com/office/drawing/2014/main" id="{EBA5909F-738E-F60C-BE8C-B3F1D94548E5}"/>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8C630A04-5A25-9E0C-9436-126091DB86B3}" type="slidenum">
              <a:t>6</a:t>
            </a:fld>
            <a:endParaRPr/>
          </a:p>
        </p:txBody>
      </p:sp>
      <p:sp>
        <p:nvSpPr>
          <p:cNvPr id="6" name="brand-header">
            <a:extLst xmlns:a="http://schemas.openxmlformats.org/drawingml/2006/main">
              <a:ext uri="{FF2B5EF4-FFF2-40B4-BE49-F238E27FC236}">
                <a16:creationId xmlns:a16="http://schemas.microsoft.com/office/drawing/2014/main" id="{1382AAB8-72DC-417F-A4C1-7747B5BC221A}"/>
              </a:ext>
            </a:extLst>
          </p:cNvPr>
          <p:cNvSpPr>
            <a:spLocks xmlns:a="http://schemas.openxmlformats.org/drawingml/2006/main" noGrp="1"/>
          </p:cNvSpPr>
          <p:nvPr/>
        </p:nvSpPr>
        <p:spPr>
          <a:xfrm xmlns:a="http://schemas.openxmlformats.org/drawingml/2006/main">
            <a:off x="0" y="0"/>
            <a:ext cx="11887200" cy="685800"/>
          </a:xfrm>
          <a:prstGeom xmlns:a="http://schemas.openxmlformats.org/drawingml/2006/main" prst="rect">
            <a:avLst/>
          </a:prstGeom>
          <a:solidFill xmlns:a="http://schemas.openxmlformats.org/drawingml/2006/main">
            <a:srgbClr val="C8161E"/>
          </a:solidFill>
          <a:ln xmlns:a="http://schemas.openxmlformats.org/drawingml/2006/main" w="0">
            <a:noFill/>
          </a:ln>
        </p:spPr>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6e9d8378f95f4eb1"/>
          <a:stretch xmlns:a="http://schemas.openxmlformats.org/drawingml/2006/main"/>
        </p:blipFill>
        <p:spPr>
          <a:xfrm xmlns:a="http://schemas.openxmlformats.org/drawingml/2006/main">
            <a:off x="323850" y="76200"/>
            <a:ext cx="533400" cy="533400"/>
          </a:xfrm>
          <a:prstGeom xmlns:a="http://schemas.openxmlformats.org/drawingml/2006/main" prst="rect">
            <a:avLst/>
          </a:prstGeom>
        </p:spPr>
      </p:pic>
      <p:sp>
        <p:nvSpPr>
          <p:cNvPr id="8" name="brand-title">
            <a:extLst xmlns:a="http://schemas.openxmlformats.org/drawingml/2006/main">
              <a:ext uri="{FF2B5EF4-FFF2-40B4-BE49-F238E27FC236}">
                <a16:creationId xmlns:a16="http://schemas.microsoft.com/office/drawing/2014/main" id="{0D6A27B3-4275-4447-AECE-570F9053DE1B}"/>
              </a:ext>
            </a:extLst>
          </p:cNvPr>
          <p:cNvSpPr>
            <a:spLocks xmlns:a="http://schemas.openxmlformats.org/drawingml/2006/main" noGrp="1"/>
          </p:cNvSpPr>
          <p:nvPr/>
        </p:nvSpPr>
        <p:spPr>
          <a:xfrm xmlns:a="http://schemas.openxmlformats.org/drawingml/2006/main">
            <a:off x="1028700" y="66675"/>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3000" b="1">
                <a:solidFill>
                  <a:srgbClr val="FFFFFF"/>
                </a:solidFill>
                <a:latin typeface="微软雅黑"/>
                <a:ea typeface="微软雅黑"/>
                <a:cs typeface="微软雅黑"/>
              </a:defRPr>
            </a:pPr>
            <a:r>
              <a:rPr sz="3000" b="1">
                <a:solidFill>
                  <a:srgbClr val="FFFFFF"/>
                </a:solidFill>
                <a:latin typeface="微软雅黑"/>
                <a:ea typeface="微软雅黑"/>
                <a:cs typeface="微软雅黑"/>
              </a:rPr>
              <a:t>指标定义在循环启动前冻结</a:t>
            </a:r>
          </a:p>
        </p:txBody>
      </p:sp>
      <p:sp>
        <p:nvSpPr>
          <p:cNvPr id="9" name="source">
            <a:extLst xmlns:a="http://schemas.openxmlformats.org/drawingml/2006/main">
              <a:ext uri="{FF2B5EF4-FFF2-40B4-BE49-F238E27FC236}">
                <a16:creationId xmlns:a16="http://schemas.microsoft.com/office/drawing/2014/main" id="{C5C2157C-3152-49AE-A53A-82B2DB94009E}"/>
              </a:ext>
            </a:extLst>
          </p:cNvPr>
          <p:cNvSpPr>
            <a:spLocks xmlns:a="http://schemas.openxmlformats.org/drawingml/2006/main" noGrp="1"/>
          </p:cNvSpPr>
          <p:nvPr/>
        </p:nvSpPr>
        <p:spPr>
          <a:xfrm xmlns:a="http://schemas.openxmlformats.org/drawingml/2006/main">
            <a:off x="609600" y="6067425"/>
            <a:ext cx="10763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1100" b="0">
                <a:solidFill>
                  <a:srgbClr val="66727D"/>
                </a:solidFill>
                <a:latin typeface="微软雅黑"/>
                <a:ea typeface="微软雅黑"/>
                <a:cs typeface="微软雅黑"/>
              </a:defRPr>
            </a:pPr>
            <a:r>
              <a:rPr sz="1100" b="0">
                <a:solidFill>
                  <a:srgbClr val="66727D"/>
                </a:solidFill>
                <a:latin typeface="微软雅黑"/>
                <a:ea typeface="微软雅黑"/>
                <a:cs typeface="微软雅黑"/>
              </a:rPr>
              <a:t>来源：lesson-11/slides.md；课程工件与讲义见 speaker notes</a:t>
            </a:r>
          </a:p>
        </p:txBody>
      </p:sp>
      <p:sp>
        <p:nvSpPr>
          <p:cNvPr id="10" name="doc-8-bg">
            <a:extLst xmlns:a="http://schemas.openxmlformats.org/drawingml/2006/main">
              <a:ext uri="{FF2B5EF4-FFF2-40B4-BE49-F238E27FC236}">
                <a16:creationId xmlns:a16="http://schemas.microsoft.com/office/drawing/2014/main" id="{E4D9C28D-2A4E-4002-8E11-E15BB4302F34}"/>
              </a:ext>
            </a:extLst>
          </p:cNvPr>
          <p:cNvSpPr>
            <a:spLocks xmlns:a="http://schemas.openxmlformats.org/drawingml/2006/main" noGrp="1"/>
          </p:cNvSpPr>
          <p:nvPr/>
        </p:nvSpPr>
        <p:spPr>
          <a:xfrm xmlns:a="http://schemas.openxmlformats.org/drawingml/2006/main">
            <a:off x="609600" y="1381125"/>
            <a:ext cx="6858000" cy="4095750"/>
          </a:xfrm>
          <a:prstGeom xmlns:a="http://schemas.openxmlformats.org/drawingml/2006/main" prst="rect">
            <a:avLst/>
          </a:prstGeom>
          <a:solidFill xmlns:a="http://schemas.openxmlformats.org/drawingml/2006/main">
            <a:srgbClr val="F4F6F8"/>
          </a:solidFill>
          <a:ln xmlns:a="http://schemas.openxmlformats.org/drawingml/2006/main" w="0">
            <a:noFill/>
          </a:ln>
        </p:spPr>
      </p:sp>
      <p:sp>
        <p:nvSpPr>
          <p:cNvPr id="11" name="doc-8-title-bg">
            <a:extLst xmlns:a="http://schemas.openxmlformats.org/drawingml/2006/main">
              <a:ext uri="{FF2B5EF4-FFF2-40B4-BE49-F238E27FC236}">
                <a16:creationId xmlns:a16="http://schemas.microsoft.com/office/drawing/2014/main" id="{C82BF2A8-5991-47AD-A918-F8B487A8AA48}"/>
              </a:ext>
            </a:extLst>
          </p:cNvPr>
          <p:cNvSpPr>
            <a:spLocks xmlns:a="http://schemas.openxmlformats.org/drawingml/2006/main" noGrp="1"/>
          </p:cNvSpPr>
          <p:nvPr/>
        </p:nvSpPr>
        <p:spPr>
          <a:xfrm xmlns:a="http://schemas.openxmlformats.org/drawingml/2006/main">
            <a:off x="609600" y="1381125"/>
            <a:ext cx="3429000" cy="323850"/>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12" name="doc-8-title">
            <a:extLst xmlns:a="http://schemas.openxmlformats.org/drawingml/2006/main">
              <a:ext uri="{FF2B5EF4-FFF2-40B4-BE49-F238E27FC236}">
                <a16:creationId xmlns:a16="http://schemas.microsoft.com/office/drawing/2014/main" id="{014499E1-728E-434D-8278-3A7A12959AD4}"/>
              </a:ext>
            </a:extLst>
          </p:cNvPr>
          <p:cNvSpPr>
            <a:spLocks xmlns:a="http://schemas.openxmlformats.org/drawingml/2006/main" noGrp="1"/>
          </p:cNvSpPr>
          <p:nvPr/>
        </p:nvSpPr>
        <p:spPr>
          <a:xfrm xmlns:a="http://schemas.openxmlformats.org/drawingml/2006/main">
            <a:off x="685800" y="1400175"/>
            <a:ext cx="3276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1800" b="1">
                <a:solidFill>
                  <a:srgbClr val="FFFFFF"/>
                </a:solidFill>
                <a:latin typeface="微软雅黑"/>
                <a:ea typeface="微软雅黑"/>
                <a:cs typeface="微软雅黑"/>
              </a:defRPr>
            </a:pPr>
            <a:r>
              <a:rPr sz="1800" b="1">
                <a:solidFill>
                  <a:srgbClr val="FFFFFF"/>
                </a:solidFill>
                <a:latin typeface="微软雅黑"/>
                <a:ea typeface="微软雅黑"/>
                <a:cs typeface="微软雅黑"/>
              </a:rPr>
              <a:t>metric.yaml｜v1.2</a:t>
            </a:r>
          </a:p>
        </p:txBody>
      </p:sp>
      <p:sp>
        <p:nvSpPr>
          <p:cNvPr id="13" name="doc-8-line-0">
            <a:extLst xmlns:a="http://schemas.openxmlformats.org/drawingml/2006/main">
              <a:ext uri="{FF2B5EF4-FFF2-40B4-BE49-F238E27FC236}">
                <a16:creationId xmlns:a16="http://schemas.microsoft.com/office/drawing/2014/main" id="{7F46D4C6-D14C-4056-86BF-50C496204D88}"/>
              </a:ext>
            </a:extLst>
          </p:cNvPr>
          <p:cNvSpPr>
            <a:spLocks xmlns:a="http://schemas.openxmlformats.org/drawingml/2006/main" noGrp="1"/>
          </p:cNvSpPr>
          <p:nvPr/>
        </p:nvSpPr>
        <p:spPr>
          <a:xfrm xmlns:a="http://schemas.openxmlformats.org/drawingml/2006/main">
            <a:off x="838200" y="1876425"/>
            <a:ext cx="6400800" cy="670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1800" b="0">
                <a:solidFill>
                  <a:srgbClr val="27333D"/>
                </a:solidFill>
                <a:latin typeface="Consolas"/>
                <a:ea typeface="Consolas"/>
                <a:cs typeface="Consolas"/>
              </a:defRPr>
            </a:pPr>
            <a:r>
              <a:rPr sz="1800" b="0">
                <a:solidFill>
                  <a:srgbClr val="27333D"/>
                </a:solidFill>
                <a:latin typeface="Consolas"/>
                <a:ea typeface="Consolas"/>
                <a:cs typeface="Consolas"/>
              </a:rPr>
              <a:t>name: qualifying_condition_omission_rate</a:t>
            </a:r>
          </a:p>
        </p:txBody>
      </p:sp>
      <p:sp>
        <p:nvSpPr>
          <p:cNvPr id="14" name="doc-8-line-1">
            <a:extLst xmlns:a="http://schemas.openxmlformats.org/drawingml/2006/main">
              <a:ext uri="{FF2B5EF4-FFF2-40B4-BE49-F238E27FC236}">
                <a16:creationId xmlns:a16="http://schemas.microsoft.com/office/drawing/2014/main" id="{71C34D35-667B-4D15-83E5-4D70775A484F}"/>
              </a:ext>
            </a:extLst>
          </p:cNvPr>
          <p:cNvSpPr>
            <a:spLocks xmlns:a="http://schemas.openxmlformats.org/drawingml/2006/main" noGrp="1"/>
          </p:cNvSpPr>
          <p:nvPr/>
        </p:nvSpPr>
        <p:spPr>
          <a:xfrm xmlns:a="http://schemas.openxmlformats.org/drawingml/2006/main">
            <a:off x="838200" y="2558415"/>
            <a:ext cx="6400800" cy="670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1800" b="0">
                <a:solidFill>
                  <a:srgbClr val="27333D"/>
                </a:solidFill>
                <a:latin typeface="Consolas"/>
                <a:ea typeface="Consolas"/>
                <a:cs typeface="Consolas"/>
              </a:defRPr>
            </a:pPr>
            <a:r>
              <a:rPr sz="1800" b="0">
                <a:solidFill>
                  <a:srgbClr val="27333D"/>
                </a:solidFill>
                <a:latin typeface="Consolas"/>
                <a:ea typeface="Consolas"/>
                <a:cs typeface="Consolas"/>
              </a:rPr>
              <a:t>numerator: omitted_gold_conditions</a:t>
            </a:r>
          </a:p>
        </p:txBody>
      </p:sp>
      <p:sp>
        <p:nvSpPr>
          <p:cNvPr id="15" name="doc-8-line-2">
            <a:extLst xmlns:a="http://schemas.openxmlformats.org/drawingml/2006/main">
              <a:ext uri="{FF2B5EF4-FFF2-40B4-BE49-F238E27FC236}">
                <a16:creationId xmlns:a16="http://schemas.microsoft.com/office/drawing/2014/main" id="{55DA18A4-488C-48E3-90AA-4D231E642697}"/>
              </a:ext>
            </a:extLst>
          </p:cNvPr>
          <p:cNvSpPr>
            <a:spLocks xmlns:a="http://schemas.openxmlformats.org/drawingml/2006/main" noGrp="1"/>
          </p:cNvSpPr>
          <p:nvPr/>
        </p:nvSpPr>
        <p:spPr>
          <a:xfrm xmlns:a="http://schemas.openxmlformats.org/drawingml/2006/main">
            <a:off x="838200" y="3240405"/>
            <a:ext cx="6400800" cy="670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1800" b="0">
                <a:solidFill>
                  <a:srgbClr val="27333D"/>
                </a:solidFill>
                <a:latin typeface="Consolas"/>
                <a:ea typeface="Consolas"/>
                <a:cs typeface="Consolas"/>
              </a:defRPr>
            </a:pPr>
            <a:r>
              <a:rPr sz="1800" b="0">
                <a:solidFill>
                  <a:srgbClr val="27333D"/>
                </a:solidFill>
                <a:latin typeface="Consolas"/>
                <a:ea typeface="Consolas"/>
                <a:cs typeface="Consolas"/>
              </a:rPr>
              <a:t>denominator: gold_conditions</a:t>
            </a:r>
          </a:p>
        </p:txBody>
      </p:sp>
      <p:sp>
        <p:nvSpPr>
          <p:cNvPr id="16" name="doc-8-line-3">
            <a:extLst xmlns:a="http://schemas.openxmlformats.org/drawingml/2006/main">
              <a:ext uri="{FF2B5EF4-FFF2-40B4-BE49-F238E27FC236}">
                <a16:creationId xmlns:a16="http://schemas.microsoft.com/office/drawing/2014/main" id="{FC39F621-70AD-4EDD-B864-DA174E9DCD0D}"/>
              </a:ext>
            </a:extLst>
          </p:cNvPr>
          <p:cNvSpPr>
            <a:spLocks xmlns:a="http://schemas.openxmlformats.org/drawingml/2006/main" noGrp="1"/>
          </p:cNvSpPr>
          <p:nvPr/>
        </p:nvSpPr>
        <p:spPr>
          <a:xfrm xmlns:a="http://schemas.openxmlformats.org/drawingml/2006/main">
            <a:off x="838200" y="3922395"/>
            <a:ext cx="6400800" cy="670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1800" b="0">
                <a:solidFill>
                  <a:srgbClr val="27333D"/>
                </a:solidFill>
                <a:latin typeface="Consolas"/>
                <a:ea typeface="Consolas"/>
                <a:cs typeface="Consolas"/>
              </a:defRPr>
            </a:pPr>
            <a:r>
              <a:rPr sz="1800" b="0">
                <a:solidFill>
                  <a:srgbClr val="27333D"/>
                </a:solidFill>
                <a:latin typeface="Consolas"/>
                <a:ea typeface="Consolas"/>
                <a:cs typeface="Consolas"/>
              </a:rPr>
              <a:t>missing_output: count_as_omission</a:t>
            </a:r>
          </a:p>
        </p:txBody>
      </p:sp>
      <p:sp>
        <p:nvSpPr>
          <p:cNvPr id="17" name="doc-8-line-4">
            <a:extLst xmlns:a="http://schemas.openxmlformats.org/drawingml/2006/main">
              <a:ext uri="{FF2B5EF4-FFF2-40B4-BE49-F238E27FC236}">
                <a16:creationId xmlns:a16="http://schemas.microsoft.com/office/drawing/2014/main" id="{C9D96DE9-04F9-47AA-8996-94A1DAE608C4}"/>
              </a:ext>
            </a:extLst>
          </p:cNvPr>
          <p:cNvSpPr>
            <a:spLocks xmlns:a="http://schemas.openxmlformats.org/drawingml/2006/main" noGrp="1"/>
          </p:cNvSpPr>
          <p:nvPr/>
        </p:nvSpPr>
        <p:spPr>
          <a:xfrm xmlns:a="http://schemas.openxmlformats.org/drawingml/2006/main">
            <a:off x="838200" y="4604385"/>
            <a:ext cx="6400800" cy="670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1800" b="0">
                <a:solidFill>
                  <a:srgbClr val="27333D"/>
                </a:solidFill>
                <a:latin typeface="Consolas"/>
                <a:ea typeface="Consolas"/>
                <a:cs typeface="Consolas"/>
              </a:defRPr>
            </a:pPr>
            <a:r>
              <a:rPr sz="1800" b="0">
                <a:solidFill>
                  <a:srgbClr val="27333D"/>
                </a:solidFill>
                <a:latin typeface="Consolas"/>
                <a:ea typeface="Consolas"/>
                <a:cs typeface="Consolas"/>
              </a:rPr>
              <a:t>rubric: human_gold_v1.2</a:t>
            </a:r>
          </a:p>
        </p:txBody>
      </p:sp>
      <p:sp>
        <p:nvSpPr>
          <p:cNvPr id="18" name="locked">
            <a:extLst xmlns:a="http://schemas.openxmlformats.org/drawingml/2006/main">
              <a:ext uri="{FF2B5EF4-FFF2-40B4-BE49-F238E27FC236}">
                <a16:creationId xmlns:a16="http://schemas.microsoft.com/office/drawing/2014/main" id="{2BE0BC53-69D6-440E-9E20-9FF1661DCDEA}"/>
              </a:ext>
            </a:extLst>
          </p:cNvPr>
          <p:cNvSpPr>
            <a:spLocks xmlns:a="http://schemas.openxmlformats.org/drawingml/2006/main" noGrp="1"/>
          </p:cNvSpPr>
          <p:nvPr/>
        </p:nvSpPr>
        <p:spPr>
          <a:xfrm xmlns:a="http://schemas.openxmlformats.org/drawingml/2006/main">
            <a:off x="8001000" y="2000250"/>
            <a:ext cx="285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600" b="1">
                <a:solidFill>
                  <a:srgbClr val="C8161E"/>
                </a:solidFill>
                <a:latin typeface="微软雅黑"/>
                <a:ea typeface="微软雅黑"/>
                <a:cs typeface="微软雅黑"/>
              </a:defRPr>
            </a:pPr>
            <a:r>
              <a:rPr sz="2600" b="1">
                <a:solidFill>
                  <a:srgbClr val="C8161E"/>
                </a:solidFill>
                <a:latin typeface="微软雅黑"/>
                <a:ea typeface="微软雅黑"/>
                <a:cs typeface="微软雅黑"/>
              </a:rPr>
              <a:t>运行期间不可写</a:t>
            </a:r>
          </a:p>
        </p:txBody>
      </p:sp>
      <p:sp>
        <p:nvSpPr>
          <p:cNvPr id="19" name="list-850-300-0">
            <a:extLst xmlns:a="http://schemas.openxmlformats.org/drawingml/2006/main">
              <a:ext uri="{FF2B5EF4-FFF2-40B4-BE49-F238E27FC236}">
                <a16:creationId xmlns:a16="http://schemas.microsoft.com/office/drawing/2014/main" id="{C7E4D41D-E7D9-45D8-98DE-DC8912B32DA4}"/>
              </a:ext>
            </a:extLst>
          </p:cNvPr>
          <p:cNvSpPr>
            <a:spLocks xmlns:a="http://schemas.openxmlformats.org/drawingml/2006/main" noGrp="1"/>
          </p:cNvSpPr>
          <p:nvPr/>
        </p:nvSpPr>
        <p:spPr>
          <a:xfrm xmlns:a="http://schemas.openxmlformats.org/drawingml/2006/main">
            <a:off x="8096250" y="2857500"/>
            <a:ext cx="285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000" b="0">
                <a:solidFill>
                  <a:srgbClr val="27333D"/>
                </a:solidFill>
                <a:latin typeface="微软雅黑"/>
                <a:ea typeface="微软雅黑"/>
                <a:cs typeface="微软雅黑"/>
              </a:defRPr>
            </a:pPr>
            <a:r>
              <a:rPr sz="2000" b="0">
                <a:solidFill>
                  <a:srgbClr val="27333D"/>
                </a:solidFill>
                <a:latin typeface="微软雅黑"/>
                <a:ea typeface="微软雅黑"/>
                <a:cs typeface="微软雅黑"/>
              </a:rPr>
              <a:t>× 不能换更容易的指标</a:t>
            </a:r>
          </a:p>
        </p:txBody>
      </p:sp>
      <p:sp>
        <p:nvSpPr>
          <p:cNvPr id="20" name="list-850-300-1">
            <a:extLst xmlns:a="http://schemas.openxmlformats.org/drawingml/2006/main">
              <a:ext uri="{FF2B5EF4-FFF2-40B4-BE49-F238E27FC236}">
                <a16:creationId xmlns:a16="http://schemas.microsoft.com/office/drawing/2014/main" id="{D543FF52-BE59-43C8-8159-92ECA5DCDEFE}"/>
              </a:ext>
            </a:extLst>
          </p:cNvPr>
          <p:cNvSpPr>
            <a:spLocks xmlns:a="http://schemas.openxmlformats.org/drawingml/2006/main" noGrp="1"/>
          </p:cNvSpPr>
          <p:nvPr/>
        </p:nvSpPr>
        <p:spPr>
          <a:xfrm xmlns:a="http://schemas.openxmlformats.org/drawingml/2006/main">
            <a:off x="8096250" y="3314700"/>
            <a:ext cx="285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000" b="0">
                <a:solidFill>
                  <a:srgbClr val="27333D"/>
                </a:solidFill>
                <a:latin typeface="微软雅黑"/>
                <a:ea typeface="微软雅黑"/>
                <a:cs typeface="微软雅黑"/>
              </a:defRPr>
            </a:pPr>
            <a:r>
              <a:rPr sz="2000" b="0">
                <a:solidFill>
                  <a:srgbClr val="27333D"/>
                </a:solidFill>
                <a:latin typeface="微软雅黑"/>
                <a:ea typeface="微软雅黑"/>
                <a:cs typeface="微软雅黑"/>
              </a:rPr>
              <a:t>× 不能删除失败样本</a:t>
            </a:r>
          </a:p>
        </p:txBody>
      </p:sp>
      <p:sp>
        <p:nvSpPr>
          <p:cNvPr id="21" name="list-850-300-2">
            <a:extLst xmlns:a="http://schemas.openxmlformats.org/drawingml/2006/main">
              <a:ext uri="{FF2B5EF4-FFF2-40B4-BE49-F238E27FC236}">
                <a16:creationId xmlns:a16="http://schemas.microsoft.com/office/drawing/2014/main" id="{B649C224-1380-4850-9E13-ABD517DFE89B}"/>
              </a:ext>
            </a:extLst>
          </p:cNvPr>
          <p:cNvSpPr>
            <a:spLocks xmlns:a="http://schemas.openxmlformats.org/drawingml/2006/main" noGrp="1"/>
          </p:cNvSpPr>
          <p:nvPr/>
        </p:nvSpPr>
        <p:spPr>
          <a:xfrm xmlns:a="http://schemas.openxmlformats.org/drawingml/2006/main">
            <a:off x="8096250" y="3771900"/>
            <a:ext cx="285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000" b="0">
                <a:solidFill>
                  <a:srgbClr val="27333D"/>
                </a:solidFill>
                <a:latin typeface="微软雅黑"/>
                <a:ea typeface="微软雅黑"/>
                <a:cs typeface="微软雅黑"/>
              </a:defRPr>
            </a:pPr>
            <a:r>
              <a:rPr sz="2000" b="0">
                <a:solidFill>
                  <a:srgbClr val="27333D"/>
                </a:solidFill>
                <a:latin typeface="微软雅黑"/>
                <a:ea typeface="微软雅黑"/>
                <a:cs typeface="微软雅黑"/>
              </a:rPr>
              <a:t>× 不能改变人工基准</a:t>
            </a:r>
          </a:p>
        </p:txBody>
      </p:sp>
      <p:sp>
        <p:nvSpPr>
          <p:cNvPr id="23" name="fiction">
            <a:extLst xmlns:a="http://schemas.openxmlformats.org/drawingml/2006/main">
              <a:ext uri="{FF2B5EF4-FFF2-40B4-BE49-F238E27FC236}">
                <a16:creationId xmlns:a16="http://schemas.microsoft.com/office/drawing/2014/main" id="{B82D1743-C9E2-448A-91D4-6135A602DAF3}"/>
              </a:ext>
            </a:extLst>
          </p:cNvPr>
          <p:cNvSpPr>
            <a:spLocks xmlns:a="http://schemas.openxmlformats.org/drawingml/2006/main" noGrp="1"/>
          </p:cNvSpPr>
          <p:nvPr/>
        </p:nvSpPr>
        <p:spPr>
          <a:xfrm xmlns:a="http://schemas.openxmlformats.org/drawingml/2006/main">
            <a:off x="609600" y="885825"/>
            <a:ext cx="105727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1800" b="0">
                <a:solidFill>
                  <a:srgbClr val="A96510"/>
                </a:solidFill>
                <a:latin typeface="微软雅黑"/>
                <a:ea typeface="微软雅黑"/>
                <a:cs typeface="微软雅黑"/>
              </a:defRPr>
            </a:pPr>
            <a:r>
              <a:rPr sz="1800" b="0">
                <a:solidFill>
                  <a:srgbClr val="A96510"/>
                </a:solidFill>
                <a:latin typeface="微软雅黑"/>
                <a:ea typeface="微软雅黑"/>
                <a:cs typeface="微软雅黑"/>
              </a:rPr>
              <a:t>课程虚构教学工件</a:t>
            </a:r>
          </a:p>
        </p:txBody>
      </p:sp>
    </p:spTree>
    <p:extLst>
      <p:ext uri="{BB962C8B-B14F-4D97-AF65-F5344CB8AC3E}">
        <p14:creationId xmlns:p14="http://schemas.microsoft.com/office/powerpoint/2010/main" val="1443728403"/>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4" name="Text Placeholder 3">
            <a:extLst xmlns:a="http://schemas.openxmlformats.org/drawingml/2006/main">
              <a:ext uri="{FF2B5EF4-FFF2-40B4-BE49-F238E27FC236}">
                <a16:creationId xmlns:a16="http://schemas.microsoft.com/office/drawing/2014/main" id="{4D941B40-7A0A-534E-3563-CA11753C8E3F}"/>
              </a:ext>
            </a:extLst>
          </p:cNvPr>
          <p:cNvSpPr>
            <a:spLocks xmlns:a="http://schemas.openxmlformats.org/drawingml/2006/main" noGrp="1"/>
          </p:cNvSpPr>
          <p:nvPr>
            <p:ph type="body" idx="14"/>
          </p:nvPr>
        </p:nvSpPr>
        <p:spPr>
          <a:xfrm xmlns:a="http://schemas.openxmlformats.org/drawingml/2006/main">
            <a:off x="1028700" y="57150"/>
            <a:ext cx="10668000" cy="571500"/>
          </a:xfrm>
        </p:spPr>
        <p:txBody>
          <a:bodyPr xmlns:a="http://schemas.openxmlformats.org/drawingml/2006/main" lIns="0" tIns="0" rIns="0" bIns="0" anchor="ctr"/>
          <a:lstStyle xmlns:a="http://schemas.openxmlformats.org/drawingml/2006/main"/>
          <a:p xmlns:a="http://schemas.openxmlformats.org/drawingml/2006/main">
            <a:pPr algn="l">
              <a:lnSpc>
                <a:spcPct val="118000"/>
              </a:lnSpc>
              <a:buNone/>
            </a:pPr>
            <a:r>
              <a:rPr sz="3000" b="1">
                <a:solidFill>
                  <a:srgbClr val="FFFFFF"/>
                </a:solidFill>
                <a:latin typeface="微软雅黑"/>
                <a:ea typeface="微软雅黑"/>
                <a:cs typeface="微软雅黑"/>
              </a:rPr>
              <a:t>预算与停止条件写进运行序列</a:t>
            </a:r>
            <a:endParaRPr/>
          </a:p>
        </p:txBody>
      </p:sp>
      <p:sp>
        <p:nvSpPr>
          <p:cNvPr id="5" name="Slide Number Placeholder 4">
            <a:extLst xmlns:a="http://schemas.openxmlformats.org/drawingml/2006/main">
              <a:ext uri="{FF2B5EF4-FFF2-40B4-BE49-F238E27FC236}">
                <a16:creationId xmlns:a16="http://schemas.microsoft.com/office/drawing/2014/main" id="{EBA5909F-738E-F60C-BE8C-B3F1D94548E5}"/>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D3D7D1C8-AE23-AA48-DF65-C742588DBE47}" type="slidenum">
              <a:t>7</a:t>
            </a:fld>
            <a:endParaRPr/>
          </a:p>
        </p:txBody>
      </p:sp>
      <p:sp>
        <p:nvSpPr>
          <p:cNvPr id="6" name="brand-header">
            <a:extLst xmlns:a="http://schemas.openxmlformats.org/drawingml/2006/main">
              <a:ext uri="{FF2B5EF4-FFF2-40B4-BE49-F238E27FC236}">
                <a16:creationId xmlns:a16="http://schemas.microsoft.com/office/drawing/2014/main" id="{7D40FB45-4A27-4052-BE7D-2DF0D8FF6678}"/>
              </a:ext>
            </a:extLst>
          </p:cNvPr>
          <p:cNvSpPr>
            <a:spLocks xmlns:a="http://schemas.openxmlformats.org/drawingml/2006/main" noGrp="1"/>
          </p:cNvSpPr>
          <p:nvPr/>
        </p:nvSpPr>
        <p:spPr>
          <a:xfrm xmlns:a="http://schemas.openxmlformats.org/drawingml/2006/main">
            <a:off x="0" y="0"/>
            <a:ext cx="11887200" cy="685800"/>
          </a:xfrm>
          <a:prstGeom xmlns:a="http://schemas.openxmlformats.org/drawingml/2006/main" prst="rect">
            <a:avLst/>
          </a:prstGeom>
          <a:solidFill xmlns:a="http://schemas.openxmlformats.org/drawingml/2006/main">
            <a:srgbClr val="C8161E"/>
          </a:solidFill>
          <a:ln xmlns:a="http://schemas.openxmlformats.org/drawingml/2006/main" w="0">
            <a:noFill/>
          </a:ln>
        </p:spPr>
      </p:sp>
      <p:pic>
        <p:nvPicPr>
          <p:cNvPr id="34" name=""/>
          <p:cNvPicPr>
            <a:picLocks xmlns:a="http://schemas.openxmlformats.org/drawingml/2006/main" noChangeAspect="1"/>
          </p:cNvPicPr>
          <p:nvPr/>
        </p:nvPicPr>
        <p:blipFill>
          <a:blip xmlns:r="http://schemas.openxmlformats.org/officeDocument/2006/relationships" xmlns:a="http://schemas.openxmlformats.org/drawingml/2006/main" r:embed="R32fe3fbd667046fb"/>
          <a:stretch xmlns:a="http://schemas.openxmlformats.org/drawingml/2006/main"/>
        </p:blipFill>
        <p:spPr>
          <a:xfrm xmlns:a="http://schemas.openxmlformats.org/drawingml/2006/main">
            <a:off x="323850" y="76200"/>
            <a:ext cx="533400" cy="533400"/>
          </a:xfrm>
          <a:prstGeom xmlns:a="http://schemas.openxmlformats.org/drawingml/2006/main" prst="rect">
            <a:avLst/>
          </a:prstGeom>
        </p:spPr>
      </p:pic>
      <p:sp>
        <p:nvSpPr>
          <p:cNvPr id="8" name="brand-title">
            <a:extLst xmlns:a="http://schemas.openxmlformats.org/drawingml/2006/main">
              <a:ext uri="{FF2B5EF4-FFF2-40B4-BE49-F238E27FC236}">
                <a16:creationId xmlns:a16="http://schemas.microsoft.com/office/drawing/2014/main" id="{69E283D8-7E9D-4581-A393-409DFEA5BD71}"/>
              </a:ext>
            </a:extLst>
          </p:cNvPr>
          <p:cNvSpPr>
            <a:spLocks xmlns:a="http://schemas.openxmlformats.org/drawingml/2006/main" noGrp="1"/>
          </p:cNvSpPr>
          <p:nvPr/>
        </p:nvSpPr>
        <p:spPr>
          <a:xfrm xmlns:a="http://schemas.openxmlformats.org/drawingml/2006/main">
            <a:off x="1028700" y="66675"/>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3000" b="1">
                <a:solidFill>
                  <a:srgbClr val="FFFFFF"/>
                </a:solidFill>
                <a:latin typeface="微软雅黑"/>
                <a:ea typeface="微软雅黑"/>
                <a:cs typeface="微软雅黑"/>
              </a:defRPr>
            </a:pPr>
            <a:r>
              <a:rPr sz="3000" b="1">
                <a:solidFill>
                  <a:srgbClr val="FFFFFF"/>
                </a:solidFill>
                <a:latin typeface="微软雅黑"/>
                <a:ea typeface="微软雅黑"/>
                <a:cs typeface="微软雅黑"/>
              </a:rPr>
              <a:t>预算与停止条件写进运行序列</a:t>
            </a:r>
          </a:p>
        </p:txBody>
      </p:sp>
      <p:sp>
        <p:nvSpPr>
          <p:cNvPr id="9" name="source">
            <a:extLst xmlns:a="http://schemas.openxmlformats.org/drawingml/2006/main">
              <a:ext uri="{FF2B5EF4-FFF2-40B4-BE49-F238E27FC236}">
                <a16:creationId xmlns:a16="http://schemas.microsoft.com/office/drawing/2014/main" id="{F5B8BBE2-108F-4A02-948C-E04C28F5BE4A}"/>
              </a:ext>
            </a:extLst>
          </p:cNvPr>
          <p:cNvSpPr>
            <a:spLocks xmlns:a="http://schemas.openxmlformats.org/drawingml/2006/main" noGrp="1"/>
          </p:cNvSpPr>
          <p:nvPr/>
        </p:nvSpPr>
        <p:spPr>
          <a:xfrm xmlns:a="http://schemas.openxmlformats.org/drawingml/2006/main">
            <a:off x="609600" y="6067425"/>
            <a:ext cx="10763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1100" b="0">
                <a:solidFill>
                  <a:srgbClr val="66727D"/>
                </a:solidFill>
                <a:latin typeface="微软雅黑"/>
                <a:ea typeface="微软雅黑"/>
                <a:cs typeface="微软雅黑"/>
              </a:defRPr>
            </a:pPr>
            <a:r>
              <a:rPr sz="1100" b="0">
                <a:solidFill>
                  <a:srgbClr val="66727D"/>
                </a:solidFill>
                <a:latin typeface="微软雅黑"/>
                <a:ea typeface="微软雅黑"/>
                <a:cs typeface="微软雅黑"/>
              </a:rPr>
              <a:t>来源：lesson-11/slides.md；课程工件与讲义见 speaker notes</a:t>
            </a:r>
          </a:p>
        </p:txBody>
      </p:sp>
      <p:sp>
        <p:nvSpPr>
          <p:cNvPr id="10" name="chain-line-0">
            <a:extLst xmlns:a="http://schemas.openxmlformats.org/drawingml/2006/main">
              <a:ext uri="{FF2B5EF4-FFF2-40B4-BE49-F238E27FC236}">
                <a16:creationId xmlns:a16="http://schemas.microsoft.com/office/drawing/2014/main" id="{801F8F48-6111-4338-BD3C-D03FB693B59B}"/>
              </a:ext>
            </a:extLst>
          </p:cNvPr>
          <p:cNvSpPr>
            <a:spLocks xmlns:a="http://schemas.openxmlformats.org/drawingml/2006/main" noGrp="1"/>
          </p:cNvSpPr>
          <p:nvPr/>
        </p:nvSpPr>
        <p:spPr>
          <a:xfrm xmlns:a="http://schemas.openxmlformats.org/drawingml/2006/main">
            <a:off x="666750" y="2724150"/>
            <a:ext cx="1666875"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11" name="chain-0">
            <a:extLst xmlns:a="http://schemas.openxmlformats.org/drawingml/2006/main">
              <a:ext uri="{FF2B5EF4-FFF2-40B4-BE49-F238E27FC236}">
                <a16:creationId xmlns:a16="http://schemas.microsoft.com/office/drawing/2014/main" id="{E067003D-59F0-438D-8052-258E80D48559}"/>
              </a:ext>
            </a:extLst>
          </p:cNvPr>
          <p:cNvSpPr>
            <a:spLocks xmlns:a="http://schemas.openxmlformats.org/drawingml/2006/main" noGrp="1"/>
          </p:cNvSpPr>
          <p:nvPr/>
        </p:nvSpPr>
        <p:spPr>
          <a:xfrm xmlns:a="http://schemas.openxmlformats.org/drawingml/2006/main">
            <a:off x="666750" y="2000250"/>
            <a:ext cx="1666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启动</a:t>
            </a:r>
          </a:p>
        </p:txBody>
      </p:sp>
      <p:sp>
        <p:nvSpPr>
          <p:cNvPr id="12" name="chain-arrow-0">
            <a:extLst xmlns:a="http://schemas.openxmlformats.org/drawingml/2006/main">
              <a:ext uri="{FF2B5EF4-FFF2-40B4-BE49-F238E27FC236}">
                <a16:creationId xmlns:a16="http://schemas.microsoft.com/office/drawing/2014/main" id="{11FA3E43-9439-4954-ADEB-5782B18B5572}"/>
              </a:ext>
            </a:extLst>
          </p:cNvPr>
          <p:cNvSpPr>
            <a:spLocks xmlns:a="http://schemas.openxmlformats.org/drawingml/2006/main" noGrp="1"/>
          </p:cNvSpPr>
          <p:nvPr/>
        </p:nvSpPr>
        <p:spPr>
          <a:xfrm xmlns:a="http://schemas.openxmlformats.org/drawingml/2006/main">
            <a:off x="2333625" y="2171700"/>
            <a:ext cx="583406"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400" b="0">
                <a:solidFill>
                  <a:srgbClr val="1F4D78"/>
                </a:solidFill>
                <a:latin typeface="微软雅黑"/>
                <a:ea typeface="微软雅黑"/>
                <a:cs typeface="微软雅黑"/>
              </a:defRPr>
            </a:pPr>
            <a:r>
              <a:rPr sz="2400" b="0">
                <a:solidFill>
                  <a:srgbClr val="1F4D78"/>
                </a:solidFill>
                <a:latin typeface="微软雅黑"/>
                <a:ea typeface="微软雅黑"/>
                <a:cs typeface="微软雅黑"/>
              </a:rPr>
              <a:t>→</a:t>
            </a:r>
          </a:p>
        </p:txBody>
      </p:sp>
      <p:sp>
        <p:nvSpPr>
          <p:cNvPr id="13" name="chain-sub-0">
            <a:extLst xmlns:a="http://schemas.openxmlformats.org/drawingml/2006/main">
              <a:ext uri="{FF2B5EF4-FFF2-40B4-BE49-F238E27FC236}">
                <a16:creationId xmlns:a16="http://schemas.microsoft.com/office/drawing/2014/main" id="{A489D1D1-8019-446A-8413-C059EBDA46C8}"/>
              </a:ext>
            </a:extLst>
          </p:cNvPr>
          <p:cNvSpPr>
            <a:spLocks xmlns:a="http://schemas.openxmlformats.org/drawingml/2006/main" noGrp="1"/>
          </p:cNvSpPr>
          <p:nvPr/>
        </p:nvSpPr>
        <p:spPr>
          <a:xfrm xmlns:a="http://schemas.openxmlformats.org/drawingml/2006/main">
            <a:off x="666750" y="2876550"/>
            <a:ext cx="16668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冻结承诺</a:t>
            </a:r>
          </a:p>
        </p:txBody>
      </p:sp>
      <p:sp>
        <p:nvSpPr>
          <p:cNvPr id="14" name="chain-line-1">
            <a:extLst xmlns:a="http://schemas.openxmlformats.org/drawingml/2006/main">
              <a:ext uri="{FF2B5EF4-FFF2-40B4-BE49-F238E27FC236}">
                <a16:creationId xmlns:a16="http://schemas.microsoft.com/office/drawing/2014/main" id="{85E25FBF-FEAE-4CA8-AFDA-091294DFFD73}"/>
              </a:ext>
            </a:extLst>
          </p:cNvPr>
          <p:cNvSpPr>
            <a:spLocks xmlns:a="http://schemas.openxmlformats.org/drawingml/2006/main" noGrp="1"/>
          </p:cNvSpPr>
          <p:nvPr/>
        </p:nvSpPr>
        <p:spPr>
          <a:xfrm xmlns:a="http://schemas.openxmlformats.org/drawingml/2006/main">
            <a:off x="2917031" y="2724150"/>
            <a:ext cx="1666875"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15" name="chain-1">
            <a:extLst xmlns:a="http://schemas.openxmlformats.org/drawingml/2006/main">
              <a:ext uri="{FF2B5EF4-FFF2-40B4-BE49-F238E27FC236}">
                <a16:creationId xmlns:a16="http://schemas.microsoft.com/office/drawing/2014/main" id="{F5E77D4E-AB41-475E-83C1-A53B74CF99C2}"/>
              </a:ext>
            </a:extLst>
          </p:cNvPr>
          <p:cNvSpPr>
            <a:spLocks xmlns:a="http://schemas.openxmlformats.org/drawingml/2006/main" noGrp="1"/>
          </p:cNvSpPr>
          <p:nvPr/>
        </p:nvSpPr>
        <p:spPr>
          <a:xfrm xmlns:a="http://schemas.openxmlformats.org/drawingml/2006/main">
            <a:off x="2917031" y="2000250"/>
            <a:ext cx="1666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预算 1/3</a:t>
            </a:r>
          </a:p>
        </p:txBody>
      </p:sp>
      <p:sp>
        <p:nvSpPr>
          <p:cNvPr id="16" name="chain-arrow-1">
            <a:extLst xmlns:a="http://schemas.openxmlformats.org/drawingml/2006/main">
              <a:ext uri="{FF2B5EF4-FFF2-40B4-BE49-F238E27FC236}">
                <a16:creationId xmlns:a16="http://schemas.microsoft.com/office/drawing/2014/main" id="{0044E86F-7586-4F3D-B5E0-88D05F2170C7}"/>
              </a:ext>
            </a:extLst>
          </p:cNvPr>
          <p:cNvSpPr>
            <a:spLocks xmlns:a="http://schemas.openxmlformats.org/drawingml/2006/main" noGrp="1"/>
          </p:cNvSpPr>
          <p:nvPr/>
        </p:nvSpPr>
        <p:spPr>
          <a:xfrm xmlns:a="http://schemas.openxmlformats.org/drawingml/2006/main">
            <a:off x="4583906" y="2171700"/>
            <a:ext cx="583406"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400" b="0">
                <a:solidFill>
                  <a:srgbClr val="1F4D78"/>
                </a:solidFill>
                <a:latin typeface="微软雅黑"/>
                <a:ea typeface="微软雅黑"/>
                <a:cs typeface="微软雅黑"/>
              </a:defRPr>
            </a:pPr>
            <a:r>
              <a:rPr sz="2400" b="0">
                <a:solidFill>
                  <a:srgbClr val="1F4D78"/>
                </a:solidFill>
                <a:latin typeface="微软雅黑"/>
                <a:ea typeface="微软雅黑"/>
                <a:cs typeface="微软雅黑"/>
              </a:rPr>
              <a:t>→</a:t>
            </a:r>
          </a:p>
        </p:txBody>
      </p:sp>
      <p:sp>
        <p:nvSpPr>
          <p:cNvPr id="17" name="chain-sub-1">
            <a:extLst xmlns:a="http://schemas.openxmlformats.org/drawingml/2006/main">
              <a:ext uri="{FF2B5EF4-FFF2-40B4-BE49-F238E27FC236}">
                <a16:creationId xmlns:a16="http://schemas.microsoft.com/office/drawing/2014/main" id="{3E7E5DBC-882E-4257-8D76-85B756443128}"/>
              </a:ext>
            </a:extLst>
          </p:cNvPr>
          <p:cNvSpPr>
            <a:spLocks xmlns:a="http://schemas.openxmlformats.org/drawingml/2006/main" noGrp="1"/>
          </p:cNvSpPr>
          <p:nvPr/>
        </p:nvSpPr>
        <p:spPr>
          <a:xfrm xmlns:a="http://schemas.openxmlformats.org/drawingml/2006/main">
            <a:off x="2917031" y="2876550"/>
            <a:ext cx="16668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调用 / token</a:t>
            </a:r>
          </a:p>
        </p:txBody>
      </p:sp>
      <p:sp>
        <p:nvSpPr>
          <p:cNvPr id="18" name="chain-line-2">
            <a:extLst xmlns:a="http://schemas.openxmlformats.org/drawingml/2006/main">
              <a:ext uri="{FF2B5EF4-FFF2-40B4-BE49-F238E27FC236}">
                <a16:creationId xmlns:a16="http://schemas.microsoft.com/office/drawing/2014/main" id="{30D9CFD9-FAAC-49EC-AFCA-284908E42F7F}"/>
              </a:ext>
            </a:extLst>
          </p:cNvPr>
          <p:cNvSpPr>
            <a:spLocks xmlns:a="http://schemas.openxmlformats.org/drawingml/2006/main" noGrp="1"/>
          </p:cNvSpPr>
          <p:nvPr/>
        </p:nvSpPr>
        <p:spPr>
          <a:xfrm xmlns:a="http://schemas.openxmlformats.org/drawingml/2006/main">
            <a:off x="5167313" y="2724150"/>
            <a:ext cx="1666875"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19" name="chain-2">
            <a:extLst xmlns:a="http://schemas.openxmlformats.org/drawingml/2006/main">
              <a:ext uri="{FF2B5EF4-FFF2-40B4-BE49-F238E27FC236}">
                <a16:creationId xmlns:a16="http://schemas.microsoft.com/office/drawing/2014/main" id="{D83B89AB-3CBA-4F21-BCD9-098A3CDDD909}"/>
              </a:ext>
            </a:extLst>
          </p:cNvPr>
          <p:cNvSpPr>
            <a:spLocks xmlns:a="http://schemas.openxmlformats.org/drawingml/2006/main" noGrp="1"/>
          </p:cNvSpPr>
          <p:nvPr/>
        </p:nvSpPr>
        <p:spPr>
          <a:xfrm xmlns:a="http://schemas.openxmlformats.org/drawingml/2006/main">
            <a:off x="5167313" y="2000250"/>
            <a:ext cx="1666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预算 2/3</a:t>
            </a:r>
          </a:p>
        </p:txBody>
      </p:sp>
      <p:sp>
        <p:nvSpPr>
          <p:cNvPr id="20" name="chain-arrow-2">
            <a:extLst xmlns:a="http://schemas.openxmlformats.org/drawingml/2006/main">
              <a:ext uri="{FF2B5EF4-FFF2-40B4-BE49-F238E27FC236}">
                <a16:creationId xmlns:a16="http://schemas.microsoft.com/office/drawing/2014/main" id="{1F11E412-1ACF-4481-A47B-010C5753C167}"/>
              </a:ext>
            </a:extLst>
          </p:cNvPr>
          <p:cNvSpPr>
            <a:spLocks xmlns:a="http://schemas.openxmlformats.org/drawingml/2006/main" noGrp="1"/>
          </p:cNvSpPr>
          <p:nvPr/>
        </p:nvSpPr>
        <p:spPr>
          <a:xfrm xmlns:a="http://schemas.openxmlformats.org/drawingml/2006/main">
            <a:off x="6834188" y="2171700"/>
            <a:ext cx="583406"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400" b="0">
                <a:solidFill>
                  <a:srgbClr val="1F4D78"/>
                </a:solidFill>
                <a:latin typeface="微软雅黑"/>
                <a:ea typeface="微软雅黑"/>
                <a:cs typeface="微软雅黑"/>
              </a:defRPr>
            </a:pPr>
            <a:r>
              <a:rPr sz="2400" b="0">
                <a:solidFill>
                  <a:srgbClr val="1F4D78"/>
                </a:solidFill>
                <a:latin typeface="微软雅黑"/>
                <a:ea typeface="微软雅黑"/>
                <a:cs typeface="微软雅黑"/>
              </a:rPr>
              <a:t>→</a:t>
            </a:r>
          </a:p>
        </p:txBody>
      </p:sp>
      <p:sp>
        <p:nvSpPr>
          <p:cNvPr id="21" name="chain-sub-2">
            <a:extLst xmlns:a="http://schemas.openxmlformats.org/drawingml/2006/main">
              <a:ext uri="{FF2B5EF4-FFF2-40B4-BE49-F238E27FC236}">
                <a16:creationId xmlns:a16="http://schemas.microsoft.com/office/drawing/2014/main" id="{951A7187-69B6-4A9D-8C3A-A4167343B8FD}"/>
              </a:ext>
            </a:extLst>
          </p:cNvPr>
          <p:cNvSpPr>
            <a:spLocks xmlns:a="http://schemas.openxmlformats.org/drawingml/2006/main" noGrp="1"/>
          </p:cNvSpPr>
          <p:nvPr/>
        </p:nvSpPr>
        <p:spPr>
          <a:xfrm xmlns:a="http://schemas.openxmlformats.org/drawingml/2006/main">
            <a:off x="5167313" y="2876550"/>
            <a:ext cx="16668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时间 / 运行数</a:t>
            </a:r>
          </a:p>
        </p:txBody>
      </p:sp>
      <p:sp>
        <p:nvSpPr>
          <p:cNvPr id="22" name="chain-line-3">
            <a:extLst xmlns:a="http://schemas.openxmlformats.org/drawingml/2006/main">
              <a:ext uri="{FF2B5EF4-FFF2-40B4-BE49-F238E27FC236}">
                <a16:creationId xmlns:a16="http://schemas.microsoft.com/office/drawing/2014/main" id="{17F01009-ECC0-4280-BC76-6EC998EF7EE3}"/>
              </a:ext>
            </a:extLst>
          </p:cNvPr>
          <p:cNvSpPr>
            <a:spLocks xmlns:a="http://schemas.openxmlformats.org/drawingml/2006/main" noGrp="1"/>
          </p:cNvSpPr>
          <p:nvPr/>
        </p:nvSpPr>
        <p:spPr>
          <a:xfrm xmlns:a="http://schemas.openxmlformats.org/drawingml/2006/main">
            <a:off x="7417594" y="2724150"/>
            <a:ext cx="1666875"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23" name="chain-3">
            <a:extLst xmlns:a="http://schemas.openxmlformats.org/drawingml/2006/main">
              <a:ext uri="{FF2B5EF4-FFF2-40B4-BE49-F238E27FC236}">
                <a16:creationId xmlns:a16="http://schemas.microsoft.com/office/drawing/2014/main" id="{DB6C1A3F-985E-4E20-BCE3-7E908048B405}"/>
              </a:ext>
            </a:extLst>
          </p:cNvPr>
          <p:cNvSpPr>
            <a:spLocks xmlns:a="http://schemas.openxmlformats.org/drawingml/2006/main" noGrp="1"/>
          </p:cNvSpPr>
          <p:nvPr/>
        </p:nvSpPr>
        <p:spPr>
          <a:xfrm xmlns:a="http://schemas.openxmlformats.org/drawingml/2006/main">
            <a:off x="7417594" y="2000250"/>
            <a:ext cx="1666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正常停止</a:t>
            </a:r>
          </a:p>
        </p:txBody>
      </p:sp>
      <p:sp>
        <p:nvSpPr>
          <p:cNvPr id="24" name="chain-arrow-3">
            <a:extLst xmlns:a="http://schemas.openxmlformats.org/drawingml/2006/main">
              <a:ext uri="{FF2B5EF4-FFF2-40B4-BE49-F238E27FC236}">
                <a16:creationId xmlns:a16="http://schemas.microsoft.com/office/drawing/2014/main" id="{ADFD486B-88F8-496F-A283-88FFC122364C}"/>
              </a:ext>
            </a:extLst>
          </p:cNvPr>
          <p:cNvSpPr>
            <a:spLocks xmlns:a="http://schemas.openxmlformats.org/drawingml/2006/main" noGrp="1"/>
          </p:cNvSpPr>
          <p:nvPr/>
        </p:nvSpPr>
        <p:spPr>
          <a:xfrm xmlns:a="http://schemas.openxmlformats.org/drawingml/2006/main">
            <a:off x="9084469" y="2171700"/>
            <a:ext cx="583406"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400" b="0">
                <a:solidFill>
                  <a:srgbClr val="1F4D78"/>
                </a:solidFill>
                <a:latin typeface="微软雅黑"/>
                <a:ea typeface="微软雅黑"/>
                <a:cs typeface="微软雅黑"/>
              </a:defRPr>
            </a:pPr>
            <a:r>
              <a:rPr sz="2400" b="0">
                <a:solidFill>
                  <a:srgbClr val="1F4D78"/>
                </a:solidFill>
                <a:latin typeface="微软雅黑"/>
                <a:ea typeface="微软雅黑"/>
                <a:cs typeface="微软雅黑"/>
              </a:rPr>
              <a:t>→</a:t>
            </a:r>
          </a:p>
        </p:txBody>
      </p:sp>
      <p:sp>
        <p:nvSpPr>
          <p:cNvPr id="25" name="chain-sub-3">
            <a:extLst xmlns:a="http://schemas.openxmlformats.org/drawingml/2006/main">
              <a:ext uri="{FF2B5EF4-FFF2-40B4-BE49-F238E27FC236}">
                <a16:creationId xmlns:a16="http://schemas.microsoft.com/office/drawing/2014/main" id="{6B1E7965-69F5-4A40-B87A-C9209DCCF84B}"/>
              </a:ext>
            </a:extLst>
          </p:cNvPr>
          <p:cNvSpPr>
            <a:spLocks xmlns:a="http://schemas.openxmlformats.org/drawingml/2006/main" noGrp="1"/>
          </p:cNvSpPr>
          <p:nvPr/>
        </p:nvSpPr>
        <p:spPr>
          <a:xfrm xmlns:a="http://schemas.openxmlformats.org/drawingml/2006/main">
            <a:off x="7417594" y="2876550"/>
            <a:ext cx="16668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预算耗尽或队列完成</a:t>
            </a:r>
          </a:p>
        </p:txBody>
      </p:sp>
      <p:sp>
        <p:nvSpPr>
          <p:cNvPr id="26" name="chain-line-4">
            <a:extLst xmlns:a="http://schemas.openxmlformats.org/drawingml/2006/main">
              <a:ext uri="{FF2B5EF4-FFF2-40B4-BE49-F238E27FC236}">
                <a16:creationId xmlns:a16="http://schemas.microsoft.com/office/drawing/2014/main" id="{D63D7A60-BB95-49D3-BAD8-72D458DDB649}"/>
              </a:ext>
            </a:extLst>
          </p:cNvPr>
          <p:cNvSpPr>
            <a:spLocks xmlns:a="http://schemas.openxmlformats.org/drawingml/2006/main" noGrp="1"/>
          </p:cNvSpPr>
          <p:nvPr/>
        </p:nvSpPr>
        <p:spPr>
          <a:xfrm xmlns:a="http://schemas.openxmlformats.org/drawingml/2006/main">
            <a:off x="9667875" y="2724150"/>
            <a:ext cx="1666875" cy="14288"/>
          </a:xfrm>
          <a:prstGeom xmlns:a="http://schemas.openxmlformats.org/drawingml/2006/main" prst="rect">
            <a:avLst/>
          </a:prstGeom>
          <a:solidFill xmlns:a="http://schemas.openxmlformats.org/drawingml/2006/main">
            <a:srgbClr val="C8161E"/>
          </a:solidFill>
          <a:ln xmlns:a="http://schemas.openxmlformats.org/drawingml/2006/main" w="0">
            <a:noFill/>
          </a:ln>
        </p:spPr>
      </p:sp>
      <p:sp>
        <p:nvSpPr>
          <p:cNvPr id="27" name="chain-4">
            <a:extLst xmlns:a="http://schemas.openxmlformats.org/drawingml/2006/main">
              <a:ext uri="{FF2B5EF4-FFF2-40B4-BE49-F238E27FC236}">
                <a16:creationId xmlns:a16="http://schemas.microsoft.com/office/drawing/2014/main" id="{A49A75BF-7110-4C6A-B5BC-25267CA06DFB}"/>
              </a:ext>
            </a:extLst>
          </p:cNvPr>
          <p:cNvSpPr>
            <a:spLocks xmlns:a="http://schemas.openxmlformats.org/drawingml/2006/main" noGrp="1"/>
          </p:cNvSpPr>
          <p:nvPr/>
        </p:nvSpPr>
        <p:spPr>
          <a:xfrm xmlns:a="http://schemas.openxmlformats.org/drawingml/2006/main">
            <a:off x="9667875" y="2000250"/>
            <a:ext cx="1666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C8161E"/>
                </a:solidFill>
                <a:latin typeface="微软雅黑"/>
                <a:ea typeface="微软雅黑"/>
                <a:cs typeface="微软雅黑"/>
              </a:defRPr>
            </a:pPr>
            <a:r>
              <a:rPr sz="2200" b="0">
                <a:solidFill>
                  <a:srgbClr val="C8161E"/>
                </a:solidFill>
                <a:latin typeface="微软雅黑"/>
                <a:ea typeface="微软雅黑"/>
                <a:cs typeface="微软雅黑"/>
              </a:rPr>
              <a:t>协议性停止</a:t>
            </a:r>
          </a:p>
        </p:txBody>
      </p:sp>
      <p:sp>
        <p:nvSpPr>
          <p:cNvPr id="28" name="chain-sub-4">
            <a:extLst xmlns:a="http://schemas.openxmlformats.org/drawingml/2006/main">
              <a:ext uri="{FF2B5EF4-FFF2-40B4-BE49-F238E27FC236}">
                <a16:creationId xmlns:a16="http://schemas.microsoft.com/office/drawing/2014/main" id="{A0E73DEE-FB8E-4B22-800D-14FA77C1C908}"/>
              </a:ext>
            </a:extLst>
          </p:cNvPr>
          <p:cNvSpPr>
            <a:spLocks xmlns:a="http://schemas.openxmlformats.org/drawingml/2006/main" noGrp="1"/>
          </p:cNvSpPr>
          <p:nvPr/>
        </p:nvSpPr>
        <p:spPr>
          <a:xfrm xmlns:a="http://schemas.openxmlformats.org/drawingml/2006/main">
            <a:off x="9667875" y="2876550"/>
            <a:ext cx="16668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指标漂移 / 越权 / 数据异常</a:t>
            </a:r>
          </a:p>
        </p:txBody>
      </p:sp>
      <p:sp>
        <p:nvSpPr>
          <p:cNvPr id="29" name="stop">
            <a:extLst xmlns:a="http://schemas.openxmlformats.org/drawingml/2006/main">
              <a:ext uri="{FF2B5EF4-FFF2-40B4-BE49-F238E27FC236}">
                <a16:creationId xmlns:a16="http://schemas.microsoft.com/office/drawing/2014/main" id="{1D5CAA12-56F8-4E63-9142-D3AA99316B9C}"/>
              </a:ext>
            </a:extLst>
          </p:cNvPr>
          <p:cNvSpPr>
            <a:spLocks xmlns:a="http://schemas.openxmlformats.org/drawingml/2006/main" noGrp="1"/>
          </p:cNvSpPr>
          <p:nvPr/>
        </p:nvSpPr>
        <p:spPr>
          <a:xfrm xmlns:a="http://schemas.openxmlformats.org/drawingml/2006/main">
            <a:off x="1190625" y="4476750"/>
            <a:ext cx="9810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200" b="1">
                <a:solidFill>
                  <a:srgbClr val="C8161E"/>
                </a:solidFill>
                <a:latin typeface="微软雅黑"/>
                <a:ea typeface="微软雅黑"/>
                <a:cs typeface="微软雅黑"/>
              </a:defRPr>
            </a:pPr>
            <a:r>
              <a:rPr sz="2200" b="1">
                <a:solidFill>
                  <a:srgbClr val="C8161E"/>
                </a:solidFill>
                <a:latin typeface="微软雅黑"/>
                <a:ea typeface="微软雅黑"/>
                <a:cs typeface="微软雅黑"/>
              </a:rPr>
              <a:t>禁止按结果好坏停止；越权、协议变更或删日志须立即停并记录</a:t>
            </a:r>
          </a:p>
        </p:txBody>
      </p:sp>
    </p:spTree>
    <p:extLst>
      <p:ext uri="{BB962C8B-B14F-4D97-AF65-F5344CB8AC3E}">
        <p14:creationId xmlns:p14="http://schemas.microsoft.com/office/powerpoint/2010/main" val="1443728403"/>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4" name="Text Placeholder 3">
            <a:extLst xmlns:a="http://schemas.openxmlformats.org/drawingml/2006/main">
              <a:ext uri="{FF2B5EF4-FFF2-40B4-BE49-F238E27FC236}">
                <a16:creationId xmlns:a16="http://schemas.microsoft.com/office/drawing/2014/main" id="{4D941B40-7A0A-534E-3563-CA11753C8E3F}"/>
              </a:ext>
            </a:extLst>
          </p:cNvPr>
          <p:cNvSpPr>
            <a:spLocks xmlns:a="http://schemas.openxmlformats.org/drawingml/2006/main" noGrp="1"/>
          </p:cNvSpPr>
          <p:nvPr>
            <p:ph type="body" idx="14"/>
          </p:nvPr>
        </p:nvSpPr>
        <p:spPr>
          <a:xfrm xmlns:a="http://schemas.openxmlformats.org/drawingml/2006/main">
            <a:off x="1028700" y="57150"/>
            <a:ext cx="10668000" cy="571500"/>
          </a:xfrm>
        </p:spPr>
        <p:txBody>
          <a:bodyPr xmlns:a="http://schemas.openxmlformats.org/drawingml/2006/main" lIns="0" tIns="0" rIns="0" bIns="0" anchor="ctr"/>
          <a:lstStyle xmlns:a="http://schemas.openxmlformats.org/drawingml/2006/main"/>
          <a:p xmlns:a="http://schemas.openxmlformats.org/drawingml/2006/main">
            <a:pPr algn="l">
              <a:lnSpc>
                <a:spcPct val="118000"/>
              </a:lnSpc>
              <a:buNone/>
            </a:pPr>
            <a:r>
              <a:rPr sz="3000" b="1">
                <a:solidFill>
                  <a:srgbClr val="FFFFFF"/>
                </a:solidFill>
                <a:latin typeface="微软雅黑"/>
                <a:ea typeface="微软雅黑"/>
                <a:cs typeface="微软雅黑"/>
              </a:rPr>
              <a:t>回退到稳定配置，同时保留失败</a:t>
            </a:r>
            <a:endParaRPr/>
          </a:p>
        </p:txBody>
      </p:sp>
      <p:sp>
        <p:nvSpPr>
          <p:cNvPr id="5" name="Slide Number Placeholder 4">
            <a:extLst xmlns:a="http://schemas.openxmlformats.org/drawingml/2006/main">
              <a:ext uri="{FF2B5EF4-FFF2-40B4-BE49-F238E27FC236}">
                <a16:creationId xmlns:a16="http://schemas.microsoft.com/office/drawing/2014/main" id="{EBA5909F-738E-F60C-BE8C-B3F1D94548E5}"/>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BA58DA2A-B818-18A9-29C1-B697728D5BCE}" type="slidenum">
              <a:t>8</a:t>
            </a:fld>
            <a:endParaRPr/>
          </a:p>
        </p:txBody>
      </p:sp>
      <p:sp>
        <p:nvSpPr>
          <p:cNvPr id="6" name="brand-header">
            <a:extLst xmlns:a="http://schemas.openxmlformats.org/drawingml/2006/main">
              <a:ext uri="{FF2B5EF4-FFF2-40B4-BE49-F238E27FC236}">
                <a16:creationId xmlns:a16="http://schemas.microsoft.com/office/drawing/2014/main" id="{C13017D8-AEE3-47D6-B729-ACC365305972}"/>
              </a:ext>
            </a:extLst>
          </p:cNvPr>
          <p:cNvSpPr>
            <a:spLocks xmlns:a="http://schemas.openxmlformats.org/drawingml/2006/main" noGrp="1"/>
          </p:cNvSpPr>
          <p:nvPr/>
        </p:nvSpPr>
        <p:spPr>
          <a:xfrm xmlns:a="http://schemas.openxmlformats.org/drawingml/2006/main">
            <a:off x="0" y="0"/>
            <a:ext cx="11887200" cy="685800"/>
          </a:xfrm>
          <a:prstGeom xmlns:a="http://schemas.openxmlformats.org/drawingml/2006/main" prst="rect">
            <a:avLst/>
          </a:prstGeom>
          <a:solidFill xmlns:a="http://schemas.openxmlformats.org/drawingml/2006/main">
            <a:srgbClr val="C8161E"/>
          </a:solidFill>
          <a:ln xmlns:a="http://schemas.openxmlformats.org/drawingml/2006/main" w="0">
            <a:noFill/>
          </a:ln>
        </p:spPr>
      </p:sp>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bf2792b98cdc4b64"/>
          <a:stretch xmlns:a="http://schemas.openxmlformats.org/drawingml/2006/main"/>
        </p:blipFill>
        <p:spPr>
          <a:xfrm xmlns:a="http://schemas.openxmlformats.org/drawingml/2006/main">
            <a:off x="323850" y="76200"/>
            <a:ext cx="533400" cy="533400"/>
          </a:xfrm>
          <a:prstGeom xmlns:a="http://schemas.openxmlformats.org/drawingml/2006/main" prst="rect">
            <a:avLst/>
          </a:prstGeom>
        </p:spPr>
      </p:pic>
      <p:sp>
        <p:nvSpPr>
          <p:cNvPr id="8" name="brand-title">
            <a:extLst xmlns:a="http://schemas.openxmlformats.org/drawingml/2006/main">
              <a:ext uri="{FF2B5EF4-FFF2-40B4-BE49-F238E27FC236}">
                <a16:creationId xmlns:a16="http://schemas.microsoft.com/office/drawing/2014/main" id="{DC697EB1-AF48-4F32-B0A5-A14B09559B68}"/>
              </a:ext>
            </a:extLst>
          </p:cNvPr>
          <p:cNvSpPr>
            <a:spLocks xmlns:a="http://schemas.openxmlformats.org/drawingml/2006/main" noGrp="1"/>
          </p:cNvSpPr>
          <p:nvPr/>
        </p:nvSpPr>
        <p:spPr>
          <a:xfrm xmlns:a="http://schemas.openxmlformats.org/drawingml/2006/main">
            <a:off x="1028700" y="66675"/>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3000" b="1">
                <a:solidFill>
                  <a:srgbClr val="FFFFFF"/>
                </a:solidFill>
                <a:latin typeface="微软雅黑"/>
                <a:ea typeface="微软雅黑"/>
                <a:cs typeface="微软雅黑"/>
              </a:defRPr>
            </a:pPr>
            <a:r>
              <a:rPr sz="3000" b="1">
                <a:solidFill>
                  <a:srgbClr val="FFFFFF"/>
                </a:solidFill>
                <a:latin typeface="微软雅黑"/>
                <a:ea typeface="微软雅黑"/>
                <a:cs typeface="微软雅黑"/>
              </a:rPr>
              <a:t>回退到稳定配置，同时保留失败</a:t>
            </a:r>
          </a:p>
        </p:txBody>
      </p:sp>
      <p:sp>
        <p:nvSpPr>
          <p:cNvPr id="9" name="source">
            <a:extLst xmlns:a="http://schemas.openxmlformats.org/drawingml/2006/main">
              <a:ext uri="{FF2B5EF4-FFF2-40B4-BE49-F238E27FC236}">
                <a16:creationId xmlns:a16="http://schemas.microsoft.com/office/drawing/2014/main" id="{DAFDFE25-F481-47E6-B5A6-93CAED52D8E7}"/>
              </a:ext>
            </a:extLst>
          </p:cNvPr>
          <p:cNvSpPr>
            <a:spLocks xmlns:a="http://schemas.openxmlformats.org/drawingml/2006/main" noGrp="1"/>
          </p:cNvSpPr>
          <p:nvPr/>
        </p:nvSpPr>
        <p:spPr>
          <a:xfrm xmlns:a="http://schemas.openxmlformats.org/drawingml/2006/main">
            <a:off x="609600" y="6067425"/>
            <a:ext cx="10763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1100" b="0">
                <a:solidFill>
                  <a:srgbClr val="66727D"/>
                </a:solidFill>
                <a:latin typeface="微软雅黑"/>
                <a:ea typeface="微软雅黑"/>
                <a:cs typeface="微软雅黑"/>
              </a:defRPr>
            </a:pPr>
            <a:r>
              <a:rPr sz="1100" b="0">
                <a:solidFill>
                  <a:srgbClr val="66727D"/>
                </a:solidFill>
                <a:latin typeface="微软雅黑"/>
                <a:ea typeface="微软雅黑"/>
                <a:cs typeface="微软雅黑"/>
              </a:rPr>
              <a:t>来源：lesson-11/slides.md；课程工件与讲义见 speaker notes</a:t>
            </a:r>
          </a:p>
        </p:txBody>
      </p:sp>
      <p:sp>
        <p:nvSpPr>
          <p:cNvPr id="10" name="chain-line-0">
            <a:extLst xmlns:a="http://schemas.openxmlformats.org/drawingml/2006/main">
              <a:ext uri="{FF2B5EF4-FFF2-40B4-BE49-F238E27FC236}">
                <a16:creationId xmlns:a16="http://schemas.microsoft.com/office/drawing/2014/main" id="{4792FEBA-2BFA-4CAC-8A59-F44318FF74FC}"/>
              </a:ext>
            </a:extLst>
          </p:cNvPr>
          <p:cNvSpPr>
            <a:spLocks xmlns:a="http://schemas.openxmlformats.org/drawingml/2006/main" noGrp="1"/>
          </p:cNvSpPr>
          <p:nvPr/>
        </p:nvSpPr>
        <p:spPr>
          <a:xfrm xmlns:a="http://schemas.openxmlformats.org/drawingml/2006/main">
            <a:off x="857250" y="2771775"/>
            <a:ext cx="1857375"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11" name="chain-0">
            <a:extLst xmlns:a="http://schemas.openxmlformats.org/drawingml/2006/main">
              <a:ext uri="{FF2B5EF4-FFF2-40B4-BE49-F238E27FC236}">
                <a16:creationId xmlns:a16="http://schemas.microsoft.com/office/drawing/2014/main" id="{896FFFD9-61CE-4FF8-AEAD-EFFC2E39E05E}"/>
              </a:ext>
            </a:extLst>
          </p:cNvPr>
          <p:cNvSpPr>
            <a:spLocks xmlns:a="http://schemas.openxmlformats.org/drawingml/2006/main" noGrp="1"/>
          </p:cNvSpPr>
          <p:nvPr/>
        </p:nvSpPr>
        <p:spPr>
          <a:xfrm xmlns:a="http://schemas.openxmlformats.org/drawingml/2006/main">
            <a:off x="857250" y="2047875"/>
            <a:ext cx="18573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stable-config</a:t>
            </a:r>
          </a:p>
        </p:txBody>
      </p:sp>
      <p:sp>
        <p:nvSpPr>
          <p:cNvPr id="12" name="chain-arrow-0">
            <a:extLst xmlns:a="http://schemas.openxmlformats.org/drawingml/2006/main">
              <a:ext uri="{FF2B5EF4-FFF2-40B4-BE49-F238E27FC236}">
                <a16:creationId xmlns:a16="http://schemas.microsoft.com/office/drawing/2014/main" id="{AC98EA64-A850-4673-8ED2-DC98667AB88D}"/>
              </a:ext>
            </a:extLst>
          </p:cNvPr>
          <p:cNvSpPr>
            <a:spLocks xmlns:a="http://schemas.openxmlformats.org/drawingml/2006/main" noGrp="1"/>
          </p:cNvSpPr>
          <p:nvPr/>
        </p:nvSpPr>
        <p:spPr>
          <a:xfrm xmlns:a="http://schemas.openxmlformats.org/drawingml/2006/main">
            <a:off x="2714625" y="2219325"/>
            <a:ext cx="952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400" b="0">
                <a:solidFill>
                  <a:srgbClr val="1F4D78"/>
                </a:solidFill>
                <a:latin typeface="微软雅黑"/>
                <a:ea typeface="微软雅黑"/>
                <a:cs typeface="微软雅黑"/>
              </a:defRPr>
            </a:pPr>
            <a:r>
              <a:rPr sz="2400" b="0">
                <a:solidFill>
                  <a:srgbClr val="1F4D78"/>
                </a:solidFill>
                <a:latin typeface="微软雅黑"/>
                <a:ea typeface="微软雅黑"/>
                <a:cs typeface="微软雅黑"/>
              </a:rPr>
              <a:t>→</a:t>
            </a:r>
          </a:p>
        </p:txBody>
      </p:sp>
      <p:sp>
        <p:nvSpPr>
          <p:cNvPr id="13" name="chain-sub-0">
            <a:extLst xmlns:a="http://schemas.openxmlformats.org/drawingml/2006/main">
              <a:ext uri="{FF2B5EF4-FFF2-40B4-BE49-F238E27FC236}">
                <a16:creationId xmlns:a16="http://schemas.microsoft.com/office/drawing/2014/main" id="{A611D1FF-626F-42C7-96A0-071CD8CE9EDD}"/>
              </a:ext>
            </a:extLst>
          </p:cNvPr>
          <p:cNvSpPr>
            <a:spLocks xmlns:a="http://schemas.openxmlformats.org/drawingml/2006/main" noGrp="1"/>
          </p:cNvSpPr>
          <p:nvPr/>
        </p:nvSpPr>
        <p:spPr>
          <a:xfrm xmlns:a="http://schemas.openxmlformats.org/drawingml/2006/main">
            <a:off x="857250" y="2924175"/>
            <a:ext cx="18573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冻结基线</a:t>
            </a:r>
          </a:p>
        </p:txBody>
      </p:sp>
      <p:sp>
        <p:nvSpPr>
          <p:cNvPr id="14" name="chain-line-1">
            <a:extLst xmlns:a="http://schemas.openxmlformats.org/drawingml/2006/main">
              <a:ext uri="{FF2B5EF4-FFF2-40B4-BE49-F238E27FC236}">
                <a16:creationId xmlns:a16="http://schemas.microsoft.com/office/drawing/2014/main" id="{856AD377-167B-4323-A503-1FA13B3952C9}"/>
              </a:ext>
            </a:extLst>
          </p:cNvPr>
          <p:cNvSpPr>
            <a:spLocks xmlns:a="http://schemas.openxmlformats.org/drawingml/2006/main" noGrp="1"/>
          </p:cNvSpPr>
          <p:nvPr/>
        </p:nvSpPr>
        <p:spPr>
          <a:xfrm xmlns:a="http://schemas.openxmlformats.org/drawingml/2006/main">
            <a:off x="3667125" y="2771775"/>
            <a:ext cx="1857375"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15" name="chain-1">
            <a:extLst xmlns:a="http://schemas.openxmlformats.org/drawingml/2006/main">
              <a:ext uri="{FF2B5EF4-FFF2-40B4-BE49-F238E27FC236}">
                <a16:creationId xmlns:a16="http://schemas.microsoft.com/office/drawing/2014/main" id="{368E9D07-DB99-40F2-85BB-C56F7AF56DAE}"/>
              </a:ext>
            </a:extLst>
          </p:cNvPr>
          <p:cNvSpPr>
            <a:spLocks xmlns:a="http://schemas.openxmlformats.org/drawingml/2006/main" noGrp="1"/>
          </p:cNvSpPr>
          <p:nvPr/>
        </p:nvSpPr>
        <p:spPr>
          <a:xfrm xmlns:a="http://schemas.openxmlformats.org/drawingml/2006/main">
            <a:off x="3667125" y="2047875"/>
            <a:ext cx="18573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candidate-run</a:t>
            </a:r>
          </a:p>
        </p:txBody>
      </p:sp>
      <p:sp>
        <p:nvSpPr>
          <p:cNvPr id="16" name="chain-arrow-1">
            <a:extLst xmlns:a="http://schemas.openxmlformats.org/drawingml/2006/main">
              <a:ext uri="{FF2B5EF4-FFF2-40B4-BE49-F238E27FC236}">
                <a16:creationId xmlns:a16="http://schemas.microsoft.com/office/drawing/2014/main" id="{0757C7EB-8E78-4A86-A7B5-CC96D685BFAA}"/>
              </a:ext>
            </a:extLst>
          </p:cNvPr>
          <p:cNvSpPr>
            <a:spLocks xmlns:a="http://schemas.openxmlformats.org/drawingml/2006/main" noGrp="1"/>
          </p:cNvSpPr>
          <p:nvPr/>
        </p:nvSpPr>
        <p:spPr>
          <a:xfrm xmlns:a="http://schemas.openxmlformats.org/drawingml/2006/main">
            <a:off x="5524500" y="2219325"/>
            <a:ext cx="952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400" b="0">
                <a:solidFill>
                  <a:srgbClr val="1F4D78"/>
                </a:solidFill>
                <a:latin typeface="微软雅黑"/>
                <a:ea typeface="微软雅黑"/>
                <a:cs typeface="微软雅黑"/>
              </a:defRPr>
            </a:pPr>
            <a:r>
              <a:rPr sz="2400" b="0">
                <a:solidFill>
                  <a:srgbClr val="1F4D78"/>
                </a:solidFill>
                <a:latin typeface="微软雅黑"/>
                <a:ea typeface="微软雅黑"/>
                <a:cs typeface="微软雅黑"/>
              </a:rPr>
              <a:t>→</a:t>
            </a:r>
          </a:p>
        </p:txBody>
      </p:sp>
      <p:sp>
        <p:nvSpPr>
          <p:cNvPr id="17" name="chain-sub-1">
            <a:extLst xmlns:a="http://schemas.openxmlformats.org/drawingml/2006/main">
              <a:ext uri="{FF2B5EF4-FFF2-40B4-BE49-F238E27FC236}">
                <a16:creationId xmlns:a16="http://schemas.microsoft.com/office/drawing/2014/main" id="{7E032C41-4CB4-4837-A920-F7021171CE6C}"/>
              </a:ext>
            </a:extLst>
          </p:cNvPr>
          <p:cNvSpPr>
            <a:spLocks xmlns:a="http://schemas.openxmlformats.org/drawingml/2006/main" noGrp="1"/>
          </p:cNvSpPr>
          <p:nvPr/>
        </p:nvSpPr>
        <p:spPr>
          <a:xfrm xmlns:a="http://schemas.openxmlformats.org/drawingml/2006/main">
            <a:off x="3667125" y="2924175"/>
            <a:ext cx="18573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保持同一指标</a:t>
            </a:r>
          </a:p>
        </p:txBody>
      </p:sp>
      <p:sp>
        <p:nvSpPr>
          <p:cNvPr id="18" name="chain-line-2">
            <a:extLst xmlns:a="http://schemas.openxmlformats.org/drawingml/2006/main">
              <a:ext uri="{FF2B5EF4-FFF2-40B4-BE49-F238E27FC236}">
                <a16:creationId xmlns:a16="http://schemas.microsoft.com/office/drawing/2014/main" id="{42433855-5D5A-4A3C-8347-8C57F595707C}"/>
              </a:ext>
            </a:extLst>
          </p:cNvPr>
          <p:cNvSpPr>
            <a:spLocks xmlns:a="http://schemas.openxmlformats.org/drawingml/2006/main" noGrp="1"/>
          </p:cNvSpPr>
          <p:nvPr/>
        </p:nvSpPr>
        <p:spPr>
          <a:xfrm xmlns:a="http://schemas.openxmlformats.org/drawingml/2006/main">
            <a:off x="6477000" y="2771775"/>
            <a:ext cx="1857375"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19" name="chain-2">
            <a:extLst xmlns:a="http://schemas.openxmlformats.org/drawingml/2006/main">
              <a:ext uri="{FF2B5EF4-FFF2-40B4-BE49-F238E27FC236}">
                <a16:creationId xmlns:a16="http://schemas.microsoft.com/office/drawing/2014/main" id="{011F5654-3913-40BA-9322-A3FFD832B1D3}"/>
              </a:ext>
            </a:extLst>
          </p:cNvPr>
          <p:cNvSpPr>
            <a:spLocks xmlns:a="http://schemas.openxmlformats.org/drawingml/2006/main" noGrp="1"/>
          </p:cNvSpPr>
          <p:nvPr/>
        </p:nvSpPr>
        <p:spPr>
          <a:xfrm xmlns:a="http://schemas.openxmlformats.org/drawingml/2006/main">
            <a:off x="6477000" y="2047875"/>
            <a:ext cx="18573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失败</a:t>
            </a:r>
          </a:p>
        </p:txBody>
      </p:sp>
      <p:sp>
        <p:nvSpPr>
          <p:cNvPr id="20" name="chain-arrow-2">
            <a:extLst xmlns:a="http://schemas.openxmlformats.org/drawingml/2006/main">
              <a:ext uri="{FF2B5EF4-FFF2-40B4-BE49-F238E27FC236}">
                <a16:creationId xmlns:a16="http://schemas.microsoft.com/office/drawing/2014/main" id="{6A018254-7920-46D1-B5FD-16859BB816F5}"/>
              </a:ext>
            </a:extLst>
          </p:cNvPr>
          <p:cNvSpPr>
            <a:spLocks xmlns:a="http://schemas.openxmlformats.org/drawingml/2006/main" noGrp="1"/>
          </p:cNvSpPr>
          <p:nvPr/>
        </p:nvSpPr>
        <p:spPr>
          <a:xfrm xmlns:a="http://schemas.openxmlformats.org/drawingml/2006/main">
            <a:off x="8334375" y="2219325"/>
            <a:ext cx="952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400" b="0">
                <a:solidFill>
                  <a:srgbClr val="1F4D78"/>
                </a:solidFill>
                <a:latin typeface="微软雅黑"/>
                <a:ea typeface="微软雅黑"/>
                <a:cs typeface="微软雅黑"/>
              </a:defRPr>
            </a:pPr>
            <a:r>
              <a:rPr sz="2400" b="0">
                <a:solidFill>
                  <a:srgbClr val="1F4D78"/>
                </a:solidFill>
                <a:latin typeface="微软雅黑"/>
                <a:ea typeface="微软雅黑"/>
                <a:cs typeface="微软雅黑"/>
              </a:rPr>
              <a:t>→</a:t>
            </a:r>
          </a:p>
        </p:txBody>
      </p:sp>
      <p:sp>
        <p:nvSpPr>
          <p:cNvPr id="21" name="chain-sub-2">
            <a:extLst xmlns:a="http://schemas.openxmlformats.org/drawingml/2006/main">
              <a:ext uri="{FF2B5EF4-FFF2-40B4-BE49-F238E27FC236}">
                <a16:creationId xmlns:a16="http://schemas.microsoft.com/office/drawing/2014/main" id="{853511F2-A3F1-45BA-935E-BBCC90314623}"/>
              </a:ext>
            </a:extLst>
          </p:cNvPr>
          <p:cNvSpPr>
            <a:spLocks xmlns:a="http://schemas.openxmlformats.org/drawingml/2006/main" noGrp="1"/>
          </p:cNvSpPr>
          <p:nvPr/>
        </p:nvSpPr>
        <p:spPr>
          <a:xfrm xmlns:a="http://schemas.openxmlformats.org/drawingml/2006/main">
            <a:off x="6477000" y="2924175"/>
            <a:ext cx="18573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保留 run ID / 日志</a:t>
            </a:r>
          </a:p>
        </p:txBody>
      </p:sp>
      <p:sp>
        <p:nvSpPr>
          <p:cNvPr id="22" name="chain-line-3">
            <a:extLst xmlns:a="http://schemas.openxmlformats.org/drawingml/2006/main">
              <a:ext uri="{FF2B5EF4-FFF2-40B4-BE49-F238E27FC236}">
                <a16:creationId xmlns:a16="http://schemas.microsoft.com/office/drawing/2014/main" id="{B916E003-C7CE-4E7D-8348-63B45ADAE7E4}"/>
              </a:ext>
            </a:extLst>
          </p:cNvPr>
          <p:cNvSpPr>
            <a:spLocks xmlns:a="http://schemas.openxmlformats.org/drawingml/2006/main" noGrp="1"/>
          </p:cNvSpPr>
          <p:nvPr/>
        </p:nvSpPr>
        <p:spPr>
          <a:xfrm xmlns:a="http://schemas.openxmlformats.org/drawingml/2006/main">
            <a:off x="9286875" y="2771775"/>
            <a:ext cx="1857375" cy="14288"/>
          </a:xfrm>
          <a:prstGeom xmlns:a="http://schemas.openxmlformats.org/drawingml/2006/main" prst="rect">
            <a:avLst/>
          </a:prstGeom>
          <a:solidFill xmlns:a="http://schemas.openxmlformats.org/drawingml/2006/main">
            <a:srgbClr val="2E7D5B"/>
          </a:solidFill>
          <a:ln xmlns:a="http://schemas.openxmlformats.org/drawingml/2006/main" w="0">
            <a:noFill/>
          </a:ln>
        </p:spPr>
      </p:sp>
      <p:sp>
        <p:nvSpPr>
          <p:cNvPr id="23" name="chain-3">
            <a:extLst xmlns:a="http://schemas.openxmlformats.org/drawingml/2006/main">
              <a:ext uri="{FF2B5EF4-FFF2-40B4-BE49-F238E27FC236}">
                <a16:creationId xmlns:a16="http://schemas.microsoft.com/office/drawing/2014/main" id="{1D7483A0-E1D4-45BD-8043-621F724474F2}"/>
              </a:ext>
            </a:extLst>
          </p:cNvPr>
          <p:cNvSpPr>
            <a:spLocks xmlns:a="http://schemas.openxmlformats.org/drawingml/2006/main" noGrp="1"/>
          </p:cNvSpPr>
          <p:nvPr/>
        </p:nvSpPr>
        <p:spPr>
          <a:xfrm xmlns:a="http://schemas.openxmlformats.org/drawingml/2006/main">
            <a:off x="9286875" y="2047875"/>
            <a:ext cx="18573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2E7D5B"/>
                </a:solidFill>
                <a:latin typeface="微软雅黑"/>
                <a:ea typeface="微软雅黑"/>
                <a:cs typeface="微软雅黑"/>
              </a:defRPr>
            </a:pPr>
            <a:r>
              <a:rPr sz="2200" b="0">
                <a:solidFill>
                  <a:srgbClr val="2E7D5B"/>
                </a:solidFill>
                <a:latin typeface="微软雅黑"/>
                <a:ea typeface="微软雅黑"/>
                <a:cs typeface="微软雅黑"/>
              </a:rPr>
              <a:t>rollback pointer</a:t>
            </a:r>
          </a:p>
        </p:txBody>
      </p:sp>
      <p:sp>
        <p:nvSpPr>
          <p:cNvPr id="24" name="chain-sub-3">
            <a:extLst xmlns:a="http://schemas.openxmlformats.org/drawingml/2006/main">
              <a:ext uri="{FF2B5EF4-FFF2-40B4-BE49-F238E27FC236}">
                <a16:creationId xmlns:a16="http://schemas.microsoft.com/office/drawing/2014/main" id="{7F2E5A58-35A5-4480-967F-A588B363832E}"/>
              </a:ext>
            </a:extLst>
          </p:cNvPr>
          <p:cNvSpPr>
            <a:spLocks xmlns:a="http://schemas.openxmlformats.org/drawingml/2006/main" noGrp="1"/>
          </p:cNvSpPr>
          <p:nvPr/>
        </p:nvSpPr>
        <p:spPr>
          <a:xfrm xmlns:a="http://schemas.openxmlformats.org/drawingml/2006/main">
            <a:off x="9286875" y="2924175"/>
            <a:ext cx="18573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回到稳定版本</a:t>
            </a:r>
          </a:p>
        </p:txBody>
      </p:sp>
      <p:sp>
        <p:nvSpPr>
          <p:cNvPr id="25" name="no">
            <a:extLst xmlns:a="http://schemas.openxmlformats.org/drawingml/2006/main">
              <a:ext uri="{FF2B5EF4-FFF2-40B4-BE49-F238E27FC236}">
                <a16:creationId xmlns:a16="http://schemas.microsoft.com/office/drawing/2014/main" id="{901271DE-E48E-4DB6-8735-BB290AD892FC}"/>
              </a:ext>
            </a:extLst>
          </p:cNvPr>
          <p:cNvSpPr>
            <a:spLocks xmlns:a="http://schemas.openxmlformats.org/drawingml/2006/main" noGrp="1"/>
          </p:cNvSpPr>
          <p:nvPr/>
        </p:nvSpPr>
        <p:spPr>
          <a:xfrm xmlns:a="http://schemas.openxmlformats.org/drawingml/2006/main">
            <a:off x="2381250" y="4429125"/>
            <a:ext cx="7429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400" b="0">
                <a:solidFill>
                  <a:srgbClr val="C8161E"/>
                </a:solidFill>
                <a:latin typeface="微软雅黑"/>
                <a:ea typeface="微软雅黑"/>
                <a:cs typeface="微软雅黑"/>
              </a:defRPr>
            </a:pPr>
            <a:r>
              <a:rPr sz="2400" b="0">
                <a:solidFill>
                  <a:srgbClr val="C8161E"/>
                </a:solidFill>
                <a:latin typeface="微软雅黑"/>
                <a:ea typeface="微软雅黑"/>
                <a:cs typeface="微软雅黑"/>
              </a:rPr>
              <a:t>回退不等于“重跑到成功”或删除失败。</a:t>
            </a:r>
          </a:p>
        </p:txBody>
      </p:sp>
    </p:spTree>
    <p:extLst>
      <p:ext uri="{BB962C8B-B14F-4D97-AF65-F5344CB8AC3E}">
        <p14:creationId xmlns:p14="http://schemas.microsoft.com/office/powerpoint/2010/main" val="1443728403"/>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4" name="Text Placeholder 3">
            <a:extLst xmlns:a="http://schemas.openxmlformats.org/drawingml/2006/main">
              <a:ext uri="{FF2B5EF4-FFF2-40B4-BE49-F238E27FC236}">
                <a16:creationId xmlns:a16="http://schemas.microsoft.com/office/drawing/2014/main" id="{4D941B40-7A0A-534E-3563-CA11753C8E3F}"/>
              </a:ext>
            </a:extLst>
          </p:cNvPr>
          <p:cNvSpPr>
            <a:spLocks xmlns:a="http://schemas.openxmlformats.org/drawingml/2006/main" noGrp="1"/>
          </p:cNvSpPr>
          <p:nvPr>
            <p:ph type="body" idx="14"/>
          </p:nvPr>
        </p:nvSpPr>
        <p:spPr>
          <a:xfrm xmlns:a="http://schemas.openxmlformats.org/drawingml/2006/main">
            <a:off x="1028700" y="57150"/>
            <a:ext cx="10668000" cy="571500"/>
          </a:xfrm>
        </p:spPr>
        <p:txBody>
          <a:bodyPr xmlns:a="http://schemas.openxmlformats.org/drawingml/2006/main" lIns="0" tIns="0" rIns="0" bIns="0" anchor="ctr"/>
          <a:lstStyle xmlns:a="http://schemas.openxmlformats.org/drawingml/2006/main"/>
          <a:p xmlns:a="http://schemas.openxmlformats.org/drawingml/2006/main">
            <a:pPr algn="l">
              <a:lnSpc>
                <a:spcPct val="118000"/>
              </a:lnSpc>
              <a:buNone/>
            </a:pPr>
            <a:r>
              <a:rPr sz="3000" b="1">
                <a:solidFill>
                  <a:srgbClr val="FFFFFF"/>
                </a:solidFill>
                <a:latin typeface="微软雅黑"/>
                <a:ea typeface="微软雅黑"/>
                <a:cs typeface="微软雅黑"/>
              </a:rPr>
              <a:t>评价协议漂移会让循环失去可比性</a:t>
            </a:r>
            <a:endParaRPr/>
          </a:p>
        </p:txBody>
      </p:sp>
      <p:sp>
        <p:nvSpPr>
          <p:cNvPr id="5" name="Slide Number Placeholder 4">
            <a:extLst xmlns:a="http://schemas.openxmlformats.org/drawingml/2006/main">
              <a:ext uri="{FF2B5EF4-FFF2-40B4-BE49-F238E27FC236}">
                <a16:creationId xmlns:a16="http://schemas.microsoft.com/office/drawing/2014/main" id="{EBA5909F-738E-F60C-BE8C-B3F1D94548E5}"/>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388657AE-30A1-5A7A-6A7F-315D84436430}" type="slidenum">
              <a:t>9</a:t>
            </a:fld>
            <a:endParaRPr/>
          </a:p>
        </p:txBody>
      </p:sp>
      <p:sp>
        <p:nvSpPr>
          <p:cNvPr id="6" name="brand-header">
            <a:extLst xmlns:a="http://schemas.openxmlformats.org/drawingml/2006/main">
              <a:ext uri="{FF2B5EF4-FFF2-40B4-BE49-F238E27FC236}">
                <a16:creationId xmlns:a16="http://schemas.microsoft.com/office/drawing/2014/main" id="{EEC9C317-F8D5-49AE-8F6B-02BEABD5ED21}"/>
              </a:ext>
            </a:extLst>
          </p:cNvPr>
          <p:cNvSpPr>
            <a:spLocks xmlns:a="http://schemas.openxmlformats.org/drawingml/2006/main" noGrp="1"/>
          </p:cNvSpPr>
          <p:nvPr/>
        </p:nvSpPr>
        <p:spPr>
          <a:xfrm xmlns:a="http://schemas.openxmlformats.org/drawingml/2006/main">
            <a:off x="0" y="0"/>
            <a:ext cx="11887200" cy="685800"/>
          </a:xfrm>
          <a:prstGeom xmlns:a="http://schemas.openxmlformats.org/drawingml/2006/main" prst="rect">
            <a:avLst/>
          </a:prstGeom>
          <a:solidFill xmlns:a="http://schemas.openxmlformats.org/drawingml/2006/main">
            <a:srgbClr val="C8161E"/>
          </a:solidFill>
          <a:ln xmlns:a="http://schemas.openxmlformats.org/drawingml/2006/main" w="0">
            <a:noFill/>
          </a:ln>
        </p:spPr>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9076c19fa5d449b3"/>
          <a:stretch xmlns:a="http://schemas.openxmlformats.org/drawingml/2006/main"/>
        </p:blipFill>
        <p:spPr>
          <a:xfrm xmlns:a="http://schemas.openxmlformats.org/drawingml/2006/main">
            <a:off x="323850" y="76200"/>
            <a:ext cx="533400" cy="533400"/>
          </a:xfrm>
          <a:prstGeom xmlns:a="http://schemas.openxmlformats.org/drawingml/2006/main" prst="rect">
            <a:avLst/>
          </a:prstGeom>
        </p:spPr>
      </p:pic>
      <p:sp>
        <p:nvSpPr>
          <p:cNvPr id="8" name="brand-title">
            <a:extLst xmlns:a="http://schemas.openxmlformats.org/drawingml/2006/main">
              <a:ext uri="{FF2B5EF4-FFF2-40B4-BE49-F238E27FC236}">
                <a16:creationId xmlns:a16="http://schemas.microsoft.com/office/drawing/2014/main" id="{51F5117D-BBD5-48DC-9FF1-4C2FBBDB4F99}"/>
              </a:ext>
            </a:extLst>
          </p:cNvPr>
          <p:cNvSpPr>
            <a:spLocks xmlns:a="http://schemas.openxmlformats.org/drawingml/2006/main" noGrp="1"/>
          </p:cNvSpPr>
          <p:nvPr/>
        </p:nvSpPr>
        <p:spPr>
          <a:xfrm xmlns:a="http://schemas.openxmlformats.org/drawingml/2006/main">
            <a:off x="1028700" y="66675"/>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3000" b="1">
                <a:solidFill>
                  <a:srgbClr val="FFFFFF"/>
                </a:solidFill>
                <a:latin typeface="微软雅黑"/>
                <a:ea typeface="微软雅黑"/>
                <a:cs typeface="微软雅黑"/>
              </a:defRPr>
            </a:pPr>
            <a:r>
              <a:rPr sz="3000" b="1">
                <a:solidFill>
                  <a:srgbClr val="FFFFFF"/>
                </a:solidFill>
                <a:latin typeface="微软雅黑"/>
                <a:ea typeface="微软雅黑"/>
                <a:cs typeface="微软雅黑"/>
              </a:rPr>
              <a:t>评价协议漂移会让循环失去可比性</a:t>
            </a:r>
          </a:p>
        </p:txBody>
      </p:sp>
      <p:sp>
        <p:nvSpPr>
          <p:cNvPr id="9" name="source">
            <a:extLst xmlns:a="http://schemas.openxmlformats.org/drawingml/2006/main">
              <a:ext uri="{FF2B5EF4-FFF2-40B4-BE49-F238E27FC236}">
                <a16:creationId xmlns:a16="http://schemas.microsoft.com/office/drawing/2014/main" id="{14AF0639-9C29-44E7-9F0A-CBB7843DADD4}"/>
              </a:ext>
            </a:extLst>
          </p:cNvPr>
          <p:cNvSpPr>
            <a:spLocks xmlns:a="http://schemas.openxmlformats.org/drawingml/2006/main" noGrp="1"/>
          </p:cNvSpPr>
          <p:nvPr/>
        </p:nvSpPr>
        <p:spPr>
          <a:xfrm xmlns:a="http://schemas.openxmlformats.org/drawingml/2006/main">
            <a:off x="609600" y="6067425"/>
            <a:ext cx="10763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1100" b="0">
                <a:solidFill>
                  <a:srgbClr val="66727D"/>
                </a:solidFill>
                <a:latin typeface="微软雅黑"/>
                <a:ea typeface="微软雅黑"/>
                <a:cs typeface="微软雅黑"/>
              </a:defRPr>
            </a:pPr>
            <a:r>
              <a:rPr sz="1100" b="0">
                <a:solidFill>
                  <a:srgbClr val="66727D"/>
                </a:solidFill>
                <a:latin typeface="微软雅黑"/>
                <a:ea typeface="微软雅黑"/>
                <a:cs typeface="微软雅黑"/>
              </a:rPr>
              <a:t>来源：lesson-11/slides.md；课程工件与讲义见 speaker notes</a:t>
            </a:r>
          </a:p>
        </p:txBody>
      </p:sp>
      <p:sp>
        <p:nvSpPr>
          <p:cNvPr id="10" name="doc-9-bg">
            <a:extLst xmlns:a="http://schemas.openxmlformats.org/drawingml/2006/main">
              <a:ext uri="{FF2B5EF4-FFF2-40B4-BE49-F238E27FC236}">
                <a16:creationId xmlns:a16="http://schemas.microsoft.com/office/drawing/2014/main" id="{8514A8FF-2973-4445-B5CE-DAF1A7812A92}"/>
              </a:ext>
            </a:extLst>
          </p:cNvPr>
          <p:cNvSpPr>
            <a:spLocks xmlns:a="http://schemas.openxmlformats.org/drawingml/2006/main" noGrp="1"/>
          </p:cNvSpPr>
          <p:nvPr/>
        </p:nvSpPr>
        <p:spPr>
          <a:xfrm xmlns:a="http://schemas.openxmlformats.org/drawingml/2006/main">
            <a:off x="609600" y="1381125"/>
            <a:ext cx="6858000" cy="4095750"/>
          </a:xfrm>
          <a:prstGeom xmlns:a="http://schemas.openxmlformats.org/drawingml/2006/main" prst="rect">
            <a:avLst/>
          </a:prstGeom>
          <a:solidFill xmlns:a="http://schemas.openxmlformats.org/drawingml/2006/main">
            <a:srgbClr val="F4F6F8"/>
          </a:solidFill>
          <a:ln xmlns:a="http://schemas.openxmlformats.org/drawingml/2006/main" w="0">
            <a:noFill/>
          </a:ln>
        </p:spPr>
      </p:sp>
      <p:sp>
        <p:nvSpPr>
          <p:cNvPr id="11" name="doc-9-title-bg">
            <a:extLst xmlns:a="http://schemas.openxmlformats.org/drawingml/2006/main">
              <a:ext uri="{FF2B5EF4-FFF2-40B4-BE49-F238E27FC236}">
                <a16:creationId xmlns:a16="http://schemas.microsoft.com/office/drawing/2014/main" id="{0535ACF6-677E-4BC4-A76D-E988D6637A59}"/>
              </a:ext>
            </a:extLst>
          </p:cNvPr>
          <p:cNvSpPr>
            <a:spLocks xmlns:a="http://schemas.openxmlformats.org/drawingml/2006/main" noGrp="1"/>
          </p:cNvSpPr>
          <p:nvPr/>
        </p:nvSpPr>
        <p:spPr>
          <a:xfrm xmlns:a="http://schemas.openxmlformats.org/drawingml/2006/main">
            <a:off x="609600" y="1381125"/>
            <a:ext cx="3429000" cy="323850"/>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12" name="doc-9-title">
            <a:extLst xmlns:a="http://schemas.openxmlformats.org/drawingml/2006/main">
              <a:ext uri="{FF2B5EF4-FFF2-40B4-BE49-F238E27FC236}">
                <a16:creationId xmlns:a16="http://schemas.microsoft.com/office/drawing/2014/main" id="{D5662151-4671-46C0-9723-D654D6244A91}"/>
              </a:ext>
            </a:extLst>
          </p:cNvPr>
          <p:cNvSpPr>
            <a:spLocks xmlns:a="http://schemas.openxmlformats.org/drawingml/2006/main" noGrp="1"/>
          </p:cNvSpPr>
          <p:nvPr/>
        </p:nvSpPr>
        <p:spPr>
          <a:xfrm xmlns:a="http://schemas.openxmlformats.org/drawingml/2006/main">
            <a:off x="685800" y="1400175"/>
            <a:ext cx="3276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1800" b="1">
                <a:solidFill>
                  <a:srgbClr val="FFFFFF"/>
                </a:solidFill>
                <a:latin typeface="微软雅黑"/>
                <a:ea typeface="微软雅黑"/>
                <a:cs typeface="微软雅黑"/>
              </a:defRPr>
            </a:pPr>
            <a:r>
              <a:rPr sz="1800" b="1">
                <a:solidFill>
                  <a:srgbClr val="FFFFFF"/>
                </a:solidFill>
                <a:latin typeface="微软雅黑"/>
                <a:ea typeface="微软雅黑"/>
                <a:cs typeface="微软雅黑"/>
              </a:rPr>
              <a:t>run-017.log｜虚构记录</a:t>
            </a:r>
          </a:p>
        </p:txBody>
      </p:sp>
      <p:sp>
        <p:nvSpPr>
          <p:cNvPr id="13" name="doc-9-line-0">
            <a:extLst xmlns:a="http://schemas.openxmlformats.org/drawingml/2006/main">
              <a:ext uri="{FF2B5EF4-FFF2-40B4-BE49-F238E27FC236}">
                <a16:creationId xmlns:a16="http://schemas.microsoft.com/office/drawing/2014/main" id="{1E33F564-5013-44A4-A657-93FFBBF7C63D}"/>
              </a:ext>
            </a:extLst>
          </p:cNvPr>
          <p:cNvSpPr>
            <a:spLocks xmlns:a="http://schemas.openxmlformats.org/drawingml/2006/main" noGrp="1"/>
          </p:cNvSpPr>
          <p:nvPr/>
        </p:nvSpPr>
        <p:spPr>
          <a:xfrm xmlns:a="http://schemas.openxmlformats.org/drawingml/2006/main">
            <a:off x="838200" y="1876425"/>
            <a:ext cx="6400800" cy="670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1800" b="0">
                <a:solidFill>
                  <a:srgbClr val="27333D"/>
                </a:solidFill>
                <a:latin typeface="Consolas"/>
                <a:ea typeface="Consolas"/>
                <a:cs typeface="Consolas"/>
              </a:defRPr>
            </a:pPr>
            <a:r>
              <a:rPr sz="1800" b="0">
                <a:solidFill>
                  <a:srgbClr val="27333D"/>
                </a:solidFill>
                <a:latin typeface="Consolas"/>
                <a:ea typeface="Consolas"/>
                <a:cs typeface="Consolas"/>
              </a:rPr>
              <a:t>metric_version = human_gold_v1.2</a:t>
            </a:r>
          </a:p>
        </p:txBody>
      </p:sp>
      <p:sp>
        <p:nvSpPr>
          <p:cNvPr id="14" name="doc-9-line-1">
            <a:extLst xmlns:a="http://schemas.openxmlformats.org/drawingml/2006/main">
              <a:ext uri="{FF2B5EF4-FFF2-40B4-BE49-F238E27FC236}">
                <a16:creationId xmlns:a16="http://schemas.microsoft.com/office/drawing/2014/main" id="{1AADE86A-24E9-4F27-A825-A80636A53047}"/>
              </a:ext>
            </a:extLst>
          </p:cNvPr>
          <p:cNvSpPr>
            <a:spLocks xmlns:a="http://schemas.openxmlformats.org/drawingml/2006/main" noGrp="1"/>
          </p:cNvSpPr>
          <p:nvPr/>
        </p:nvSpPr>
        <p:spPr>
          <a:xfrm xmlns:a="http://schemas.openxmlformats.org/drawingml/2006/main">
            <a:off x="838200" y="2558415"/>
            <a:ext cx="6400800" cy="670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1800" b="0">
                <a:solidFill>
                  <a:srgbClr val="27333D"/>
                </a:solidFill>
                <a:latin typeface="Consolas"/>
                <a:ea typeface="Consolas"/>
                <a:cs typeface="Consolas"/>
              </a:defRPr>
            </a:pPr>
            <a:r>
              <a:rPr sz="1800" b="0">
                <a:solidFill>
                  <a:srgbClr val="27333D"/>
                </a:solidFill>
                <a:latin typeface="Consolas"/>
                <a:ea typeface="Consolas"/>
                <a:cs typeface="Consolas"/>
              </a:rPr>
              <a:t>score = 0.34</a:t>
            </a:r>
          </a:p>
        </p:txBody>
      </p:sp>
      <p:sp>
        <p:nvSpPr>
          <p:cNvPr id="15" name="doc-9-line-2">
            <a:extLst xmlns:a="http://schemas.openxmlformats.org/drawingml/2006/main">
              <a:ext uri="{FF2B5EF4-FFF2-40B4-BE49-F238E27FC236}">
                <a16:creationId xmlns:a16="http://schemas.microsoft.com/office/drawing/2014/main" id="{C907A7A8-D82F-4B96-A593-071A209385D4}"/>
              </a:ext>
            </a:extLst>
          </p:cNvPr>
          <p:cNvSpPr>
            <a:spLocks xmlns:a="http://schemas.openxmlformats.org/drawingml/2006/main" noGrp="1"/>
          </p:cNvSpPr>
          <p:nvPr/>
        </p:nvSpPr>
        <p:spPr>
          <a:xfrm xmlns:a="http://schemas.openxmlformats.org/drawingml/2006/main">
            <a:off x="838200" y="3240405"/>
            <a:ext cx="6400800" cy="670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1800" b="0">
                <a:solidFill>
                  <a:srgbClr val="27333D"/>
                </a:solidFill>
                <a:latin typeface="Consolas"/>
                <a:ea typeface="Consolas"/>
                <a:cs typeface="Consolas"/>
              </a:defRPr>
            </a:pPr>
            <a:r>
              <a:rPr sz="1800" b="0">
                <a:solidFill>
                  <a:srgbClr val="27333D"/>
                </a:solidFill>
                <a:latin typeface="Consolas"/>
                <a:ea typeface="Consolas"/>
                <a:cs typeface="Consolas"/>
              </a:rPr>
              <a:t>! auto-switch rubric -&gt; easy-v2</a:t>
            </a:r>
          </a:p>
        </p:txBody>
      </p:sp>
      <p:sp>
        <p:nvSpPr>
          <p:cNvPr id="16" name="doc-9-line-3">
            <a:extLst xmlns:a="http://schemas.openxmlformats.org/drawingml/2006/main">
              <a:ext uri="{FF2B5EF4-FFF2-40B4-BE49-F238E27FC236}">
                <a16:creationId xmlns:a16="http://schemas.microsoft.com/office/drawing/2014/main" id="{AC840ECF-01C2-429D-ACDF-0EEE1430B61D}"/>
              </a:ext>
            </a:extLst>
          </p:cNvPr>
          <p:cNvSpPr>
            <a:spLocks xmlns:a="http://schemas.openxmlformats.org/drawingml/2006/main" noGrp="1"/>
          </p:cNvSpPr>
          <p:nvPr/>
        </p:nvSpPr>
        <p:spPr>
          <a:xfrm xmlns:a="http://schemas.openxmlformats.org/drawingml/2006/main">
            <a:off x="838200" y="3922395"/>
            <a:ext cx="6400800" cy="670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1800" b="0">
                <a:solidFill>
                  <a:srgbClr val="27333D"/>
                </a:solidFill>
                <a:latin typeface="Consolas"/>
                <a:ea typeface="Consolas"/>
                <a:cs typeface="Consolas"/>
              </a:defRPr>
            </a:pPr>
            <a:r>
              <a:rPr sz="1800" b="0">
                <a:solidFill>
                  <a:srgbClr val="27333D"/>
                </a:solidFill>
                <a:latin typeface="Consolas"/>
                <a:ea typeface="Consolas"/>
                <a:cs typeface="Consolas"/>
              </a:rPr>
              <a:t>score = 0.19</a:t>
            </a:r>
          </a:p>
        </p:txBody>
      </p:sp>
      <p:sp>
        <p:nvSpPr>
          <p:cNvPr id="17" name="doc-9-line-4">
            <a:extLst xmlns:a="http://schemas.openxmlformats.org/drawingml/2006/main">
              <a:ext uri="{FF2B5EF4-FFF2-40B4-BE49-F238E27FC236}">
                <a16:creationId xmlns:a16="http://schemas.microsoft.com/office/drawing/2014/main" id="{4F711E7A-8CC1-4943-82BB-50DDCF5362D1}"/>
              </a:ext>
            </a:extLst>
          </p:cNvPr>
          <p:cNvSpPr>
            <a:spLocks xmlns:a="http://schemas.openxmlformats.org/drawingml/2006/main" noGrp="1"/>
          </p:cNvSpPr>
          <p:nvPr/>
        </p:nvSpPr>
        <p:spPr>
          <a:xfrm xmlns:a="http://schemas.openxmlformats.org/drawingml/2006/main">
            <a:off x="838200" y="4604385"/>
            <a:ext cx="6400800" cy="670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1800" b="0">
                <a:solidFill>
                  <a:srgbClr val="27333D"/>
                </a:solidFill>
                <a:latin typeface="Consolas"/>
                <a:ea typeface="Consolas"/>
                <a:cs typeface="Consolas"/>
              </a:defRPr>
            </a:pPr>
            <a:r>
              <a:rPr sz="1800" b="0">
                <a:solidFill>
                  <a:srgbClr val="27333D"/>
                </a:solidFill>
                <a:latin typeface="Consolas"/>
                <a:ea typeface="Consolas"/>
                <a:cs typeface="Consolas"/>
              </a:rPr>
              <a:t>decision = DISCARD_PROTOCOL_CHANGE</a:t>
            </a:r>
          </a:p>
        </p:txBody>
      </p:sp>
      <p:sp>
        <p:nvSpPr>
          <p:cNvPr id="18" name="decision">
            <a:extLst xmlns:a="http://schemas.openxmlformats.org/drawingml/2006/main">
              <a:ext uri="{FF2B5EF4-FFF2-40B4-BE49-F238E27FC236}">
                <a16:creationId xmlns:a16="http://schemas.microsoft.com/office/drawing/2014/main" id="{B5C5028E-3214-4DD4-9F04-46902B1A4BFD}"/>
              </a:ext>
            </a:extLst>
          </p:cNvPr>
          <p:cNvSpPr>
            <a:spLocks xmlns:a="http://schemas.openxmlformats.org/drawingml/2006/main" noGrp="1"/>
          </p:cNvSpPr>
          <p:nvPr/>
        </p:nvSpPr>
        <p:spPr>
          <a:xfrm xmlns:a="http://schemas.openxmlformats.org/drawingml/2006/main">
            <a:off x="8096250" y="2238375"/>
            <a:ext cx="285750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400" b="1">
                <a:solidFill>
                  <a:srgbClr val="C8161E"/>
                </a:solidFill>
                <a:latin typeface="微软雅黑"/>
                <a:ea typeface="微软雅黑"/>
                <a:cs typeface="微软雅黑"/>
              </a:defRPr>
            </a:pPr>
            <a:r>
              <a:rPr sz="2400" b="1">
                <a:solidFill>
                  <a:srgbClr val="C8161E"/>
                </a:solidFill>
                <a:latin typeface="微软雅黑"/>
                <a:ea typeface="微软雅黑"/>
                <a:cs typeface="微软雅黑"/>
              </a:rPr>
              <a:t>处置：Discard</a:t>
            </a:r>
          </a:p>
          <a:p xmlns:a="http://schemas.openxmlformats.org/drawingml/2006/main">
            <a:pPr algn="ctr">
              <a:lnSpc>
                <a:spcPct val="118000"/>
              </a:lnSpc>
              <a:buNone/>
              <a:defRPr sz="2400" b="1">
                <a:solidFill>
                  <a:srgbClr val="C8161E"/>
                </a:solidFill>
                <a:latin typeface="微软雅黑"/>
                <a:ea typeface="微软雅黑"/>
                <a:cs typeface="微软雅黑"/>
              </a:defRPr>
            </a:pPr>
            <a:r>
              <a:rPr sz="2400" b="1">
                <a:solidFill>
                  <a:srgbClr val="C8161E"/>
                </a:solidFill>
                <a:latin typeface="微软雅黑"/>
                <a:ea typeface="微软雅黑"/>
                <a:cs typeface="微软雅黑"/>
              </a:rPr>
              <a:t>回到冻结协议</a:t>
            </a:r>
          </a:p>
          <a:p xmlns:a="http://schemas.openxmlformats.org/drawingml/2006/main">
            <a:pPr algn="ctr">
              <a:lnSpc>
                <a:spcPct val="118000"/>
              </a:lnSpc>
              <a:buNone/>
              <a:defRPr sz="2400" b="1">
                <a:solidFill>
                  <a:srgbClr val="C8161E"/>
                </a:solidFill>
                <a:latin typeface="微软雅黑"/>
                <a:ea typeface="微软雅黑"/>
                <a:cs typeface="微软雅黑"/>
              </a:defRPr>
            </a:pPr>
            <a:r>
              <a:rPr sz="2400" b="1">
                <a:solidFill>
                  <a:srgbClr val="C8161E"/>
                </a:solidFill>
                <a:latin typeface="微软雅黑"/>
                <a:ea typeface="微软雅黑"/>
                <a:cs typeface="微软雅黑"/>
              </a:rPr>
              <a:t>保留本次失败</a:t>
            </a:r>
          </a:p>
        </p:txBody>
      </p:sp>
    </p:spTree>
    <p:extLst>
      <p:ext uri="{BB962C8B-B14F-4D97-AF65-F5344CB8AC3E}">
        <p14:creationId xmlns:p14="http://schemas.microsoft.com/office/powerpoint/2010/main" val="1443728403"/>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4" name="Text Placeholder 3">
            <a:extLst xmlns:a="http://schemas.openxmlformats.org/drawingml/2006/main">
              <a:ext uri="{FF2B5EF4-FFF2-40B4-BE49-F238E27FC236}">
                <a16:creationId xmlns:a16="http://schemas.microsoft.com/office/drawing/2014/main" id="{4D941B40-7A0A-534E-3563-CA11753C8E3F}"/>
              </a:ext>
            </a:extLst>
          </p:cNvPr>
          <p:cNvSpPr>
            <a:spLocks xmlns:a="http://schemas.openxmlformats.org/drawingml/2006/main" noGrp="1"/>
          </p:cNvSpPr>
          <p:nvPr>
            <p:ph type="body" idx="14"/>
          </p:nvPr>
        </p:nvSpPr>
        <p:spPr>
          <a:xfrm xmlns:a="http://schemas.openxmlformats.org/drawingml/2006/main">
            <a:off x="1028700" y="57150"/>
            <a:ext cx="10668000" cy="571500"/>
          </a:xfrm>
        </p:spPr>
        <p:txBody>
          <a:bodyPr xmlns:a="http://schemas.openxmlformats.org/drawingml/2006/main" lIns="0" tIns="0" rIns="0" bIns="0" anchor="ctr"/>
          <a:lstStyle xmlns:a="http://schemas.openxmlformats.org/drawingml/2006/main"/>
          <a:p xmlns:a="http://schemas.openxmlformats.org/drawingml/2006/main">
            <a:pPr algn="l">
              <a:lnSpc>
                <a:spcPct val="118000"/>
              </a:lnSpc>
              <a:buNone/>
            </a:pPr>
            <a:r>
              <a:rPr sz="3000" b="1">
                <a:solidFill>
                  <a:srgbClr val="FFFFFF"/>
                </a:solidFill>
                <a:latin typeface="微软雅黑"/>
                <a:ea typeface="微软雅黑"/>
                <a:cs typeface="微软雅黑"/>
              </a:rPr>
              <a:t>6 份固定输出：执行、恢复与评价</a:t>
            </a:r>
            <a:endParaRPr/>
          </a:p>
        </p:txBody>
      </p:sp>
      <p:sp>
        <p:nvSpPr>
          <p:cNvPr id="5" name="Slide Number Placeholder 4">
            <a:extLst xmlns:a="http://schemas.openxmlformats.org/drawingml/2006/main">
              <a:ext uri="{FF2B5EF4-FFF2-40B4-BE49-F238E27FC236}">
                <a16:creationId xmlns:a16="http://schemas.microsoft.com/office/drawing/2014/main" id="{EBA5909F-738E-F60C-BE8C-B3F1D94548E5}"/>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DB7BEEEC-A170-5376-2B6E-CB54687B0CB1}" type="slidenum">
              <a:t>10</a:t>
            </a:fld>
            <a:endParaRPr/>
          </a:p>
        </p:txBody>
      </p:sp>
      <p:sp>
        <p:nvSpPr>
          <p:cNvPr id="6" name="content-309">
            <a:extLst xmlns:a="http://schemas.openxmlformats.org/drawingml/2006/main">
              <a:ext uri="{FF2B5EF4-FFF2-40B4-BE49-F238E27FC236}">
                <a16:creationId xmlns:a16="http://schemas.microsoft.com/office/drawing/2014/main" id="{314A3311-7812-482D-B67C-9C46BC8DF90E}"/>
              </a:ext>
            </a:extLst>
          </p:cNvPr>
          <p:cNvSpPr>
            <a:spLocks xmlns:a="http://schemas.openxmlformats.org/drawingml/2006/main" noGrp="1"/>
          </p:cNvSpPr>
          <p:nvPr/>
        </p:nvSpPr>
        <p:spPr>
          <a:xfrm xmlns:a="http://schemas.openxmlformats.org/drawingml/2006/main">
            <a:off x="609600" y="1571625"/>
            <a:ext cx="10972800" cy="43243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2400" b="0">
                <a:solidFill>
                  <a:srgbClr val="27333D"/>
                </a:solidFill>
                <a:latin typeface="微软雅黑"/>
                <a:ea typeface="微软雅黑"/>
                <a:cs typeface="微软雅黑"/>
              </a:defRPr>
            </a:pPr>
            <a:r>
              <a:rPr sz="2400" b="0">
                <a:solidFill>
                  <a:srgbClr val="27333D"/>
                </a:solidFill>
                <a:latin typeface="微软雅黑"/>
                <a:ea typeface="微软雅黑"/>
                <a:cs typeface="微软雅黑"/>
              </a:rPr>
              <a:t>3 份源文本 × 2 个条件 = 6 个任务</a:t>
            </a:r>
          </a:p>
        </p:txBody>
      </p:sp>
      <p:sp>
        <p:nvSpPr>
          <p:cNvPr id="7" name="content-310">
            <a:extLst xmlns:a="http://schemas.openxmlformats.org/drawingml/2006/main">
              <a:ext uri="{FF2B5EF4-FFF2-40B4-BE49-F238E27FC236}">
                <a16:creationId xmlns:a16="http://schemas.microsoft.com/office/drawing/2014/main" id="{81AB527C-512D-432E-959F-576645845852}"/>
              </a:ext>
            </a:extLst>
          </p:cNvPr>
          <p:cNvSpPr>
            <a:spLocks xmlns:a="http://schemas.openxmlformats.org/drawingml/2006/main" noGrp="1"/>
          </p:cNvSpPr>
          <p:nvPr/>
        </p:nvSpPr>
        <p:spPr>
          <a:xfrm xmlns:a="http://schemas.openxmlformats.org/drawingml/2006/main">
            <a:off x="609600" y="2261235"/>
            <a:ext cx="10972800" cy="43243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2400" b="0">
                <a:solidFill>
                  <a:srgbClr val="27333D"/>
                </a:solidFill>
                <a:latin typeface="微软雅黑"/>
                <a:ea typeface="微软雅黑"/>
                <a:cs typeface="微软雅黑"/>
              </a:defRPr>
            </a:pPr>
            <a:r>
              <a:rPr sz="2400" b="0">
                <a:solidFill>
                  <a:srgbClr val="27333D"/>
                </a:solidFill>
                <a:latin typeface="微软雅黑"/>
                <a:ea typeface="微软雅黑"/>
                <a:cs typeface="微软雅黑"/>
              </a:rPr>
              <a:t>执行：逐项回放固定输出。</a:t>
            </a:r>
          </a:p>
        </p:txBody>
      </p:sp>
      <p:sp>
        <p:nvSpPr>
          <p:cNvPr id="8" name="content-311">
            <a:extLst xmlns:a="http://schemas.openxmlformats.org/drawingml/2006/main">
              <a:ext uri="{FF2B5EF4-FFF2-40B4-BE49-F238E27FC236}">
                <a16:creationId xmlns:a16="http://schemas.microsoft.com/office/drawing/2014/main" id="{4F5252B0-10E7-41A8-ABA3-2DD2D0221804}"/>
              </a:ext>
            </a:extLst>
          </p:cNvPr>
          <p:cNvSpPr>
            <a:spLocks xmlns:a="http://schemas.openxmlformats.org/drawingml/2006/main" noGrp="1"/>
          </p:cNvSpPr>
          <p:nvPr/>
        </p:nvSpPr>
        <p:spPr>
          <a:xfrm xmlns:a="http://schemas.openxmlformats.org/drawingml/2006/main">
            <a:off x="609600" y="2950845"/>
            <a:ext cx="10972800" cy="43243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2400" b="0">
                <a:solidFill>
                  <a:srgbClr val="27333D"/>
                </a:solidFill>
                <a:latin typeface="微软雅黑"/>
                <a:ea typeface="微软雅黑"/>
                <a:cs typeface="微软雅黑"/>
              </a:defRPr>
            </a:pPr>
            <a:r>
              <a:rPr sz="2400" b="0">
                <a:solidFill>
                  <a:srgbClr val="27333D"/>
                </a:solidFill>
                <a:latin typeface="微软雅黑"/>
                <a:ea typeface="微软雅黑"/>
                <a:cs typeface="微软雅黑"/>
              </a:rPr>
              <a:t>恢复：只重试未完成项，保留旧失败。</a:t>
            </a:r>
          </a:p>
        </p:txBody>
      </p:sp>
      <p:sp>
        <p:nvSpPr>
          <p:cNvPr id="9" name="content-312">
            <a:extLst xmlns:a="http://schemas.openxmlformats.org/drawingml/2006/main">
              <a:ext uri="{FF2B5EF4-FFF2-40B4-BE49-F238E27FC236}">
                <a16:creationId xmlns:a16="http://schemas.microsoft.com/office/drawing/2014/main" id="{B2221F60-C3E3-4CF0-8B15-A0C69838E3DA}"/>
              </a:ext>
            </a:extLst>
          </p:cNvPr>
          <p:cNvSpPr>
            <a:spLocks xmlns:a="http://schemas.openxmlformats.org/drawingml/2006/main" noGrp="1"/>
          </p:cNvSpPr>
          <p:nvPr/>
        </p:nvSpPr>
        <p:spPr>
          <a:xfrm xmlns:a="http://schemas.openxmlformats.org/drawingml/2006/main">
            <a:off x="609600" y="3640455"/>
            <a:ext cx="10972800" cy="43243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2400" b="0">
                <a:solidFill>
                  <a:srgbClr val="27333D"/>
                </a:solidFill>
                <a:latin typeface="微软雅黑"/>
                <a:ea typeface="微软雅黑"/>
                <a:cs typeface="微软雅黑"/>
              </a:defRPr>
            </a:pPr>
            <a:r>
              <a:rPr sz="2400" b="0">
                <a:solidFill>
                  <a:srgbClr val="27333D"/>
                </a:solidFill>
                <a:latin typeface="微软雅黑"/>
                <a:ea typeface="微软雅黑"/>
                <a:cs typeface="微软雅黑"/>
              </a:rPr>
              <a:t>评价：核验人工标注并汇总遗漏率。</a:t>
            </a:r>
          </a:p>
        </p:txBody>
      </p:sp>
      <p:sp>
        <p:nvSpPr>
          <p:cNvPr id="10" name="content-313">
            <a:extLst xmlns:a="http://schemas.openxmlformats.org/drawingml/2006/main">
              <a:ext uri="{FF2B5EF4-FFF2-40B4-BE49-F238E27FC236}">
                <a16:creationId xmlns:a16="http://schemas.microsoft.com/office/drawing/2014/main" id="{A305DD4D-EBB6-47AD-88F0-DA0C4E9F8C58}"/>
              </a:ext>
            </a:extLst>
          </p:cNvPr>
          <p:cNvSpPr>
            <a:spLocks xmlns:a="http://schemas.openxmlformats.org/drawingml/2006/main" noGrp="1"/>
          </p:cNvSpPr>
          <p:nvPr/>
        </p:nvSpPr>
        <p:spPr>
          <a:xfrm xmlns:a="http://schemas.openxmlformats.org/drawingml/2006/main">
            <a:off x="609600" y="4330065"/>
            <a:ext cx="10972800" cy="43243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2400" b="0">
                <a:solidFill>
                  <a:srgbClr val="1F4D78"/>
                </a:solidFill>
                <a:latin typeface="微软雅黑"/>
                <a:ea typeface="微软雅黑"/>
                <a:cs typeface="微软雅黑"/>
              </a:defRPr>
            </a:pPr>
            <a:r>
              <a:rPr sz="2400" b="0">
                <a:solidFill>
                  <a:srgbClr val="1F4D78"/>
                </a:solidFill>
                <a:latin typeface="微软雅黑"/>
                <a:ea typeface="微软雅黑"/>
                <a:cs typeface="微软雅黑"/>
              </a:rPr>
              <a:t>固定队列展示执行控制，不自动构成优化循环。</a:t>
            </a:r>
          </a:p>
        </p:txBody>
      </p:sp>
    </p:spTree>
    <p:extLst>
      <p:ext uri="{BB962C8B-B14F-4D97-AF65-F5344CB8AC3E}">
        <p14:creationId xmlns:p14="http://schemas.microsoft.com/office/powerpoint/2010/main" val="1443728403"/>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4" name="Text Placeholder 3">
            <a:extLst xmlns:a="http://schemas.openxmlformats.org/drawingml/2006/main">
              <a:ext uri="{FF2B5EF4-FFF2-40B4-BE49-F238E27FC236}">
                <a16:creationId xmlns:a16="http://schemas.microsoft.com/office/drawing/2014/main" id="{4D941B40-7A0A-534E-3563-CA11753C8E3F}"/>
              </a:ext>
            </a:extLst>
          </p:cNvPr>
          <p:cNvSpPr>
            <a:spLocks xmlns:a="http://schemas.openxmlformats.org/drawingml/2006/main" noGrp="1"/>
          </p:cNvSpPr>
          <p:nvPr>
            <p:ph type="body" idx="14"/>
          </p:nvPr>
        </p:nvSpPr>
        <p:spPr>
          <a:xfrm xmlns:a="http://schemas.openxmlformats.org/drawingml/2006/main">
            <a:off x="1028700" y="57150"/>
            <a:ext cx="10668000" cy="571500"/>
          </a:xfrm>
        </p:spPr>
        <p:txBody>
          <a:bodyPr xmlns:a="http://schemas.openxmlformats.org/drawingml/2006/main" lIns="0" tIns="0" rIns="0" bIns="0" anchor="ctr"/>
          <a:lstStyle xmlns:a="http://schemas.openxmlformats.org/drawingml/2006/main"/>
          <a:p xmlns:a="http://schemas.openxmlformats.org/drawingml/2006/main">
            <a:pPr algn="l">
              <a:lnSpc>
                <a:spcPct val="118000"/>
              </a:lnSpc>
              <a:buNone/>
            </a:pPr>
            <a:r>
              <a:rPr sz="3000" b="1">
                <a:solidFill>
                  <a:srgbClr val="FFFFFF"/>
                </a:solidFill>
                <a:latin typeface="微软雅黑"/>
                <a:ea typeface="微软雅黑"/>
                <a:cs typeface="微软雅黑"/>
              </a:rPr>
              <a:t>失败与恢复保存在同一本账中</a:t>
            </a:r>
            <a:endParaRPr/>
          </a:p>
        </p:txBody>
      </p:sp>
      <p:sp>
        <p:nvSpPr>
          <p:cNvPr id="5" name="Slide Number Placeholder 4">
            <a:extLst xmlns:a="http://schemas.openxmlformats.org/drawingml/2006/main">
              <a:ext uri="{FF2B5EF4-FFF2-40B4-BE49-F238E27FC236}">
                <a16:creationId xmlns:a16="http://schemas.microsoft.com/office/drawing/2014/main" id="{EBA5909F-738E-F60C-BE8C-B3F1D94548E5}"/>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30394428-F1DC-E5F6-DB0C-7DE31F3D8A23}" type="slidenum">
              <a:t>11</a:t>
            </a:fld>
            <a:endParaRPr/>
          </a:p>
        </p:txBody>
      </p:sp>
      <p:graphicFrame>
        <p:nvGraphicFramePr>
          <p:cNvPr id="10" name="native-table-314"/>
          <p:cNvGraphicFramePr/>
          <p:nvPr/>
        </p:nvGraphicFramePr>
        <p:xfrm>
          <a:off xmlns:a="http://schemas.openxmlformats.org/drawingml/2006/main" x="609600" y="1476375"/>
          <a:ext xmlns:a="http://schemas.openxmlformats.org/drawingml/2006/main" cx="10972800" cy="3257550"/>
        </p:xfrm>
        <a:graphic xmlns:a="http://schemas.openxmlformats.org/drawingml/2006/main">
          <a:graphicData uri="http://schemas.openxmlformats.org/drawingml/2006/table">
            <a:tbl>
              <a:tblPr/>
              <a:tblGrid>
                <a:gridCol w="2781300"/>
                <a:gridCol w="8191500"/>
              </a:tblGrid>
              <a:tr h="542925">
                <a:tc>
                  <a:txBody>
                    <a:bodyPr/>
                    <a:lstStyle/>
                    <a:p>
                      <a:r>
                        <a:rPr sz="2000" b="1">
                          <a:solidFill>
                            <a:srgbClr val="1F4D78"/>
                          </a:solidFill>
                          <a:latin typeface="微软雅黑"/>
                          <a:ea typeface="微软雅黑"/>
                          <a:cs typeface="微软雅黑"/>
                        </a:rPr>
                        <a:t>实际记录</a:t>
                      </a:r>
                    </a:p>
                  </a:txBody>
                  <a:tcPr marL="123825" marR="123825" marT="85725" marB="85725" anchor="ctr">
                    <a:solidFill>
                      <a:srgbClr val="F4F6F8"/>
                    </a:solidFill>
                  </a:tcPr>
                </a:tc>
                <a:tc>
                  <a:txBody>
                    <a:bodyPr/>
                    <a:lstStyle/>
                    <a:p>
                      <a:r>
                        <a:rPr sz="2000" b="1">
                          <a:solidFill>
                            <a:srgbClr val="1F4D78"/>
                          </a:solidFill>
                          <a:latin typeface="微软雅黑"/>
                          <a:ea typeface="微软雅黑"/>
                          <a:cs typeface="微软雅黑"/>
                        </a:rPr>
                        <a:t>回答的问题</a:t>
                      </a:r>
                    </a:p>
                  </a:txBody>
                  <a:tcPr marL="123825" marR="123825" marT="85725" marB="85725" anchor="ctr">
                    <a:solidFill>
                      <a:srgbClr val="F4F6F8"/>
                    </a:solidFill>
                  </a:tcPr>
                </a:tc>
              </a:tr>
              <a:tr h="542925">
                <a:tc>
                  <a:txBody>
                    <a:bodyPr/>
                    <a:lstStyle/>
                    <a:p>
                      <a:r>
                        <a:rPr sz="2000">
                          <a:solidFill>
                            <a:srgbClr val="27333D"/>
                          </a:solidFill>
                          <a:latin typeface="微软雅黑"/>
                          <a:ea typeface="微软雅黑"/>
                          <a:cs typeface="微软雅黑"/>
                        </a:rPr>
                        <a:t>job_id</a:t>
                      </a:r>
                    </a:p>
                  </a:txBody>
                  <a:tcPr marL="123825" marR="123825" marT="85725" marB="85725" anchor="ctr">
                    <a:solidFill>
                      <a:srgbClr val="FFFFFF"/>
                    </a:solidFill>
                  </a:tcPr>
                </a:tc>
                <a:tc>
                  <a:txBody>
                    <a:bodyPr/>
                    <a:lstStyle/>
                    <a:p>
                      <a:r>
                        <a:rPr sz="2000">
                          <a:solidFill>
                            <a:srgbClr val="27333D"/>
                          </a:solidFill>
                          <a:latin typeface="微软雅黑"/>
                          <a:ea typeface="微软雅黑"/>
                          <a:cs typeface="微软雅黑"/>
                        </a:rPr>
                        <a:t>哪个固定任务，如 T02-card</a:t>
                      </a:r>
                    </a:p>
                  </a:txBody>
                  <a:tcPr marL="123825" marR="123825" marT="85725" marB="85725" anchor="ctr">
                    <a:solidFill>
                      <a:srgbClr val="FFFFFF"/>
                    </a:solidFill>
                  </a:tcPr>
                </a:tc>
              </a:tr>
              <a:tr h="542925">
                <a:tc>
                  <a:txBody>
                    <a:bodyPr/>
                    <a:lstStyle/>
                    <a:p>
                      <a:r>
                        <a:rPr sz="2000">
                          <a:solidFill>
                            <a:srgbClr val="27333D"/>
                          </a:solidFill>
                          <a:latin typeface="微软雅黑"/>
                          <a:ea typeface="微软雅黑"/>
                          <a:cs typeface="微软雅黑"/>
                        </a:rPr>
                        <a:t>run_id</a:t>
                      </a:r>
                    </a:p>
                  </a:txBody>
                  <a:tcPr marL="123825" marR="123825" marT="85725" marB="85725" anchor="ctr">
                    <a:solidFill>
                      <a:srgbClr val="FFFFFF"/>
                    </a:solidFill>
                  </a:tcPr>
                </a:tc>
                <a:tc>
                  <a:txBody>
                    <a:bodyPr/>
                    <a:lstStyle/>
                    <a:p>
                      <a:r>
                        <a:rPr sz="2000">
                          <a:solidFill>
                            <a:srgbClr val="27333D"/>
                          </a:solidFill>
                          <a:latin typeface="微软雅黑"/>
                          <a:ea typeface="微软雅黑"/>
                          <a:cs typeface="微软雅黑"/>
                        </a:rPr>
                        <a:t>哪次执行，如 run-003、run-004</a:t>
                      </a:r>
                    </a:p>
                  </a:txBody>
                  <a:tcPr marL="123825" marR="123825" marT="85725" marB="85725" anchor="ctr">
                    <a:solidFill>
                      <a:srgbClr val="FFFFFF"/>
                    </a:solidFill>
                  </a:tcPr>
                </a:tc>
              </a:tr>
              <a:tr h="542925">
                <a:tc>
                  <a:txBody>
                    <a:bodyPr/>
                    <a:lstStyle/>
                    <a:p>
                      <a:r>
                        <a:rPr sz="2000">
                          <a:solidFill>
                            <a:srgbClr val="27333D"/>
                          </a:solidFill>
                          <a:latin typeface="微软雅黑"/>
                          <a:ea typeface="微软雅黑"/>
                          <a:cs typeface="微软雅黑"/>
                        </a:rPr>
                        <a:t>event</a:t>
                      </a:r>
                    </a:p>
                  </a:txBody>
                  <a:tcPr marL="123825" marR="123825" marT="85725" marB="85725" anchor="ctr">
                    <a:solidFill>
                      <a:srgbClr val="FFFFFF"/>
                    </a:solidFill>
                  </a:tcPr>
                </a:tc>
                <a:tc>
                  <a:txBody>
                    <a:bodyPr/>
                    <a:lstStyle/>
                    <a:p>
                      <a:r>
                        <a:rPr sz="2000">
                          <a:solidFill>
                            <a:srgbClr val="27333D"/>
                          </a:solidFill>
                          <a:latin typeface="微软雅黑"/>
                          <a:ea typeface="微软雅黑"/>
                          <a:cs typeface="微软雅黑"/>
                        </a:rPr>
                        <a:t>controlled_failure 或 replayed</a:t>
                      </a:r>
                    </a:p>
                  </a:txBody>
                  <a:tcPr marL="123825" marR="123825" marT="85725" marB="85725" anchor="ctr">
                    <a:solidFill>
                      <a:srgbClr val="FFFFFF"/>
                    </a:solidFill>
                  </a:tcPr>
                </a:tc>
              </a:tr>
              <a:tr h="542925">
                <a:tc>
                  <a:txBody>
                    <a:bodyPr/>
                    <a:lstStyle/>
                    <a:p>
                      <a:r>
                        <a:rPr sz="2000">
                          <a:solidFill>
                            <a:srgbClr val="27333D"/>
                          </a:solidFill>
                          <a:latin typeface="微软雅黑"/>
                          <a:ea typeface="微软雅黑"/>
                          <a:cs typeface="微软雅黑"/>
                        </a:rPr>
                        <a:t>state.json</a:t>
                      </a:r>
                    </a:p>
                  </a:txBody>
                  <a:tcPr marL="123825" marR="123825" marT="85725" marB="85725" anchor="ctr">
                    <a:solidFill>
                      <a:srgbClr val="FFFFFF"/>
                    </a:solidFill>
                  </a:tcPr>
                </a:tc>
                <a:tc>
                  <a:txBody>
                    <a:bodyPr/>
                    <a:lstStyle/>
                    <a:p>
                      <a:r>
                        <a:rPr sz="2000">
                          <a:solidFill>
                            <a:srgbClr val="27333D"/>
                          </a:solidFill>
                          <a:latin typeface="微软雅黑"/>
                          <a:ea typeface="微软雅黑"/>
                          <a:cs typeface="微软雅黑"/>
                        </a:rPr>
                        <a:t>已完成任务与累计尝试次数</a:t>
                      </a:r>
                    </a:p>
                  </a:txBody>
                  <a:tcPr marL="123825" marR="123825" marT="85725" marB="85725" anchor="ctr">
                    <a:solidFill>
                      <a:srgbClr val="FFFFFF"/>
                    </a:solidFill>
                  </a:tcPr>
                </a:tc>
              </a:tr>
              <a:tr h="542925">
                <a:tc>
                  <a:txBody>
                    <a:bodyPr/>
                    <a:lstStyle/>
                    <a:p>
                      <a:r>
                        <a:rPr sz="2000">
                          <a:solidFill>
                            <a:srgbClr val="27333D"/>
                          </a:solidFill>
                          <a:latin typeface="微软雅黑"/>
                          <a:ea typeface="微软雅黑"/>
                          <a:cs typeface="微软雅黑"/>
                        </a:rPr>
                        <a:t>input-identity.json</a:t>
                      </a:r>
                    </a:p>
                  </a:txBody>
                  <a:tcPr marL="123825" marR="123825" marT="85725" marB="85725" anchor="ctr">
                    <a:solidFill>
                      <a:srgbClr val="FFFFFF"/>
                    </a:solidFill>
                  </a:tcPr>
                </a:tc>
                <a:tc>
                  <a:txBody>
                    <a:bodyPr/>
                    <a:lstStyle/>
                    <a:p>
                      <a:r>
                        <a:rPr sz="2000">
                          <a:solidFill>
                            <a:srgbClr val="27333D"/>
                          </a:solidFill>
                          <a:latin typeface="微软雅黑"/>
                          <a:ea typeface="微软雅黑"/>
                          <a:cs typeface="微软雅黑"/>
                        </a:rPr>
                        <a:t>输入与配置是否仍为同一版本</a:t>
                      </a:r>
                    </a:p>
                  </a:txBody>
                  <a:tcPr marL="123825" marR="123825" marT="85725" marB="85725" anchor="ctr">
                    <a:solidFill>
                      <a:srgbClr val="FFFFFF"/>
                    </a:solidFill>
                  </a:tcPr>
                </a:tc>
              </a:tr>
            </a:tbl>
          </a:graphicData>
        </a:graphic>
      </p:graphicFrame>
      <p:sp>
        <p:nvSpPr>
          <p:cNvPr id="7" name="content-315">
            <a:extLst xmlns:a="http://schemas.openxmlformats.org/drawingml/2006/main">
              <a:ext uri="{FF2B5EF4-FFF2-40B4-BE49-F238E27FC236}">
                <a16:creationId xmlns:a16="http://schemas.microsoft.com/office/drawing/2014/main" id="{5EC71F2D-06F3-438D-B4EE-F28C7E909A99}"/>
              </a:ext>
            </a:extLst>
          </p:cNvPr>
          <p:cNvSpPr>
            <a:spLocks xmlns:a="http://schemas.openxmlformats.org/drawingml/2006/main" noGrp="1"/>
          </p:cNvSpPr>
          <p:nvPr/>
        </p:nvSpPr>
        <p:spPr>
          <a:xfrm xmlns:a="http://schemas.openxmlformats.org/drawingml/2006/main">
            <a:off x="609600" y="5019675"/>
            <a:ext cx="10972800" cy="3867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2100" b="0">
                <a:solidFill>
                  <a:srgbClr val="27333D"/>
                </a:solidFill>
                <a:latin typeface="微软雅黑"/>
                <a:ea typeface="微软雅黑"/>
                <a:cs typeface="微软雅黑"/>
              </a:defRPr>
            </a:pPr>
            <a:r>
              <a:rPr sz="2100" b="0">
                <a:solidFill>
                  <a:srgbClr val="27333D"/>
                </a:solidFill>
                <a:latin typeface="微软雅黑"/>
                <a:ea typeface="微软雅黑"/>
                <a:cs typeface="微软雅黑"/>
              </a:rPr>
              <a:t>同一任务恢复时产生新 run_id，旧失败保留。</a:t>
            </a:r>
          </a:p>
        </p:txBody>
      </p:sp>
    </p:spTree>
    <p:extLst>
      <p:ext uri="{BB962C8B-B14F-4D97-AF65-F5344CB8AC3E}">
        <p14:creationId xmlns:p14="http://schemas.microsoft.com/office/powerpoint/2010/main" val="1443728403"/>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4" name="Text Placeholder 3">
            <a:extLst xmlns:a="http://schemas.openxmlformats.org/drawingml/2006/main">
              <a:ext uri="{FF2B5EF4-FFF2-40B4-BE49-F238E27FC236}">
                <a16:creationId xmlns:a16="http://schemas.microsoft.com/office/drawing/2014/main" id="{4D941B40-7A0A-534E-3563-CA11753C8E3F}"/>
              </a:ext>
            </a:extLst>
          </p:cNvPr>
          <p:cNvSpPr>
            <a:spLocks xmlns:a="http://schemas.openxmlformats.org/drawingml/2006/main" noGrp="1"/>
          </p:cNvSpPr>
          <p:nvPr>
            <p:ph type="body" idx="14"/>
          </p:nvPr>
        </p:nvSpPr>
        <p:spPr>
          <a:xfrm xmlns:a="http://schemas.openxmlformats.org/drawingml/2006/main">
            <a:off x="1028700" y="57150"/>
            <a:ext cx="10668000" cy="571500"/>
          </a:xfrm>
        </p:spPr>
        <p:txBody>
          <a:bodyPr xmlns:a="http://schemas.openxmlformats.org/drawingml/2006/main" lIns="0" tIns="0" rIns="0" bIns="0" anchor="ctr"/>
          <a:lstStyle xmlns:a="http://schemas.openxmlformats.org/drawingml/2006/main"/>
          <a:p xmlns:a="http://schemas.openxmlformats.org/drawingml/2006/main">
            <a:pPr algn="l">
              <a:lnSpc>
                <a:spcPct val="118000"/>
              </a:lnSpc>
              <a:buNone/>
            </a:pPr>
            <a:r>
              <a:rPr sz="3000" b="1">
                <a:solidFill>
                  <a:srgbClr val="FFFFFF"/>
                </a:solidFill>
                <a:latin typeface="微软雅黑"/>
                <a:ea typeface="微软雅黑"/>
                <a:cs typeface="微软雅黑"/>
              </a:rPr>
              <a:t>AutoResearch 与 AI Scientist 的系统主链</a:t>
            </a:r>
            <a:endParaRPr/>
          </a:p>
        </p:txBody>
      </p:sp>
      <p:sp>
        <p:nvSpPr>
          <p:cNvPr id="5" name="Slide Number Placeholder 4">
            <a:extLst xmlns:a="http://schemas.openxmlformats.org/drawingml/2006/main">
              <a:ext uri="{FF2B5EF4-FFF2-40B4-BE49-F238E27FC236}">
                <a16:creationId xmlns:a16="http://schemas.microsoft.com/office/drawing/2014/main" id="{EBA5909F-738E-F60C-BE8C-B3F1D94548E5}"/>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4DB16885-0D3F-A391-B669-3211DB3B26E8}" type="slidenum">
              <a:t>12</a:t>
            </a:fld>
            <a:endParaRPr/>
          </a:p>
        </p:txBody>
      </p:sp>
      <p:sp>
        <p:nvSpPr>
          <p:cNvPr id="6" name="brand-header">
            <a:extLst xmlns:a="http://schemas.openxmlformats.org/drawingml/2006/main">
              <a:ext uri="{FF2B5EF4-FFF2-40B4-BE49-F238E27FC236}">
                <a16:creationId xmlns:a16="http://schemas.microsoft.com/office/drawing/2014/main" id="{6D57A154-8966-4612-8C56-D50A409FCDFF}"/>
              </a:ext>
            </a:extLst>
          </p:cNvPr>
          <p:cNvSpPr>
            <a:spLocks xmlns:a="http://schemas.openxmlformats.org/drawingml/2006/main" noGrp="1"/>
          </p:cNvSpPr>
          <p:nvPr/>
        </p:nvSpPr>
        <p:spPr>
          <a:xfrm xmlns:a="http://schemas.openxmlformats.org/drawingml/2006/main">
            <a:off x="0" y="0"/>
            <a:ext cx="11887200" cy="685800"/>
          </a:xfrm>
          <a:prstGeom xmlns:a="http://schemas.openxmlformats.org/drawingml/2006/main" prst="rect">
            <a:avLst/>
          </a:prstGeom>
          <a:solidFill xmlns:a="http://schemas.openxmlformats.org/drawingml/2006/main">
            <a:srgbClr val="C8161E"/>
          </a:solidFill>
          <a:ln xmlns:a="http://schemas.openxmlformats.org/drawingml/2006/main" w="0">
            <a:noFill/>
          </a:ln>
        </p:spPr>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72883546515a42b6"/>
          <a:stretch xmlns:a="http://schemas.openxmlformats.org/drawingml/2006/main"/>
        </p:blipFill>
        <p:spPr>
          <a:xfrm xmlns:a="http://schemas.openxmlformats.org/drawingml/2006/main">
            <a:off x="323850" y="76200"/>
            <a:ext cx="533400" cy="533400"/>
          </a:xfrm>
          <a:prstGeom xmlns:a="http://schemas.openxmlformats.org/drawingml/2006/main" prst="rect">
            <a:avLst/>
          </a:prstGeom>
        </p:spPr>
      </p:pic>
      <p:sp>
        <p:nvSpPr>
          <p:cNvPr id="8" name="brand-title">
            <a:extLst xmlns:a="http://schemas.openxmlformats.org/drawingml/2006/main">
              <a:ext uri="{FF2B5EF4-FFF2-40B4-BE49-F238E27FC236}">
                <a16:creationId xmlns:a16="http://schemas.microsoft.com/office/drawing/2014/main" id="{1DDD75B8-7C4A-4EF1-A64C-018020B33F92}"/>
              </a:ext>
            </a:extLst>
          </p:cNvPr>
          <p:cNvSpPr>
            <a:spLocks xmlns:a="http://schemas.openxmlformats.org/drawingml/2006/main" noGrp="1"/>
          </p:cNvSpPr>
          <p:nvPr/>
        </p:nvSpPr>
        <p:spPr>
          <a:xfrm xmlns:a="http://schemas.openxmlformats.org/drawingml/2006/main">
            <a:off x="1028700" y="66675"/>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3000" b="1">
                <a:solidFill>
                  <a:srgbClr val="FFFFFF"/>
                </a:solidFill>
                <a:latin typeface="微软雅黑"/>
                <a:ea typeface="微软雅黑"/>
                <a:cs typeface="微软雅黑"/>
              </a:defRPr>
            </a:pPr>
            <a:r>
              <a:rPr sz="3000" b="1">
                <a:solidFill>
                  <a:srgbClr val="FFFFFF"/>
                </a:solidFill>
                <a:latin typeface="微软雅黑"/>
                <a:ea typeface="微软雅黑"/>
                <a:cs typeface="微软雅黑"/>
              </a:rPr>
              <a:t>AutoResearch 与 AI Scientist 的系统主链</a:t>
            </a:r>
          </a:p>
        </p:txBody>
      </p:sp>
      <p:sp>
        <p:nvSpPr>
          <p:cNvPr id="9" name="source">
            <a:extLst xmlns:a="http://schemas.openxmlformats.org/drawingml/2006/main">
              <a:ext uri="{FF2B5EF4-FFF2-40B4-BE49-F238E27FC236}">
                <a16:creationId xmlns:a16="http://schemas.microsoft.com/office/drawing/2014/main" id="{938CD449-5948-49CF-A2E8-12D165C0FF4C}"/>
              </a:ext>
            </a:extLst>
          </p:cNvPr>
          <p:cNvSpPr>
            <a:spLocks xmlns:a="http://schemas.openxmlformats.org/drawingml/2006/main" noGrp="1"/>
          </p:cNvSpPr>
          <p:nvPr/>
        </p:nvSpPr>
        <p:spPr>
          <a:xfrm xmlns:a="http://schemas.openxmlformats.org/drawingml/2006/main">
            <a:off x="609600" y="6067425"/>
            <a:ext cx="10763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1100" b="0">
                <a:solidFill>
                  <a:srgbClr val="66727D"/>
                </a:solidFill>
                <a:latin typeface="微软雅黑"/>
                <a:ea typeface="微软雅黑"/>
                <a:cs typeface="微软雅黑"/>
              </a:defRPr>
            </a:pPr>
            <a:r>
              <a:rPr sz="1100" b="0">
                <a:solidFill>
                  <a:srgbClr val="66727D"/>
                </a:solidFill>
                <a:latin typeface="微软雅黑"/>
                <a:ea typeface="微软雅黑"/>
                <a:cs typeface="微软雅黑"/>
              </a:rPr>
              <a:t>来源：Karpathy, AutoResearch（commit 228791f）；Lu et al., 2026；详见 notes</a:t>
            </a:r>
          </a:p>
        </p:txBody>
      </p:sp>
      <p:sp>
        <p:nvSpPr>
          <p:cNvPr id="10" name="left-h">
            <a:extLst xmlns:a="http://schemas.openxmlformats.org/drawingml/2006/main">
              <a:ext uri="{FF2B5EF4-FFF2-40B4-BE49-F238E27FC236}">
                <a16:creationId xmlns:a16="http://schemas.microsoft.com/office/drawing/2014/main" id="{87E6889C-F0AF-4D84-90F4-0A7B80AB2114}"/>
              </a:ext>
            </a:extLst>
          </p:cNvPr>
          <p:cNvSpPr>
            <a:spLocks xmlns:a="http://schemas.openxmlformats.org/drawingml/2006/main" noGrp="1"/>
          </p:cNvSpPr>
          <p:nvPr/>
        </p:nvSpPr>
        <p:spPr>
          <a:xfrm xmlns:a="http://schemas.openxmlformats.org/drawingml/2006/main">
            <a:off x="609600" y="147637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2200" b="1">
                <a:solidFill>
                  <a:srgbClr val="66727D"/>
                </a:solidFill>
                <a:latin typeface="微软雅黑"/>
                <a:ea typeface="微软雅黑"/>
                <a:cs typeface="微软雅黑"/>
              </a:defRPr>
            </a:pPr>
            <a:r>
              <a:rPr sz="2200" b="1">
                <a:solidFill>
                  <a:srgbClr val="66727D"/>
                </a:solidFill>
                <a:latin typeface="微软雅黑"/>
                <a:ea typeface="微软雅黑"/>
                <a:cs typeface="微软雅黑"/>
              </a:rPr>
              <a:t>AutoResearch｜最小循环</a:t>
            </a:r>
          </a:p>
        </p:txBody>
      </p:sp>
      <p:sp>
        <p:nvSpPr>
          <p:cNvPr id="11" name="right-h">
            <a:extLst xmlns:a="http://schemas.openxmlformats.org/drawingml/2006/main">
              <a:ext uri="{FF2B5EF4-FFF2-40B4-BE49-F238E27FC236}">
                <a16:creationId xmlns:a16="http://schemas.microsoft.com/office/drawing/2014/main" id="{CBBDF686-2005-4866-8D01-C7737F735240}"/>
              </a:ext>
            </a:extLst>
          </p:cNvPr>
          <p:cNvSpPr>
            <a:spLocks xmlns:a="http://schemas.openxmlformats.org/drawingml/2006/main" noGrp="1"/>
          </p:cNvSpPr>
          <p:nvPr/>
        </p:nvSpPr>
        <p:spPr>
          <a:xfrm xmlns:a="http://schemas.openxmlformats.org/drawingml/2006/main">
            <a:off x="6629400" y="147637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2200" b="1">
                <a:solidFill>
                  <a:srgbClr val="2E7D5B"/>
                </a:solidFill>
                <a:latin typeface="微软雅黑"/>
                <a:ea typeface="微软雅黑"/>
                <a:cs typeface="微软雅黑"/>
              </a:defRPr>
            </a:pPr>
            <a:r>
              <a:rPr sz="2200" b="1">
                <a:solidFill>
                  <a:srgbClr val="2E7D5B"/>
                </a:solidFill>
                <a:latin typeface="微软雅黑"/>
                <a:ea typeface="微软雅黑"/>
                <a:cs typeface="微软雅黑"/>
              </a:rPr>
              <a:t>AI Scientist｜端到端链</a:t>
            </a:r>
          </a:p>
        </p:txBody>
      </p:sp>
      <p:sp>
        <p:nvSpPr>
          <p:cNvPr id="12" name="split">
            <a:extLst xmlns:a="http://schemas.openxmlformats.org/drawingml/2006/main">
              <a:ext uri="{FF2B5EF4-FFF2-40B4-BE49-F238E27FC236}">
                <a16:creationId xmlns:a16="http://schemas.microsoft.com/office/drawing/2014/main" id="{8969B760-230D-4B52-83E3-165615C22C93}"/>
              </a:ext>
            </a:extLst>
          </p:cNvPr>
          <p:cNvSpPr>
            <a:spLocks xmlns:a="http://schemas.openxmlformats.org/drawingml/2006/main" noGrp="1"/>
          </p:cNvSpPr>
          <p:nvPr/>
        </p:nvSpPr>
        <p:spPr>
          <a:xfrm xmlns:a="http://schemas.openxmlformats.org/drawingml/2006/main">
            <a:off x="6096000" y="1476375"/>
            <a:ext cx="9525" cy="14288"/>
          </a:xfrm>
          <a:prstGeom xmlns:a="http://schemas.openxmlformats.org/drawingml/2006/main" prst="rect">
            <a:avLst/>
          </a:prstGeom>
          <a:solidFill xmlns:a="http://schemas.openxmlformats.org/drawingml/2006/main">
            <a:srgbClr val="CDD5DB"/>
          </a:solidFill>
          <a:ln xmlns:a="http://schemas.openxmlformats.org/drawingml/2006/main" w="0">
            <a:noFill/>
          </a:ln>
        </p:spPr>
      </p:sp>
      <p:sp>
        <p:nvSpPr>
          <p:cNvPr id="13" name="list-64-217-0">
            <a:extLst xmlns:a="http://schemas.openxmlformats.org/drawingml/2006/main">
              <a:ext uri="{FF2B5EF4-FFF2-40B4-BE49-F238E27FC236}">
                <a16:creationId xmlns:a16="http://schemas.microsoft.com/office/drawing/2014/main" id="{EC0A0F27-85BE-4F14-A704-67317FAA5AB0}"/>
              </a:ext>
            </a:extLst>
          </p:cNvPr>
          <p:cNvSpPr>
            <a:spLocks xmlns:a="http://schemas.openxmlformats.org/drawingml/2006/main" noGrp="1"/>
          </p:cNvSpPr>
          <p:nvPr/>
        </p:nvSpPr>
        <p:spPr>
          <a:xfrm xmlns:a="http://schemas.openxmlformats.org/drawingml/2006/main">
            <a:off x="609600" y="206692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 程序改动</a:t>
            </a:r>
          </a:p>
        </p:txBody>
      </p:sp>
      <p:sp>
        <p:nvSpPr>
          <p:cNvPr id="14" name="list-64-217-1">
            <a:extLst xmlns:a="http://schemas.openxmlformats.org/drawingml/2006/main">
              <a:ext uri="{FF2B5EF4-FFF2-40B4-BE49-F238E27FC236}">
                <a16:creationId xmlns:a16="http://schemas.microsoft.com/office/drawing/2014/main" id="{91580CD9-9450-4D37-8EB4-A18C6CBF359E}"/>
              </a:ext>
            </a:extLst>
          </p:cNvPr>
          <p:cNvSpPr>
            <a:spLocks xmlns:a="http://schemas.openxmlformats.org/drawingml/2006/main" noGrp="1"/>
          </p:cNvSpPr>
          <p:nvPr/>
        </p:nvSpPr>
        <p:spPr>
          <a:xfrm xmlns:a="http://schemas.openxmlformats.org/drawingml/2006/main">
            <a:off x="609600" y="252412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 单指标评价</a:t>
            </a:r>
          </a:p>
        </p:txBody>
      </p:sp>
      <p:sp>
        <p:nvSpPr>
          <p:cNvPr id="15" name="list-64-217-2">
            <a:extLst xmlns:a="http://schemas.openxmlformats.org/drawingml/2006/main">
              <a:ext uri="{FF2B5EF4-FFF2-40B4-BE49-F238E27FC236}">
                <a16:creationId xmlns:a16="http://schemas.microsoft.com/office/drawing/2014/main" id="{E121436F-A705-43D3-9B84-10B542C68CFB}"/>
              </a:ext>
            </a:extLst>
          </p:cNvPr>
          <p:cNvSpPr>
            <a:spLocks xmlns:a="http://schemas.openxmlformats.org/drawingml/2006/main" noGrp="1"/>
          </p:cNvSpPr>
          <p:nvPr/>
        </p:nvSpPr>
        <p:spPr>
          <a:xfrm xmlns:a="http://schemas.openxmlformats.org/drawingml/2006/main">
            <a:off x="609600" y="298132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 Keep / Discard</a:t>
            </a:r>
          </a:p>
        </p:txBody>
      </p:sp>
      <p:sp>
        <p:nvSpPr>
          <p:cNvPr id="16" name="list-64-217-3">
            <a:extLst xmlns:a="http://schemas.openxmlformats.org/drawingml/2006/main">
              <a:ext uri="{FF2B5EF4-FFF2-40B4-BE49-F238E27FC236}">
                <a16:creationId xmlns:a16="http://schemas.microsoft.com/office/drawing/2014/main" id="{7A3B9E98-6E5D-4EBF-96B0-3DD63B1C8735}"/>
              </a:ext>
            </a:extLst>
          </p:cNvPr>
          <p:cNvSpPr>
            <a:spLocks xmlns:a="http://schemas.openxmlformats.org/drawingml/2006/main" noGrp="1"/>
          </p:cNvSpPr>
          <p:nvPr/>
        </p:nvSpPr>
        <p:spPr>
          <a:xfrm xmlns:a="http://schemas.openxmlformats.org/drawingml/2006/main">
            <a:off x="609600" y="343852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 回到稳定版本</a:t>
            </a:r>
          </a:p>
        </p:txBody>
      </p:sp>
      <p:sp>
        <p:nvSpPr>
          <p:cNvPr id="17" name="list-696-217-0">
            <a:extLst xmlns:a="http://schemas.openxmlformats.org/drawingml/2006/main">
              <a:ext uri="{FF2B5EF4-FFF2-40B4-BE49-F238E27FC236}">
                <a16:creationId xmlns:a16="http://schemas.microsoft.com/office/drawing/2014/main" id="{A1225B85-D041-4DBB-B635-030A0C354D31}"/>
              </a:ext>
            </a:extLst>
          </p:cNvPr>
          <p:cNvSpPr>
            <a:spLocks xmlns:a="http://schemas.openxmlformats.org/drawingml/2006/main" noGrp="1"/>
          </p:cNvSpPr>
          <p:nvPr/>
        </p:nvSpPr>
        <p:spPr>
          <a:xfrm xmlns:a="http://schemas.openxmlformats.org/drawingml/2006/main">
            <a:off x="6629400" y="206692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 想法生成</a:t>
            </a:r>
          </a:p>
        </p:txBody>
      </p:sp>
      <p:sp>
        <p:nvSpPr>
          <p:cNvPr id="18" name="list-696-217-1">
            <a:extLst xmlns:a="http://schemas.openxmlformats.org/drawingml/2006/main">
              <a:ext uri="{FF2B5EF4-FFF2-40B4-BE49-F238E27FC236}">
                <a16:creationId xmlns:a16="http://schemas.microsoft.com/office/drawing/2014/main" id="{9D3B53CA-2D29-4DA9-AF73-86E85088976B}"/>
              </a:ext>
            </a:extLst>
          </p:cNvPr>
          <p:cNvSpPr>
            <a:spLocks xmlns:a="http://schemas.openxmlformats.org/drawingml/2006/main" noGrp="1"/>
          </p:cNvSpPr>
          <p:nvPr/>
        </p:nvSpPr>
        <p:spPr>
          <a:xfrm xmlns:a="http://schemas.openxmlformats.org/drawingml/2006/main">
            <a:off x="6629400" y="252412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 实现与实验</a:t>
            </a:r>
          </a:p>
        </p:txBody>
      </p:sp>
      <p:sp>
        <p:nvSpPr>
          <p:cNvPr id="19" name="list-696-217-2">
            <a:extLst xmlns:a="http://schemas.openxmlformats.org/drawingml/2006/main">
              <a:ext uri="{FF2B5EF4-FFF2-40B4-BE49-F238E27FC236}">
                <a16:creationId xmlns:a16="http://schemas.microsoft.com/office/drawing/2014/main" id="{E6AC28A2-CD36-47BA-B2EE-201EDF8C1DA4}"/>
              </a:ext>
            </a:extLst>
          </p:cNvPr>
          <p:cNvSpPr>
            <a:spLocks xmlns:a="http://schemas.openxmlformats.org/drawingml/2006/main" noGrp="1"/>
          </p:cNvSpPr>
          <p:nvPr/>
        </p:nvSpPr>
        <p:spPr>
          <a:xfrm xmlns:a="http://schemas.openxmlformats.org/drawingml/2006/main">
            <a:off x="6629400" y="298132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 结果分析</a:t>
            </a:r>
          </a:p>
        </p:txBody>
      </p:sp>
      <p:sp>
        <p:nvSpPr>
          <p:cNvPr id="20" name="list-696-217-3">
            <a:extLst xmlns:a="http://schemas.openxmlformats.org/drawingml/2006/main">
              <a:ext uri="{FF2B5EF4-FFF2-40B4-BE49-F238E27FC236}">
                <a16:creationId xmlns:a16="http://schemas.microsoft.com/office/drawing/2014/main" id="{62127B98-D9AC-40A5-ADE9-EC4411B620A0}"/>
              </a:ext>
            </a:extLst>
          </p:cNvPr>
          <p:cNvSpPr>
            <a:spLocks xmlns:a="http://schemas.openxmlformats.org/drawingml/2006/main" noGrp="1"/>
          </p:cNvSpPr>
          <p:nvPr/>
        </p:nvSpPr>
        <p:spPr>
          <a:xfrm xmlns:a="http://schemas.openxmlformats.org/drawingml/2006/main">
            <a:off x="6629400" y="343852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 论文与评审</a:t>
            </a:r>
          </a:p>
        </p:txBody>
      </p:sp>
    </p:spTree>
    <p:extLst>
      <p:ext uri="{BB962C8B-B14F-4D97-AF65-F5344CB8AC3E}">
        <p14:creationId xmlns:p14="http://schemas.microsoft.com/office/powerpoint/2010/main" val="1443728403"/>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4" name="Text Placeholder 3">
            <a:extLst xmlns:a="http://schemas.openxmlformats.org/drawingml/2006/main">
              <a:ext uri="{FF2B5EF4-FFF2-40B4-BE49-F238E27FC236}">
                <a16:creationId xmlns:a16="http://schemas.microsoft.com/office/drawing/2014/main" id="{4D941B40-7A0A-534E-3563-CA11753C8E3F}"/>
              </a:ext>
            </a:extLst>
          </p:cNvPr>
          <p:cNvSpPr>
            <a:spLocks xmlns:a="http://schemas.openxmlformats.org/drawingml/2006/main" noGrp="1"/>
          </p:cNvSpPr>
          <p:nvPr>
            <p:ph type="body" idx="14"/>
          </p:nvPr>
        </p:nvSpPr>
        <p:spPr>
          <a:xfrm xmlns:a="http://schemas.openxmlformats.org/drawingml/2006/main">
            <a:off x="1028700" y="57150"/>
            <a:ext cx="10668000" cy="571500"/>
          </a:xfrm>
        </p:spPr>
        <p:txBody>
          <a:bodyPr xmlns:a="http://schemas.openxmlformats.org/drawingml/2006/main" lIns="0" tIns="0" rIns="0" bIns="0" anchor="ctr"/>
          <a:lstStyle xmlns:a="http://schemas.openxmlformats.org/drawingml/2006/main"/>
          <a:p xmlns:a="http://schemas.openxmlformats.org/drawingml/2006/main">
            <a:pPr algn="l">
              <a:lnSpc>
                <a:spcPct val="118000"/>
              </a:lnSpc>
              <a:buNone/>
            </a:pPr>
            <a:r>
              <a:rPr sz="3000" b="1">
                <a:solidFill>
                  <a:srgbClr val="FFFFFF"/>
                </a:solidFill>
                <a:latin typeface="微软雅黑"/>
                <a:ea typeface="微软雅黑"/>
                <a:cs typeface="微软雅黑"/>
              </a:rPr>
              <a:t>八维比较的主轴是人工判断</a:t>
            </a:r>
            <a:endParaRPr/>
          </a:p>
        </p:txBody>
      </p:sp>
      <p:sp>
        <p:nvSpPr>
          <p:cNvPr id="5" name="Slide Number Placeholder 4">
            <a:extLst xmlns:a="http://schemas.openxmlformats.org/drawingml/2006/main">
              <a:ext uri="{FF2B5EF4-FFF2-40B4-BE49-F238E27FC236}">
                <a16:creationId xmlns:a16="http://schemas.microsoft.com/office/drawing/2014/main" id="{EBA5909F-738E-F60C-BE8C-B3F1D94548E5}"/>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2DD23107-4986-8758-3A93-3D74F35908CC}" type="slidenum">
              <a:t>13</a:t>
            </a:fld>
            <a:endParaRPr/>
          </a:p>
        </p:txBody>
      </p:sp>
      <p:sp>
        <p:nvSpPr>
          <p:cNvPr id="6" name="brand-header">
            <a:extLst xmlns:a="http://schemas.openxmlformats.org/drawingml/2006/main">
              <a:ext uri="{FF2B5EF4-FFF2-40B4-BE49-F238E27FC236}">
                <a16:creationId xmlns:a16="http://schemas.microsoft.com/office/drawing/2014/main" id="{4595EE99-9D4D-45E3-8D79-ED764170E6EC}"/>
              </a:ext>
            </a:extLst>
          </p:cNvPr>
          <p:cNvSpPr>
            <a:spLocks xmlns:a="http://schemas.openxmlformats.org/drawingml/2006/main" noGrp="1"/>
          </p:cNvSpPr>
          <p:nvPr/>
        </p:nvSpPr>
        <p:spPr>
          <a:xfrm xmlns:a="http://schemas.openxmlformats.org/drawingml/2006/main">
            <a:off x="0" y="0"/>
            <a:ext cx="11887200" cy="685800"/>
          </a:xfrm>
          <a:prstGeom xmlns:a="http://schemas.openxmlformats.org/drawingml/2006/main" prst="rect">
            <a:avLst/>
          </a:prstGeom>
          <a:solidFill xmlns:a="http://schemas.openxmlformats.org/drawingml/2006/main">
            <a:srgbClr val="C8161E"/>
          </a:solidFill>
          <a:ln xmlns:a="http://schemas.openxmlformats.org/drawingml/2006/main" w="0">
            <a:noFill/>
          </a:ln>
        </p:spPr>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500f6be76c0e4d7f"/>
          <a:stretch xmlns:a="http://schemas.openxmlformats.org/drawingml/2006/main"/>
        </p:blipFill>
        <p:spPr>
          <a:xfrm xmlns:a="http://schemas.openxmlformats.org/drawingml/2006/main">
            <a:off x="323850" y="76200"/>
            <a:ext cx="533400" cy="533400"/>
          </a:xfrm>
          <a:prstGeom xmlns:a="http://schemas.openxmlformats.org/drawingml/2006/main" prst="rect">
            <a:avLst/>
          </a:prstGeom>
        </p:spPr>
      </p:pic>
      <p:sp>
        <p:nvSpPr>
          <p:cNvPr id="8" name="brand-title">
            <a:extLst xmlns:a="http://schemas.openxmlformats.org/drawingml/2006/main">
              <a:ext uri="{FF2B5EF4-FFF2-40B4-BE49-F238E27FC236}">
                <a16:creationId xmlns:a16="http://schemas.microsoft.com/office/drawing/2014/main" id="{3B4662E0-37D5-446A-B3D3-AD372A84814F}"/>
              </a:ext>
            </a:extLst>
          </p:cNvPr>
          <p:cNvSpPr>
            <a:spLocks xmlns:a="http://schemas.openxmlformats.org/drawingml/2006/main" noGrp="1"/>
          </p:cNvSpPr>
          <p:nvPr/>
        </p:nvSpPr>
        <p:spPr>
          <a:xfrm xmlns:a="http://schemas.openxmlformats.org/drawingml/2006/main">
            <a:off x="1028700" y="66675"/>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3000" b="1">
                <a:solidFill>
                  <a:srgbClr val="FFFFFF"/>
                </a:solidFill>
                <a:latin typeface="微软雅黑"/>
                <a:ea typeface="微软雅黑"/>
                <a:cs typeface="微软雅黑"/>
              </a:defRPr>
            </a:pPr>
            <a:r>
              <a:rPr sz="3000" b="1">
                <a:solidFill>
                  <a:srgbClr val="FFFFFF"/>
                </a:solidFill>
                <a:latin typeface="微软雅黑"/>
                <a:ea typeface="微软雅黑"/>
                <a:cs typeface="微软雅黑"/>
              </a:rPr>
              <a:t>八维比较的主轴是人工判断</a:t>
            </a:r>
          </a:p>
        </p:txBody>
      </p:sp>
      <p:sp>
        <p:nvSpPr>
          <p:cNvPr id="9" name="source">
            <a:extLst xmlns:a="http://schemas.openxmlformats.org/drawingml/2006/main">
              <a:ext uri="{FF2B5EF4-FFF2-40B4-BE49-F238E27FC236}">
                <a16:creationId xmlns:a16="http://schemas.microsoft.com/office/drawing/2014/main" id="{641EE6DB-4CB9-48AF-B551-C71398176B9F}"/>
              </a:ext>
            </a:extLst>
          </p:cNvPr>
          <p:cNvSpPr>
            <a:spLocks xmlns:a="http://schemas.openxmlformats.org/drawingml/2006/main" noGrp="1"/>
          </p:cNvSpPr>
          <p:nvPr/>
        </p:nvSpPr>
        <p:spPr>
          <a:xfrm xmlns:a="http://schemas.openxmlformats.org/drawingml/2006/main">
            <a:off x="609600" y="6067425"/>
            <a:ext cx="10763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1100" b="0">
                <a:solidFill>
                  <a:srgbClr val="66727D"/>
                </a:solidFill>
                <a:latin typeface="微软雅黑"/>
                <a:ea typeface="微软雅黑"/>
                <a:cs typeface="微软雅黑"/>
              </a:defRPr>
            </a:pPr>
            <a:r>
              <a:rPr sz="1100" b="0">
                <a:solidFill>
                  <a:srgbClr val="66727D"/>
                </a:solidFill>
                <a:latin typeface="微软雅黑"/>
                <a:ea typeface="微软雅黑"/>
                <a:cs typeface="微软雅黑"/>
              </a:rPr>
              <a:t>来源：Lu et al., 2026；课程八维分析框架详见 speaker notes</a:t>
            </a:r>
          </a:p>
        </p:txBody>
      </p:sp>
      <p:sp>
        <p:nvSpPr>
          <p:cNvPr id="10" name="m-label-0">
            <a:extLst xmlns:a="http://schemas.openxmlformats.org/drawingml/2006/main">
              <a:ext uri="{FF2B5EF4-FFF2-40B4-BE49-F238E27FC236}">
                <a16:creationId xmlns:a16="http://schemas.microsoft.com/office/drawing/2014/main" id="{88936EAD-F26B-4BB4-91A6-3D41E2391028}"/>
              </a:ext>
            </a:extLst>
          </p:cNvPr>
          <p:cNvSpPr>
            <a:spLocks xmlns:a="http://schemas.openxmlformats.org/drawingml/2006/main" noGrp="1"/>
          </p:cNvSpPr>
          <p:nvPr/>
        </p:nvSpPr>
        <p:spPr>
          <a:xfrm xmlns:a="http://schemas.openxmlformats.org/drawingml/2006/main">
            <a:off x="609600" y="1381125"/>
            <a:ext cx="24765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000" b="1">
                <a:solidFill>
                  <a:srgbClr val="1F4D78"/>
                </a:solidFill>
                <a:latin typeface="微软雅黑"/>
                <a:ea typeface="微软雅黑"/>
                <a:cs typeface="微软雅黑"/>
              </a:defRPr>
            </a:pPr>
            <a:r>
              <a:rPr sz="2000" b="1">
                <a:solidFill>
                  <a:srgbClr val="1F4D78"/>
                </a:solidFill>
                <a:latin typeface="微软雅黑"/>
                <a:ea typeface="微软雅黑"/>
                <a:cs typeface="微软雅黑"/>
              </a:rPr>
              <a:t>任务契约</a:t>
            </a:r>
          </a:p>
        </p:txBody>
      </p:sp>
      <p:sp>
        <p:nvSpPr>
          <p:cNvPr id="11" name="m-value-0">
            <a:extLst xmlns:a="http://schemas.openxmlformats.org/drawingml/2006/main">
              <a:ext uri="{FF2B5EF4-FFF2-40B4-BE49-F238E27FC236}">
                <a16:creationId xmlns:a16="http://schemas.microsoft.com/office/drawing/2014/main" id="{2F8FF005-FF36-4A08-92F2-DC326462124C}"/>
              </a:ext>
            </a:extLst>
          </p:cNvPr>
          <p:cNvSpPr>
            <a:spLocks xmlns:a="http://schemas.openxmlformats.org/drawingml/2006/main" noGrp="1"/>
          </p:cNvSpPr>
          <p:nvPr/>
        </p:nvSpPr>
        <p:spPr>
          <a:xfrm xmlns:a="http://schemas.openxmlformats.org/drawingml/2006/main">
            <a:off x="3257550" y="1381125"/>
            <a:ext cx="83248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目标能否预先固定？</a:t>
            </a:r>
          </a:p>
        </p:txBody>
      </p:sp>
      <p:sp>
        <p:nvSpPr>
          <p:cNvPr id="12" name="m-rule-0">
            <a:extLst xmlns:a="http://schemas.openxmlformats.org/drawingml/2006/main">
              <a:ext uri="{FF2B5EF4-FFF2-40B4-BE49-F238E27FC236}">
                <a16:creationId xmlns:a16="http://schemas.microsoft.com/office/drawing/2014/main" id="{EBE47EA7-8C7B-4AB0-AF82-A6BE8CA960C3}"/>
              </a:ext>
            </a:extLst>
          </p:cNvPr>
          <p:cNvSpPr>
            <a:spLocks xmlns:a="http://schemas.openxmlformats.org/drawingml/2006/main" noGrp="1"/>
          </p:cNvSpPr>
          <p:nvPr/>
        </p:nvSpPr>
        <p:spPr>
          <a:xfrm xmlns:a="http://schemas.openxmlformats.org/drawingml/2006/main">
            <a:off x="609600" y="2038350"/>
            <a:ext cx="10972800" cy="14288"/>
          </a:xfrm>
          <a:prstGeom xmlns:a="http://schemas.openxmlformats.org/drawingml/2006/main" prst="rect">
            <a:avLst/>
          </a:prstGeom>
          <a:solidFill xmlns:a="http://schemas.openxmlformats.org/drawingml/2006/main">
            <a:srgbClr val="CDD5DB"/>
          </a:solidFill>
          <a:ln xmlns:a="http://schemas.openxmlformats.org/drawingml/2006/main" w="0">
            <a:noFill/>
          </a:ln>
        </p:spPr>
      </p:sp>
      <p:sp>
        <p:nvSpPr>
          <p:cNvPr id="13" name="m-label-1">
            <a:extLst xmlns:a="http://schemas.openxmlformats.org/drawingml/2006/main">
              <a:ext uri="{FF2B5EF4-FFF2-40B4-BE49-F238E27FC236}">
                <a16:creationId xmlns:a16="http://schemas.microsoft.com/office/drawing/2014/main" id="{CFF92111-CE24-4512-AD8C-4EEFE90076F5}"/>
              </a:ext>
            </a:extLst>
          </p:cNvPr>
          <p:cNvSpPr>
            <a:spLocks xmlns:a="http://schemas.openxmlformats.org/drawingml/2006/main" noGrp="1"/>
          </p:cNvSpPr>
          <p:nvPr/>
        </p:nvSpPr>
        <p:spPr>
          <a:xfrm xmlns:a="http://schemas.openxmlformats.org/drawingml/2006/main">
            <a:off x="609600" y="2076450"/>
            <a:ext cx="24765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000" b="1">
                <a:solidFill>
                  <a:srgbClr val="1F4D78"/>
                </a:solidFill>
                <a:latin typeface="微软雅黑"/>
                <a:ea typeface="微软雅黑"/>
                <a:cs typeface="微软雅黑"/>
              </a:defRPr>
            </a:pPr>
            <a:r>
              <a:rPr sz="2000" b="1">
                <a:solidFill>
                  <a:srgbClr val="1F4D78"/>
                </a:solidFill>
                <a:latin typeface="微软雅黑"/>
                <a:ea typeface="微软雅黑"/>
                <a:cs typeface="微软雅黑"/>
              </a:rPr>
              <a:t>Context / 状态</a:t>
            </a:r>
          </a:p>
        </p:txBody>
      </p:sp>
      <p:sp>
        <p:nvSpPr>
          <p:cNvPr id="14" name="m-value-1">
            <a:extLst xmlns:a="http://schemas.openxmlformats.org/drawingml/2006/main">
              <a:ext uri="{FF2B5EF4-FFF2-40B4-BE49-F238E27FC236}">
                <a16:creationId xmlns:a16="http://schemas.microsoft.com/office/drawing/2014/main" id="{C401BD5E-41BF-4F68-946E-3C8BCB8E2D8B}"/>
              </a:ext>
            </a:extLst>
          </p:cNvPr>
          <p:cNvSpPr>
            <a:spLocks xmlns:a="http://schemas.openxmlformats.org/drawingml/2006/main" noGrp="1"/>
          </p:cNvSpPr>
          <p:nvPr/>
        </p:nvSpPr>
        <p:spPr>
          <a:xfrm xmlns:a="http://schemas.openxmlformats.org/drawingml/2006/main">
            <a:off x="3257550" y="2076450"/>
            <a:ext cx="83248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输入与中间工件能否追溯？</a:t>
            </a:r>
          </a:p>
        </p:txBody>
      </p:sp>
      <p:sp>
        <p:nvSpPr>
          <p:cNvPr id="15" name="m-rule-1">
            <a:extLst xmlns:a="http://schemas.openxmlformats.org/drawingml/2006/main">
              <a:ext uri="{FF2B5EF4-FFF2-40B4-BE49-F238E27FC236}">
                <a16:creationId xmlns:a16="http://schemas.microsoft.com/office/drawing/2014/main" id="{62A82DDA-1EF9-4F85-80D2-4D1D22A9CB3E}"/>
              </a:ext>
            </a:extLst>
          </p:cNvPr>
          <p:cNvSpPr>
            <a:spLocks xmlns:a="http://schemas.openxmlformats.org/drawingml/2006/main" noGrp="1"/>
          </p:cNvSpPr>
          <p:nvPr/>
        </p:nvSpPr>
        <p:spPr>
          <a:xfrm xmlns:a="http://schemas.openxmlformats.org/drawingml/2006/main">
            <a:off x="609600" y="2733675"/>
            <a:ext cx="10972800" cy="14288"/>
          </a:xfrm>
          <a:prstGeom xmlns:a="http://schemas.openxmlformats.org/drawingml/2006/main" prst="rect">
            <a:avLst/>
          </a:prstGeom>
          <a:solidFill xmlns:a="http://schemas.openxmlformats.org/drawingml/2006/main">
            <a:srgbClr val="CDD5DB"/>
          </a:solidFill>
          <a:ln xmlns:a="http://schemas.openxmlformats.org/drawingml/2006/main" w="0">
            <a:noFill/>
          </a:ln>
        </p:spPr>
      </p:sp>
      <p:sp>
        <p:nvSpPr>
          <p:cNvPr id="16" name="m-label-2">
            <a:extLst xmlns:a="http://schemas.openxmlformats.org/drawingml/2006/main">
              <a:ext uri="{FF2B5EF4-FFF2-40B4-BE49-F238E27FC236}">
                <a16:creationId xmlns:a16="http://schemas.microsoft.com/office/drawing/2014/main" id="{C620FF24-AB34-4A37-A02A-22E42E250654}"/>
              </a:ext>
            </a:extLst>
          </p:cNvPr>
          <p:cNvSpPr>
            <a:spLocks xmlns:a="http://schemas.openxmlformats.org/drawingml/2006/main" noGrp="1"/>
          </p:cNvSpPr>
          <p:nvPr/>
        </p:nvSpPr>
        <p:spPr>
          <a:xfrm xmlns:a="http://schemas.openxmlformats.org/drawingml/2006/main">
            <a:off x="609600" y="2771775"/>
            <a:ext cx="24765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000" b="1">
                <a:solidFill>
                  <a:srgbClr val="1F4D78"/>
                </a:solidFill>
                <a:latin typeface="微软雅黑"/>
                <a:ea typeface="微软雅黑"/>
                <a:cs typeface="微软雅黑"/>
              </a:defRPr>
            </a:pPr>
            <a:r>
              <a:rPr sz="2000" b="1">
                <a:solidFill>
                  <a:srgbClr val="1F4D78"/>
                </a:solidFill>
                <a:latin typeface="微软雅黑"/>
                <a:ea typeface="微软雅黑"/>
                <a:cs typeface="微软雅黑"/>
              </a:rPr>
              <a:t>工具与权限</a:t>
            </a:r>
          </a:p>
        </p:txBody>
      </p:sp>
      <p:sp>
        <p:nvSpPr>
          <p:cNvPr id="17" name="m-value-2">
            <a:extLst xmlns:a="http://schemas.openxmlformats.org/drawingml/2006/main">
              <a:ext uri="{FF2B5EF4-FFF2-40B4-BE49-F238E27FC236}">
                <a16:creationId xmlns:a16="http://schemas.microsoft.com/office/drawing/2014/main" id="{943D0B7A-D33D-4012-9879-1C5CC5F49552}"/>
              </a:ext>
            </a:extLst>
          </p:cNvPr>
          <p:cNvSpPr>
            <a:spLocks xmlns:a="http://schemas.openxmlformats.org/drawingml/2006/main" noGrp="1"/>
          </p:cNvSpPr>
          <p:nvPr/>
        </p:nvSpPr>
        <p:spPr>
          <a:xfrm xmlns:a="http://schemas.openxmlformats.org/drawingml/2006/main">
            <a:off x="3257550" y="2771775"/>
            <a:ext cx="83248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哪些外部动作必须确认？</a:t>
            </a:r>
          </a:p>
        </p:txBody>
      </p:sp>
      <p:sp>
        <p:nvSpPr>
          <p:cNvPr id="18" name="m-rule-2">
            <a:extLst xmlns:a="http://schemas.openxmlformats.org/drawingml/2006/main">
              <a:ext uri="{FF2B5EF4-FFF2-40B4-BE49-F238E27FC236}">
                <a16:creationId xmlns:a16="http://schemas.microsoft.com/office/drawing/2014/main" id="{E6BDD34D-28E9-4FC5-B722-BB7C271814BF}"/>
              </a:ext>
            </a:extLst>
          </p:cNvPr>
          <p:cNvSpPr>
            <a:spLocks xmlns:a="http://schemas.openxmlformats.org/drawingml/2006/main" noGrp="1"/>
          </p:cNvSpPr>
          <p:nvPr/>
        </p:nvSpPr>
        <p:spPr>
          <a:xfrm xmlns:a="http://schemas.openxmlformats.org/drawingml/2006/main">
            <a:off x="609600" y="3429000"/>
            <a:ext cx="10972800" cy="14288"/>
          </a:xfrm>
          <a:prstGeom xmlns:a="http://schemas.openxmlformats.org/drawingml/2006/main" prst="rect">
            <a:avLst/>
          </a:prstGeom>
          <a:solidFill xmlns:a="http://schemas.openxmlformats.org/drawingml/2006/main">
            <a:srgbClr val="CDD5DB"/>
          </a:solidFill>
          <a:ln xmlns:a="http://schemas.openxmlformats.org/drawingml/2006/main" w="0">
            <a:noFill/>
          </a:ln>
        </p:spPr>
      </p:sp>
      <p:sp>
        <p:nvSpPr>
          <p:cNvPr id="19" name="m-label-3">
            <a:extLst xmlns:a="http://schemas.openxmlformats.org/drawingml/2006/main">
              <a:ext uri="{FF2B5EF4-FFF2-40B4-BE49-F238E27FC236}">
                <a16:creationId xmlns:a16="http://schemas.microsoft.com/office/drawing/2014/main" id="{F53715A9-EE8E-4231-B3EB-B7E11442468C}"/>
              </a:ext>
            </a:extLst>
          </p:cNvPr>
          <p:cNvSpPr>
            <a:spLocks xmlns:a="http://schemas.openxmlformats.org/drawingml/2006/main" noGrp="1"/>
          </p:cNvSpPr>
          <p:nvPr/>
        </p:nvSpPr>
        <p:spPr>
          <a:xfrm xmlns:a="http://schemas.openxmlformats.org/drawingml/2006/main">
            <a:off x="609600" y="3467100"/>
            <a:ext cx="24765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000" b="1">
                <a:solidFill>
                  <a:srgbClr val="1F4D78"/>
                </a:solidFill>
                <a:latin typeface="微软雅黑"/>
                <a:ea typeface="微软雅黑"/>
                <a:cs typeface="微软雅黑"/>
              </a:defRPr>
            </a:pPr>
            <a:r>
              <a:rPr sz="2000" b="1">
                <a:solidFill>
                  <a:srgbClr val="1F4D78"/>
                </a:solidFill>
                <a:latin typeface="微软雅黑"/>
                <a:ea typeface="微软雅黑"/>
                <a:cs typeface="微软雅黑"/>
              </a:rPr>
              <a:t>执行与追踪</a:t>
            </a:r>
          </a:p>
        </p:txBody>
      </p:sp>
      <p:sp>
        <p:nvSpPr>
          <p:cNvPr id="20" name="m-value-3">
            <a:extLst xmlns:a="http://schemas.openxmlformats.org/drawingml/2006/main">
              <a:ext uri="{FF2B5EF4-FFF2-40B4-BE49-F238E27FC236}">
                <a16:creationId xmlns:a16="http://schemas.microsoft.com/office/drawing/2014/main" id="{7DB66F20-7823-448F-A241-2189645AF1A7}"/>
              </a:ext>
            </a:extLst>
          </p:cNvPr>
          <p:cNvSpPr>
            <a:spLocks xmlns:a="http://schemas.openxmlformats.org/drawingml/2006/main" noGrp="1"/>
          </p:cNvSpPr>
          <p:nvPr/>
        </p:nvSpPr>
        <p:spPr>
          <a:xfrm xmlns:a="http://schemas.openxmlformats.org/drawingml/2006/main">
            <a:off x="3257550" y="3467100"/>
            <a:ext cx="83248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失败是否完整保留？</a:t>
            </a:r>
          </a:p>
        </p:txBody>
      </p:sp>
      <p:sp>
        <p:nvSpPr>
          <p:cNvPr id="21" name="m-rule-3">
            <a:extLst xmlns:a="http://schemas.openxmlformats.org/drawingml/2006/main">
              <a:ext uri="{FF2B5EF4-FFF2-40B4-BE49-F238E27FC236}">
                <a16:creationId xmlns:a16="http://schemas.microsoft.com/office/drawing/2014/main" id="{8EA67106-C350-414E-9C0D-88563FEDA919}"/>
              </a:ext>
            </a:extLst>
          </p:cNvPr>
          <p:cNvSpPr>
            <a:spLocks xmlns:a="http://schemas.openxmlformats.org/drawingml/2006/main" noGrp="1"/>
          </p:cNvSpPr>
          <p:nvPr/>
        </p:nvSpPr>
        <p:spPr>
          <a:xfrm xmlns:a="http://schemas.openxmlformats.org/drawingml/2006/main">
            <a:off x="609600" y="4124325"/>
            <a:ext cx="10972800" cy="14288"/>
          </a:xfrm>
          <a:prstGeom xmlns:a="http://schemas.openxmlformats.org/drawingml/2006/main" prst="rect">
            <a:avLst/>
          </a:prstGeom>
          <a:solidFill xmlns:a="http://schemas.openxmlformats.org/drawingml/2006/main">
            <a:srgbClr val="CDD5DB"/>
          </a:solidFill>
          <a:ln xmlns:a="http://schemas.openxmlformats.org/drawingml/2006/main" w="0">
            <a:noFill/>
          </a:ln>
        </p:spPr>
      </p:sp>
      <p:sp>
        <p:nvSpPr>
          <p:cNvPr id="22" name="m-label-4">
            <a:extLst xmlns:a="http://schemas.openxmlformats.org/drawingml/2006/main">
              <a:ext uri="{FF2B5EF4-FFF2-40B4-BE49-F238E27FC236}">
                <a16:creationId xmlns:a16="http://schemas.microsoft.com/office/drawing/2014/main" id="{0F5E1D51-4815-4643-BA77-A29879E755AB}"/>
              </a:ext>
            </a:extLst>
          </p:cNvPr>
          <p:cNvSpPr>
            <a:spLocks xmlns:a="http://schemas.openxmlformats.org/drawingml/2006/main" noGrp="1"/>
          </p:cNvSpPr>
          <p:nvPr/>
        </p:nvSpPr>
        <p:spPr>
          <a:xfrm xmlns:a="http://schemas.openxmlformats.org/drawingml/2006/main">
            <a:off x="609600" y="4162425"/>
            <a:ext cx="24765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000" b="1">
                <a:solidFill>
                  <a:srgbClr val="1F4D78"/>
                </a:solidFill>
                <a:latin typeface="微软雅黑"/>
                <a:ea typeface="微软雅黑"/>
                <a:cs typeface="微软雅黑"/>
              </a:defRPr>
            </a:pPr>
            <a:r>
              <a:rPr sz="2000" b="1">
                <a:solidFill>
                  <a:srgbClr val="1F4D78"/>
                </a:solidFill>
                <a:latin typeface="微软雅黑"/>
                <a:ea typeface="微软雅黑"/>
                <a:cs typeface="微软雅黑"/>
              </a:rPr>
              <a:t>Evals</a:t>
            </a:r>
          </a:p>
        </p:txBody>
      </p:sp>
      <p:sp>
        <p:nvSpPr>
          <p:cNvPr id="23" name="m-value-4">
            <a:extLst xmlns:a="http://schemas.openxmlformats.org/drawingml/2006/main">
              <a:ext uri="{FF2B5EF4-FFF2-40B4-BE49-F238E27FC236}">
                <a16:creationId xmlns:a16="http://schemas.microsoft.com/office/drawing/2014/main" id="{28551BA7-286E-4F9F-9633-F4DCECEE79E8}"/>
              </a:ext>
            </a:extLst>
          </p:cNvPr>
          <p:cNvSpPr>
            <a:spLocks xmlns:a="http://schemas.openxmlformats.org/drawingml/2006/main" noGrp="1"/>
          </p:cNvSpPr>
          <p:nvPr/>
        </p:nvSpPr>
        <p:spPr>
          <a:xfrm xmlns:a="http://schemas.openxmlformats.org/drawingml/2006/main">
            <a:off x="3257550" y="4162425"/>
            <a:ext cx="83248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评价器是否独立？</a:t>
            </a:r>
          </a:p>
        </p:txBody>
      </p:sp>
      <p:sp>
        <p:nvSpPr>
          <p:cNvPr id="24" name="m-rule-4">
            <a:extLst xmlns:a="http://schemas.openxmlformats.org/drawingml/2006/main">
              <a:ext uri="{FF2B5EF4-FFF2-40B4-BE49-F238E27FC236}">
                <a16:creationId xmlns:a16="http://schemas.microsoft.com/office/drawing/2014/main" id="{D173D95F-A6ED-4CAD-9484-6A43BC836955}"/>
              </a:ext>
            </a:extLst>
          </p:cNvPr>
          <p:cNvSpPr>
            <a:spLocks xmlns:a="http://schemas.openxmlformats.org/drawingml/2006/main" noGrp="1"/>
          </p:cNvSpPr>
          <p:nvPr/>
        </p:nvSpPr>
        <p:spPr>
          <a:xfrm xmlns:a="http://schemas.openxmlformats.org/drawingml/2006/main">
            <a:off x="609600" y="4819650"/>
            <a:ext cx="10972800" cy="14288"/>
          </a:xfrm>
          <a:prstGeom xmlns:a="http://schemas.openxmlformats.org/drawingml/2006/main" prst="rect">
            <a:avLst/>
          </a:prstGeom>
          <a:solidFill xmlns:a="http://schemas.openxmlformats.org/drawingml/2006/main">
            <a:srgbClr val="CDD5DB"/>
          </a:solidFill>
          <a:ln xmlns:a="http://schemas.openxmlformats.org/drawingml/2006/main" w="0">
            <a:noFill/>
          </a:ln>
        </p:spPr>
      </p:sp>
      <p:sp>
        <p:nvSpPr>
          <p:cNvPr id="25" name="m-label-5">
            <a:extLst xmlns:a="http://schemas.openxmlformats.org/drawingml/2006/main">
              <a:ext uri="{FF2B5EF4-FFF2-40B4-BE49-F238E27FC236}">
                <a16:creationId xmlns:a16="http://schemas.microsoft.com/office/drawing/2014/main" id="{7784AAA5-E1EA-44B5-875A-2838FB59FE0D}"/>
              </a:ext>
            </a:extLst>
          </p:cNvPr>
          <p:cNvSpPr>
            <a:spLocks xmlns:a="http://schemas.openxmlformats.org/drawingml/2006/main" noGrp="1"/>
          </p:cNvSpPr>
          <p:nvPr/>
        </p:nvSpPr>
        <p:spPr>
          <a:xfrm xmlns:a="http://schemas.openxmlformats.org/drawingml/2006/main">
            <a:off x="609600" y="4857750"/>
            <a:ext cx="24765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000" b="1">
                <a:solidFill>
                  <a:srgbClr val="C8161E"/>
                </a:solidFill>
                <a:latin typeface="微软雅黑"/>
                <a:ea typeface="微软雅黑"/>
                <a:cs typeface="微软雅黑"/>
              </a:defRPr>
            </a:pPr>
            <a:r>
              <a:rPr sz="2000" b="1">
                <a:solidFill>
                  <a:srgbClr val="C8161E"/>
                </a:solidFill>
                <a:latin typeface="微软雅黑"/>
                <a:ea typeface="微软雅黑"/>
                <a:cs typeface="微软雅黑"/>
              </a:rPr>
              <a:t>人工判断</a:t>
            </a:r>
          </a:p>
        </p:txBody>
      </p:sp>
      <p:sp>
        <p:nvSpPr>
          <p:cNvPr id="26" name="m-value-5">
            <a:extLst xmlns:a="http://schemas.openxmlformats.org/drawingml/2006/main">
              <a:ext uri="{FF2B5EF4-FFF2-40B4-BE49-F238E27FC236}">
                <a16:creationId xmlns:a16="http://schemas.microsoft.com/office/drawing/2014/main" id="{18E01007-8064-463F-9E39-B17FE052CDCB}"/>
              </a:ext>
            </a:extLst>
          </p:cNvPr>
          <p:cNvSpPr>
            <a:spLocks xmlns:a="http://schemas.openxmlformats.org/drawingml/2006/main" noGrp="1"/>
          </p:cNvSpPr>
          <p:nvPr/>
        </p:nvSpPr>
        <p:spPr>
          <a:xfrm xmlns:a="http://schemas.openxmlformats.org/drawingml/2006/main">
            <a:off x="3257550" y="4857750"/>
            <a:ext cx="83248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方法、证据与结论由谁决定？</a:t>
            </a:r>
          </a:p>
        </p:txBody>
      </p:sp>
      <p:sp>
        <p:nvSpPr>
          <p:cNvPr id="27" name="m-rule-5">
            <a:extLst xmlns:a="http://schemas.openxmlformats.org/drawingml/2006/main">
              <a:ext uri="{FF2B5EF4-FFF2-40B4-BE49-F238E27FC236}">
                <a16:creationId xmlns:a16="http://schemas.microsoft.com/office/drawing/2014/main" id="{50EF693D-327F-4C5F-A685-33A7F7CF6438}"/>
              </a:ext>
            </a:extLst>
          </p:cNvPr>
          <p:cNvSpPr>
            <a:spLocks xmlns:a="http://schemas.openxmlformats.org/drawingml/2006/main" noGrp="1"/>
          </p:cNvSpPr>
          <p:nvPr/>
        </p:nvSpPr>
        <p:spPr>
          <a:xfrm xmlns:a="http://schemas.openxmlformats.org/drawingml/2006/main">
            <a:off x="609600" y="5514975"/>
            <a:ext cx="10972800" cy="14288"/>
          </a:xfrm>
          <a:prstGeom xmlns:a="http://schemas.openxmlformats.org/drawingml/2006/main" prst="rect">
            <a:avLst/>
          </a:prstGeom>
          <a:solidFill xmlns:a="http://schemas.openxmlformats.org/drawingml/2006/main">
            <a:srgbClr val="CDD5DB"/>
          </a:solidFill>
          <a:ln xmlns:a="http://schemas.openxmlformats.org/drawingml/2006/main" w="0">
            <a:noFill/>
          </a:ln>
        </p:spPr>
      </p:sp>
    </p:spTree>
    <p:extLst>
      <p:ext uri="{BB962C8B-B14F-4D97-AF65-F5344CB8AC3E}">
        <p14:creationId xmlns:p14="http://schemas.microsoft.com/office/powerpoint/2010/main" val="1443728403"/>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4" name="Text Placeholder 3">
            <a:extLst xmlns:a="http://schemas.openxmlformats.org/drawingml/2006/main">
              <a:ext uri="{FF2B5EF4-FFF2-40B4-BE49-F238E27FC236}">
                <a16:creationId xmlns:a16="http://schemas.microsoft.com/office/drawing/2014/main" id="{4D941B40-7A0A-534E-3563-CA11753C8E3F}"/>
              </a:ext>
            </a:extLst>
          </p:cNvPr>
          <p:cNvSpPr>
            <a:spLocks xmlns:a="http://schemas.openxmlformats.org/drawingml/2006/main" noGrp="1"/>
          </p:cNvSpPr>
          <p:nvPr>
            <p:ph type="body" idx="14"/>
          </p:nvPr>
        </p:nvSpPr>
        <p:spPr>
          <a:xfrm xmlns:a="http://schemas.openxmlformats.org/drawingml/2006/main">
            <a:off x="1028700" y="57150"/>
            <a:ext cx="10668000" cy="571500"/>
          </a:xfrm>
        </p:spPr>
        <p:txBody>
          <a:bodyPr xmlns:a="http://schemas.openxmlformats.org/drawingml/2006/main" lIns="0" tIns="0" rIns="0" bIns="0" anchor="ctr"/>
          <a:lstStyle xmlns:a="http://schemas.openxmlformats.org/drawingml/2006/main"/>
          <a:p xmlns:a="http://schemas.openxmlformats.org/drawingml/2006/main">
            <a:pPr algn="l">
              <a:lnSpc>
                <a:spcPct val="118000"/>
              </a:lnSpc>
              <a:buNone/>
            </a:pPr>
            <a:r>
              <a:rPr sz="3000" b="1">
                <a:solidFill>
                  <a:srgbClr val="FFFFFF"/>
                </a:solidFill>
                <a:latin typeface="微软雅黑"/>
                <a:ea typeface="微软雅黑"/>
                <a:cs typeface="微软雅黑"/>
              </a:rPr>
              <a:t>系统边界决定哪些表述可以成立</a:t>
            </a:r>
            <a:endParaRPr/>
          </a:p>
        </p:txBody>
      </p:sp>
      <p:sp>
        <p:nvSpPr>
          <p:cNvPr id="5" name="Slide Number Placeholder 4">
            <a:extLst xmlns:a="http://schemas.openxmlformats.org/drawingml/2006/main">
              <a:ext uri="{FF2B5EF4-FFF2-40B4-BE49-F238E27FC236}">
                <a16:creationId xmlns:a16="http://schemas.microsoft.com/office/drawing/2014/main" id="{EBA5909F-738E-F60C-BE8C-B3F1D94548E5}"/>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327921A4-25C4-3DB4-06B1-32693CEE2241}" type="slidenum">
              <a:t>14</a:t>
            </a:fld>
            <a:endParaRPr/>
          </a:p>
        </p:txBody>
      </p:sp>
      <p:sp>
        <p:nvSpPr>
          <p:cNvPr id="6" name="brand-header">
            <a:extLst xmlns:a="http://schemas.openxmlformats.org/drawingml/2006/main">
              <a:ext uri="{FF2B5EF4-FFF2-40B4-BE49-F238E27FC236}">
                <a16:creationId xmlns:a16="http://schemas.microsoft.com/office/drawing/2014/main" id="{A01C6C72-7586-4CE9-BF23-71DFD6B4F208}"/>
              </a:ext>
            </a:extLst>
          </p:cNvPr>
          <p:cNvSpPr>
            <a:spLocks xmlns:a="http://schemas.openxmlformats.org/drawingml/2006/main" noGrp="1"/>
          </p:cNvSpPr>
          <p:nvPr/>
        </p:nvSpPr>
        <p:spPr>
          <a:xfrm xmlns:a="http://schemas.openxmlformats.org/drawingml/2006/main">
            <a:off x="0" y="0"/>
            <a:ext cx="11887200" cy="685800"/>
          </a:xfrm>
          <a:prstGeom xmlns:a="http://schemas.openxmlformats.org/drawingml/2006/main" prst="rect">
            <a:avLst/>
          </a:prstGeom>
          <a:solidFill xmlns:a="http://schemas.openxmlformats.org/drawingml/2006/main">
            <a:srgbClr val="C8161E"/>
          </a:solidFill>
          <a:ln xmlns:a="http://schemas.openxmlformats.org/drawingml/2006/main" w="0">
            <a:noFill/>
          </a:ln>
        </p:spPr>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57be1362c6c64238"/>
          <a:stretch xmlns:a="http://schemas.openxmlformats.org/drawingml/2006/main"/>
        </p:blipFill>
        <p:spPr>
          <a:xfrm xmlns:a="http://schemas.openxmlformats.org/drawingml/2006/main">
            <a:off x="323850" y="76200"/>
            <a:ext cx="533400" cy="533400"/>
          </a:xfrm>
          <a:prstGeom xmlns:a="http://schemas.openxmlformats.org/drawingml/2006/main" prst="rect">
            <a:avLst/>
          </a:prstGeom>
        </p:spPr>
      </p:pic>
      <p:sp>
        <p:nvSpPr>
          <p:cNvPr id="8" name="brand-title">
            <a:extLst xmlns:a="http://schemas.openxmlformats.org/drawingml/2006/main">
              <a:ext uri="{FF2B5EF4-FFF2-40B4-BE49-F238E27FC236}">
                <a16:creationId xmlns:a16="http://schemas.microsoft.com/office/drawing/2014/main" id="{4DCE4DCC-44A3-4B2F-B641-EA58E9CF839B}"/>
              </a:ext>
            </a:extLst>
          </p:cNvPr>
          <p:cNvSpPr>
            <a:spLocks xmlns:a="http://schemas.openxmlformats.org/drawingml/2006/main" noGrp="1"/>
          </p:cNvSpPr>
          <p:nvPr/>
        </p:nvSpPr>
        <p:spPr>
          <a:xfrm xmlns:a="http://schemas.openxmlformats.org/drawingml/2006/main">
            <a:off x="1028700" y="66675"/>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3000" b="1">
                <a:solidFill>
                  <a:srgbClr val="FFFFFF"/>
                </a:solidFill>
                <a:latin typeface="微软雅黑"/>
                <a:ea typeface="微软雅黑"/>
                <a:cs typeface="微软雅黑"/>
              </a:defRPr>
            </a:pPr>
            <a:r>
              <a:rPr sz="3000" b="1">
                <a:solidFill>
                  <a:srgbClr val="FFFFFF"/>
                </a:solidFill>
                <a:latin typeface="微软雅黑"/>
                <a:ea typeface="微软雅黑"/>
                <a:cs typeface="微软雅黑"/>
              </a:rPr>
              <a:t>系统边界决定哪些表述可以成立</a:t>
            </a:r>
          </a:p>
        </p:txBody>
      </p:sp>
      <p:sp>
        <p:nvSpPr>
          <p:cNvPr id="9" name="source">
            <a:extLst xmlns:a="http://schemas.openxmlformats.org/drawingml/2006/main">
              <a:ext uri="{FF2B5EF4-FFF2-40B4-BE49-F238E27FC236}">
                <a16:creationId xmlns:a16="http://schemas.microsoft.com/office/drawing/2014/main" id="{B3E8695D-C059-45E9-98CF-ECDA11C67609}"/>
              </a:ext>
            </a:extLst>
          </p:cNvPr>
          <p:cNvSpPr>
            <a:spLocks xmlns:a="http://schemas.openxmlformats.org/drawingml/2006/main" noGrp="1"/>
          </p:cNvSpPr>
          <p:nvPr/>
        </p:nvSpPr>
        <p:spPr>
          <a:xfrm xmlns:a="http://schemas.openxmlformats.org/drawingml/2006/main">
            <a:off x="609600" y="6067425"/>
            <a:ext cx="10763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1100" b="0">
                <a:solidFill>
                  <a:srgbClr val="66727D"/>
                </a:solidFill>
                <a:latin typeface="微软雅黑"/>
                <a:ea typeface="微软雅黑"/>
                <a:cs typeface="微软雅黑"/>
              </a:defRPr>
            </a:pPr>
            <a:r>
              <a:rPr sz="1100" b="0">
                <a:solidFill>
                  <a:srgbClr val="66727D"/>
                </a:solidFill>
                <a:latin typeface="微软雅黑"/>
                <a:ea typeface="微软雅黑"/>
                <a:cs typeface="微软雅黑"/>
              </a:rPr>
              <a:t>来源：Karpathy, AutoResearch；Lu et al., 2026；边界说明详见 notes</a:t>
            </a:r>
          </a:p>
        </p:txBody>
      </p:sp>
      <p:sp>
        <p:nvSpPr>
          <p:cNvPr id="10" name="left-h">
            <a:extLst xmlns:a="http://schemas.openxmlformats.org/drawingml/2006/main">
              <a:ext uri="{FF2B5EF4-FFF2-40B4-BE49-F238E27FC236}">
                <a16:creationId xmlns:a16="http://schemas.microsoft.com/office/drawing/2014/main" id="{AF14A406-79D1-435D-8F76-5871DBEEBA4A}"/>
              </a:ext>
            </a:extLst>
          </p:cNvPr>
          <p:cNvSpPr>
            <a:spLocks xmlns:a="http://schemas.openxmlformats.org/drawingml/2006/main" noGrp="1"/>
          </p:cNvSpPr>
          <p:nvPr/>
        </p:nvSpPr>
        <p:spPr>
          <a:xfrm xmlns:a="http://schemas.openxmlformats.org/drawingml/2006/main">
            <a:off x="609600" y="147637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2200" b="1">
                <a:solidFill>
                  <a:srgbClr val="C8161E"/>
                </a:solidFill>
                <a:latin typeface="微软雅黑"/>
                <a:ea typeface="微软雅黑"/>
                <a:cs typeface="微软雅黑"/>
              </a:defRPr>
            </a:pPr>
            <a:r>
              <a:rPr sz="2200" b="1">
                <a:solidFill>
                  <a:srgbClr val="C8161E"/>
                </a:solidFill>
                <a:latin typeface="微软雅黑"/>
                <a:ea typeface="微软雅黑"/>
                <a:cs typeface="微软雅黑"/>
              </a:rPr>
              <a:t>证据不支持的外推</a:t>
            </a:r>
          </a:p>
        </p:txBody>
      </p:sp>
      <p:sp>
        <p:nvSpPr>
          <p:cNvPr id="11" name="right-h">
            <a:extLst xmlns:a="http://schemas.openxmlformats.org/drawingml/2006/main">
              <a:ext uri="{FF2B5EF4-FFF2-40B4-BE49-F238E27FC236}">
                <a16:creationId xmlns:a16="http://schemas.microsoft.com/office/drawing/2014/main" id="{A231557C-6824-4F7D-81F3-87FE98E71CC8}"/>
              </a:ext>
            </a:extLst>
          </p:cNvPr>
          <p:cNvSpPr>
            <a:spLocks xmlns:a="http://schemas.openxmlformats.org/drawingml/2006/main" noGrp="1"/>
          </p:cNvSpPr>
          <p:nvPr/>
        </p:nvSpPr>
        <p:spPr>
          <a:xfrm xmlns:a="http://schemas.openxmlformats.org/drawingml/2006/main">
            <a:off x="6629400" y="147637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2200" b="1">
                <a:solidFill>
                  <a:srgbClr val="2E7D5B"/>
                </a:solidFill>
                <a:latin typeface="微软雅黑"/>
                <a:ea typeface="微软雅黑"/>
                <a:cs typeface="微软雅黑"/>
              </a:defRPr>
            </a:pPr>
            <a:r>
              <a:rPr sz="2200" b="1">
                <a:solidFill>
                  <a:srgbClr val="2E7D5B"/>
                </a:solidFill>
                <a:latin typeface="微软雅黑"/>
                <a:ea typeface="微软雅黑"/>
                <a:cs typeface="微软雅黑"/>
              </a:rPr>
              <a:t>当前可成立</a:t>
            </a:r>
          </a:p>
        </p:txBody>
      </p:sp>
      <p:sp>
        <p:nvSpPr>
          <p:cNvPr id="12" name="split">
            <a:extLst xmlns:a="http://schemas.openxmlformats.org/drawingml/2006/main">
              <a:ext uri="{FF2B5EF4-FFF2-40B4-BE49-F238E27FC236}">
                <a16:creationId xmlns:a16="http://schemas.microsoft.com/office/drawing/2014/main" id="{26F6E5ED-8F8A-4D89-B893-DE75FDA43736}"/>
              </a:ext>
            </a:extLst>
          </p:cNvPr>
          <p:cNvSpPr>
            <a:spLocks xmlns:a="http://schemas.openxmlformats.org/drawingml/2006/main" noGrp="1"/>
          </p:cNvSpPr>
          <p:nvPr/>
        </p:nvSpPr>
        <p:spPr>
          <a:xfrm xmlns:a="http://schemas.openxmlformats.org/drawingml/2006/main">
            <a:off x="6096000" y="1476375"/>
            <a:ext cx="9525" cy="14288"/>
          </a:xfrm>
          <a:prstGeom xmlns:a="http://schemas.openxmlformats.org/drawingml/2006/main" prst="rect">
            <a:avLst/>
          </a:prstGeom>
          <a:solidFill xmlns:a="http://schemas.openxmlformats.org/drawingml/2006/main">
            <a:srgbClr val="CDD5DB"/>
          </a:solidFill>
          <a:ln xmlns:a="http://schemas.openxmlformats.org/drawingml/2006/main" w="0">
            <a:noFill/>
          </a:ln>
        </p:spPr>
      </p:sp>
      <p:sp>
        <p:nvSpPr>
          <p:cNvPr id="13" name="list-64-217-0">
            <a:extLst xmlns:a="http://schemas.openxmlformats.org/drawingml/2006/main">
              <a:ext uri="{FF2B5EF4-FFF2-40B4-BE49-F238E27FC236}">
                <a16:creationId xmlns:a16="http://schemas.microsoft.com/office/drawing/2014/main" id="{F85F86F5-10BC-413D-BDD1-00D133FC9796}"/>
              </a:ext>
            </a:extLst>
          </p:cNvPr>
          <p:cNvSpPr>
            <a:spLocks xmlns:a="http://schemas.openxmlformats.org/drawingml/2006/main" noGrp="1"/>
          </p:cNvSpPr>
          <p:nvPr/>
        </p:nvSpPr>
        <p:spPr>
          <a:xfrm xmlns:a="http://schemas.openxmlformats.org/drawingml/2006/main">
            <a:off x="609600" y="206692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 “自动完成完整科研”</a:t>
            </a:r>
          </a:p>
        </p:txBody>
      </p:sp>
      <p:sp>
        <p:nvSpPr>
          <p:cNvPr id="14" name="list-64-217-1">
            <a:extLst xmlns:a="http://schemas.openxmlformats.org/drawingml/2006/main">
              <a:ext uri="{FF2B5EF4-FFF2-40B4-BE49-F238E27FC236}">
                <a16:creationId xmlns:a16="http://schemas.microsoft.com/office/drawing/2014/main" id="{00688A3B-C2AC-4E3C-B4B4-7B4EEE821806}"/>
              </a:ext>
            </a:extLst>
          </p:cNvPr>
          <p:cNvSpPr>
            <a:spLocks xmlns:a="http://schemas.openxmlformats.org/drawingml/2006/main" noGrp="1"/>
          </p:cNvSpPr>
          <p:nvPr/>
        </p:nvSpPr>
        <p:spPr>
          <a:xfrm xmlns:a="http://schemas.openxmlformats.org/drawingml/2006/main">
            <a:off x="609600" y="252412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 “自动评审替代同行”</a:t>
            </a:r>
          </a:p>
        </p:txBody>
      </p:sp>
      <p:sp>
        <p:nvSpPr>
          <p:cNvPr id="15" name="list-64-217-2">
            <a:extLst xmlns:a="http://schemas.openxmlformats.org/drawingml/2006/main">
              <a:ext uri="{FF2B5EF4-FFF2-40B4-BE49-F238E27FC236}">
                <a16:creationId xmlns:a16="http://schemas.microsoft.com/office/drawing/2014/main" id="{8B07ECA5-C861-435F-A0CD-DF356E02A6A6}"/>
              </a:ext>
            </a:extLst>
          </p:cNvPr>
          <p:cNvSpPr>
            <a:spLocks xmlns:a="http://schemas.openxmlformats.org/drawingml/2006/main" noGrp="1"/>
          </p:cNvSpPr>
          <p:nvPr/>
        </p:nvSpPr>
        <p:spPr>
          <a:xfrm xmlns:a="http://schemas.openxmlformats.org/drawingml/2006/main">
            <a:off x="609600" y="298132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 “端到端适用于所有学科”</a:t>
            </a:r>
          </a:p>
        </p:txBody>
      </p:sp>
      <p:sp>
        <p:nvSpPr>
          <p:cNvPr id="16" name="list-64-217-3">
            <a:extLst xmlns:a="http://schemas.openxmlformats.org/drawingml/2006/main">
              <a:ext uri="{FF2B5EF4-FFF2-40B4-BE49-F238E27FC236}">
                <a16:creationId xmlns:a16="http://schemas.microsoft.com/office/drawing/2014/main" id="{AB8CD8E2-DAF4-4A1A-90CE-440AED6F5FAD}"/>
              </a:ext>
            </a:extLst>
          </p:cNvPr>
          <p:cNvSpPr>
            <a:spLocks xmlns:a="http://schemas.openxmlformats.org/drawingml/2006/main" noGrp="1"/>
          </p:cNvSpPr>
          <p:nvPr/>
        </p:nvSpPr>
        <p:spPr>
          <a:xfrm xmlns:a="http://schemas.openxmlformats.org/drawingml/2006/main">
            <a:off x="609600" y="343852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 “失败可以自动删除”</a:t>
            </a:r>
          </a:p>
        </p:txBody>
      </p:sp>
      <p:sp>
        <p:nvSpPr>
          <p:cNvPr id="17" name="list-696-217-0">
            <a:extLst xmlns:a="http://schemas.openxmlformats.org/drawingml/2006/main">
              <a:ext uri="{FF2B5EF4-FFF2-40B4-BE49-F238E27FC236}">
                <a16:creationId xmlns:a16="http://schemas.microsoft.com/office/drawing/2014/main" id="{E583EF92-8CF8-40B1-A3E0-FAA395C114DD}"/>
              </a:ext>
            </a:extLst>
          </p:cNvPr>
          <p:cNvSpPr>
            <a:spLocks xmlns:a="http://schemas.openxmlformats.org/drawingml/2006/main" noGrp="1"/>
          </p:cNvSpPr>
          <p:nvPr/>
        </p:nvSpPr>
        <p:spPr>
          <a:xfrm xmlns:a="http://schemas.openxmlformats.org/drawingml/2006/main">
            <a:off x="6629400" y="206692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 可分析系统组件与边界</a:t>
            </a:r>
          </a:p>
        </p:txBody>
      </p:sp>
      <p:sp>
        <p:nvSpPr>
          <p:cNvPr id="18" name="list-696-217-1">
            <a:extLst xmlns:a="http://schemas.openxmlformats.org/drawingml/2006/main">
              <a:ext uri="{FF2B5EF4-FFF2-40B4-BE49-F238E27FC236}">
                <a16:creationId xmlns:a16="http://schemas.microsoft.com/office/drawing/2014/main" id="{04A10399-F064-4AF0-96BB-4DF7A1C1AF80}"/>
              </a:ext>
            </a:extLst>
          </p:cNvPr>
          <p:cNvSpPr>
            <a:spLocks xmlns:a="http://schemas.openxmlformats.org/drawingml/2006/main" noGrp="1"/>
          </p:cNvSpPr>
          <p:nvPr/>
        </p:nvSpPr>
        <p:spPr>
          <a:xfrm xmlns:a="http://schemas.openxmlformats.org/drawingml/2006/main">
            <a:off x="6629400" y="252412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 可复用受限循环骨架</a:t>
            </a:r>
          </a:p>
        </p:txBody>
      </p:sp>
      <p:sp>
        <p:nvSpPr>
          <p:cNvPr id="19" name="list-696-217-2">
            <a:extLst xmlns:a="http://schemas.openxmlformats.org/drawingml/2006/main">
              <a:ext uri="{FF2B5EF4-FFF2-40B4-BE49-F238E27FC236}">
                <a16:creationId xmlns:a16="http://schemas.microsoft.com/office/drawing/2014/main" id="{E9D2AECA-8B1E-4830-A02F-E52296215EE7}"/>
              </a:ext>
            </a:extLst>
          </p:cNvPr>
          <p:cNvSpPr>
            <a:spLocks xmlns:a="http://schemas.openxmlformats.org/drawingml/2006/main" noGrp="1"/>
          </p:cNvSpPr>
          <p:nvPr/>
        </p:nvSpPr>
        <p:spPr>
          <a:xfrm xmlns:a="http://schemas.openxmlformats.org/drawingml/2006/main">
            <a:off x="6629400" y="298132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 需人工核验方法与结论</a:t>
            </a:r>
          </a:p>
        </p:txBody>
      </p:sp>
      <p:sp>
        <p:nvSpPr>
          <p:cNvPr id="20" name="list-696-217-3">
            <a:extLst xmlns:a="http://schemas.openxmlformats.org/drawingml/2006/main">
              <a:ext uri="{FF2B5EF4-FFF2-40B4-BE49-F238E27FC236}">
                <a16:creationId xmlns:a16="http://schemas.microsoft.com/office/drawing/2014/main" id="{8A1978EB-7175-4D58-9CE4-8FE98D42DCE1}"/>
              </a:ext>
            </a:extLst>
          </p:cNvPr>
          <p:cNvSpPr>
            <a:spLocks xmlns:a="http://schemas.openxmlformats.org/drawingml/2006/main" noGrp="1"/>
          </p:cNvSpPr>
          <p:nvPr/>
        </p:nvSpPr>
        <p:spPr>
          <a:xfrm xmlns:a="http://schemas.openxmlformats.org/drawingml/2006/main">
            <a:off x="6629400" y="343852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 失败进入可审计记录</a:t>
            </a:r>
          </a:p>
        </p:txBody>
      </p:sp>
    </p:spTree>
    <p:extLst>
      <p:ext uri="{BB962C8B-B14F-4D97-AF65-F5344CB8AC3E}">
        <p14:creationId xmlns:p14="http://schemas.microsoft.com/office/powerpoint/2010/main" val="1443728403"/>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4" name="Text Placeholder 3">
            <a:extLst xmlns:a="http://schemas.openxmlformats.org/drawingml/2006/main">
              <a:ext uri="{FF2B5EF4-FFF2-40B4-BE49-F238E27FC236}">
                <a16:creationId xmlns:a16="http://schemas.microsoft.com/office/drawing/2014/main" id="{4D941B40-7A0A-534E-3563-CA11753C8E3F}"/>
              </a:ext>
            </a:extLst>
          </p:cNvPr>
          <p:cNvSpPr>
            <a:spLocks xmlns:a="http://schemas.openxmlformats.org/drawingml/2006/main" noGrp="1"/>
          </p:cNvSpPr>
          <p:nvPr>
            <p:ph type="body" idx="14"/>
          </p:nvPr>
        </p:nvSpPr>
        <p:spPr>
          <a:xfrm xmlns:a="http://schemas.openxmlformats.org/drawingml/2006/main">
            <a:off x="1028700" y="57150"/>
            <a:ext cx="10668000" cy="571500"/>
          </a:xfrm>
        </p:spPr>
        <p:txBody>
          <a:bodyPr xmlns:a="http://schemas.openxmlformats.org/drawingml/2006/main" lIns="0" tIns="0" rIns="0" bIns="0" anchor="ctr"/>
          <a:lstStyle xmlns:a="http://schemas.openxmlformats.org/drawingml/2006/main"/>
          <a:p xmlns:a="http://schemas.openxmlformats.org/drawingml/2006/main">
            <a:pPr algn="l">
              <a:lnSpc>
                <a:spcPct val="118000"/>
              </a:lnSpc>
              <a:buNone/>
            </a:pPr>
            <a:r>
              <a:rPr sz="3000" b="1">
                <a:solidFill>
                  <a:srgbClr val="FFFFFF"/>
                </a:solidFill>
                <a:latin typeface="微软雅黑"/>
                <a:ea typeface="微软雅黑"/>
                <a:cs typeface="微软雅黑"/>
              </a:rPr>
              <a:t>同一工作流映射到两个分析对象</a:t>
            </a:r>
            <a:endParaRPr/>
          </a:p>
        </p:txBody>
      </p:sp>
      <p:sp>
        <p:nvSpPr>
          <p:cNvPr id="5" name="Slide Number Placeholder 4">
            <a:extLst xmlns:a="http://schemas.openxmlformats.org/drawingml/2006/main">
              <a:ext uri="{FF2B5EF4-FFF2-40B4-BE49-F238E27FC236}">
                <a16:creationId xmlns:a16="http://schemas.microsoft.com/office/drawing/2014/main" id="{EBA5909F-738E-F60C-BE8C-B3F1D94548E5}"/>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EA83FA91-883A-0168-8075-96CEB9DCA3C2}" type="slidenum">
              <a:t>15</a:t>
            </a:fld>
            <a:endParaRPr/>
          </a:p>
        </p:txBody>
      </p:sp>
      <p:sp>
        <p:nvSpPr>
          <p:cNvPr id="6" name="brand-header">
            <a:extLst xmlns:a="http://schemas.openxmlformats.org/drawingml/2006/main">
              <a:ext uri="{FF2B5EF4-FFF2-40B4-BE49-F238E27FC236}">
                <a16:creationId xmlns:a16="http://schemas.microsoft.com/office/drawing/2014/main" id="{6C6EB05F-B43C-44CC-9A4C-496F1E28C8BE}"/>
              </a:ext>
            </a:extLst>
          </p:cNvPr>
          <p:cNvSpPr>
            <a:spLocks xmlns:a="http://schemas.openxmlformats.org/drawingml/2006/main" noGrp="1"/>
          </p:cNvSpPr>
          <p:nvPr/>
        </p:nvSpPr>
        <p:spPr>
          <a:xfrm xmlns:a="http://schemas.openxmlformats.org/drawingml/2006/main">
            <a:off x="0" y="0"/>
            <a:ext cx="11887200" cy="685800"/>
          </a:xfrm>
          <a:prstGeom xmlns:a="http://schemas.openxmlformats.org/drawingml/2006/main" prst="rect">
            <a:avLst/>
          </a:prstGeom>
          <a:solidFill xmlns:a="http://schemas.openxmlformats.org/drawingml/2006/main">
            <a:srgbClr val="C8161E"/>
          </a:solidFill>
          <a:ln xmlns:a="http://schemas.openxmlformats.org/drawingml/2006/main" w="0">
            <a:noFill/>
          </a:ln>
        </p:spPr>
      </p:sp>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a823f52624cf4c89"/>
          <a:stretch xmlns:a="http://schemas.openxmlformats.org/drawingml/2006/main"/>
        </p:blipFill>
        <p:spPr>
          <a:xfrm xmlns:a="http://schemas.openxmlformats.org/drawingml/2006/main">
            <a:off x="323850" y="76200"/>
            <a:ext cx="533400" cy="533400"/>
          </a:xfrm>
          <a:prstGeom xmlns:a="http://schemas.openxmlformats.org/drawingml/2006/main" prst="rect">
            <a:avLst/>
          </a:prstGeom>
        </p:spPr>
      </p:pic>
      <p:sp>
        <p:nvSpPr>
          <p:cNvPr id="8" name="brand-title">
            <a:extLst xmlns:a="http://schemas.openxmlformats.org/drawingml/2006/main">
              <a:ext uri="{FF2B5EF4-FFF2-40B4-BE49-F238E27FC236}">
                <a16:creationId xmlns:a16="http://schemas.microsoft.com/office/drawing/2014/main" id="{7988AF0A-A620-454E-9E34-414F5091ACD5}"/>
              </a:ext>
            </a:extLst>
          </p:cNvPr>
          <p:cNvSpPr>
            <a:spLocks xmlns:a="http://schemas.openxmlformats.org/drawingml/2006/main" noGrp="1"/>
          </p:cNvSpPr>
          <p:nvPr/>
        </p:nvSpPr>
        <p:spPr>
          <a:xfrm xmlns:a="http://schemas.openxmlformats.org/drawingml/2006/main">
            <a:off x="1028700" y="66675"/>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3000" b="1">
                <a:solidFill>
                  <a:srgbClr val="FFFFFF"/>
                </a:solidFill>
                <a:latin typeface="微软雅黑"/>
                <a:ea typeface="微软雅黑"/>
                <a:cs typeface="微软雅黑"/>
              </a:defRPr>
            </a:pPr>
            <a:r>
              <a:rPr sz="3000" b="1">
                <a:solidFill>
                  <a:srgbClr val="FFFFFF"/>
                </a:solidFill>
                <a:latin typeface="微软雅黑"/>
                <a:ea typeface="微软雅黑"/>
                <a:cs typeface="微软雅黑"/>
              </a:rPr>
              <a:t>同一工作流映射到两个分析对象</a:t>
            </a:r>
          </a:p>
        </p:txBody>
      </p:sp>
      <p:sp>
        <p:nvSpPr>
          <p:cNvPr id="9" name="source">
            <a:extLst xmlns:a="http://schemas.openxmlformats.org/drawingml/2006/main">
              <a:ext uri="{FF2B5EF4-FFF2-40B4-BE49-F238E27FC236}">
                <a16:creationId xmlns:a16="http://schemas.microsoft.com/office/drawing/2014/main" id="{D30D529D-8385-4B4D-B3C1-33CCE83FB1D0}"/>
              </a:ext>
            </a:extLst>
          </p:cNvPr>
          <p:cNvSpPr>
            <a:spLocks xmlns:a="http://schemas.openxmlformats.org/drawingml/2006/main" noGrp="1"/>
          </p:cNvSpPr>
          <p:nvPr/>
        </p:nvSpPr>
        <p:spPr>
          <a:xfrm xmlns:a="http://schemas.openxmlformats.org/drawingml/2006/main">
            <a:off x="609600" y="6067425"/>
            <a:ext cx="10763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1100" b="0">
                <a:solidFill>
                  <a:srgbClr val="66727D"/>
                </a:solidFill>
                <a:latin typeface="微软雅黑"/>
                <a:ea typeface="微软雅黑"/>
                <a:cs typeface="微软雅黑"/>
              </a:defRPr>
            </a:pPr>
            <a:r>
              <a:rPr sz="1100" b="0">
                <a:solidFill>
                  <a:srgbClr val="66727D"/>
                </a:solidFill>
                <a:latin typeface="微软雅黑"/>
                <a:ea typeface="微软雅黑"/>
                <a:cs typeface="微软雅黑"/>
              </a:rPr>
              <a:t>来源：Karpathy, AutoResearch；Lu et al., 2026；对照维度详见 notes</a:t>
            </a:r>
          </a:p>
        </p:txBody>
      </p:sp>
      <p:sp>
        <p:nvSpPr>
          <p:cNvPr id="10" name="chain-line-0">
            <a:extLst xmlns:a="http://schemas.openxmlformats.org/drawingml/2006/main">
              <a:ext uri="{FF2B5EF4-FFF2-40B4-BE49-F238E27FC236}">
                <a16:creationId xmlns:a16="http://schemas.microsoft.com/office/drawing/2014/main" id="{F856987C-5D90-41B4-B4ED-6ACD1C15D224}"/>
              </a:ext>
            </a:extLst>
          </p:cNvPr>
          <p:cNvSpPr>
            <a:spLocks xmlns:a="http://schemas.openxmlformats.org/drawingml/2006/main" noGrp="1"/>
          </p:cNvSpPr>
          <p:nvPr/>
        </p:nvSpPr>
        <p:spPr>
          <a:xfrm xmlns:a="http://schemas.openxmlformats.org/drawingml/2006/main">
            <a:off x="1428750" y="2819400"/>
            <a:ext cx="2000250"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11" name="chain-0">
            <a:extLst xmlns:a="http://schemas.openxmlformats.org/drawingml/2006/main">
              <a:ext uri="{FF2B5EF4-FFF2-40B4-BE49-F238E27FC236}">
                <a16:creationId xmlns:a16="http://schemas.microsoft.com/office/drawing/2014/main" id="{927499A8-D76D-42BB-A971-59425F5ADE82}"/>
              </a:ext>
            </a:extLst>
          </p:cNvPr>
          <p:cNvSpPr>
            <a:spLocks xmlns:a="http://schemas.openxmlformats.org/drawingml/2006/main" noGrp="1"/>
          </p:cNvSpPr>
          <p:nvPr/>
        </p:nvSpPr>
        <p:spPr>
          <a:xfrm xmlns:a="http://schemas.openxmlformats.org/drawingml/2006/main">
            <a:off x="1428750" y="2095500"/>
            <a:ext cx="2000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任务契约</a:t>
            </a:r>
          </a:p>
        </p:txBody>
      </p:sp>
      <p:sp>
        <p:nvSpPr>
          <p:cNvPr id="12" name="chain-arrow-0">
            <a:extLst xmlns:a="http://schemas.openxmlformats.org/drawingml/2006/main">
              <a:ext uri="{FF2B5EF4-FFF2-40B4-BE49-F238E27FC236}">
                <a16:creationId xmlns:a16="http://schemas.microsoft.com/office/drawing/2014/main" id="{86D9962A-CD4E-41D1-B847-7DC9634A56CE}"/>
              </a:ext>
            </a:extLst>
          </p:cNvPr>
          <p:cNvSpPr>
            <a:spLocks xmlns:a="http://schemas.openxmlformats.org/drawingml/2006/main" noGrp="1"/>
          </p:cNvSpPr>
          <p:nvPr/>
        </p:nvSpPr>
        <p:spPr>
          <a:xfrm xmlns:a="http://schemas.openxmlformats.org/drawingml/2006/main">
            <a:off x="3429000" y="2266950"/>
            <a:ext cx="444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400" b="0">
                <a:solidFill>
                  <a:srgbClr val="1F4D78"/>
                </a:solidFill>
                <a:latin typeface="微软雅黑"/>
                <a:ea typeface="微软雅黑"/>
                <a:cs typeface="微软雅黑"/>
              </a:defRPr>
            </a:pPr>
            <a:r>
              <a:rPr sz="2400" b="0">
                <a:solidFill>
                  <a:srgbClr val="1F4D78"/>
                </a:solidFill>
                <a:latin typeface="微软雅黑"/>
                <a:ea typeface="微软雅黑"/>
                <a:cs typeface="微软雅黑"/>
              </a:rPr>
              <a:t>→</a:t>
            </a:r>
          </a:p>
        </p:txBody>
      </p:sp>
      <p:sp>
        <p:nvSpPr>
          <p:cNvPr id="13" name="chain-sub-0">
            <a:extLst xmlns:a="http://schemas.openxmlformats.org/drawingml/2006/main">
              <a:ext uri="{FF2B5EF4-FFF2-40B4-BE49-F238E27FC236}">
                <a16:creationId xmlns:a16="http://schemas.microsoft.com/office/drawing/2014/main" id="{5A215F7D-B088-4923-9E4C-73717C329694}"/>
              </a:ext>
            </a:extLst>
          </p:cNvPr>
          <p:cNvSpPr>
            <a:spLocks xmlns:a="http://schemas.openxmlformats.org/drawingml/2006/main" noGrp="1"/>
          </p:cNvSpPr>
          <p:nvPr/>
        </p:nvSpPr>
        <p:spPr>
          <a:xfrm xmlns:a="http://schemas.openxmlformats.org/drawingml/2006/main">
            <a:off x="1428750" y="2971800"/>
            <a:ext cx="2000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先写清边界</a:t>
            </a:r>
          </a:p>
        </p:txBody>
      </p:sp>
      <p:sp>
        <p:nvSpPr>
          <p:cNvPr id="14" name="chain-line-1">
            <a:extLst xmlns:a="http://schemas.openxmlformats.org/drawingml/2006/main">
              <a:ext uri="{FF2B5EF4-FFF2-40B4-BE49-F238E27FC236}">
                <a16:creationId xmlns:a16="http://schemas.microsoft.com/office/drawing/2014/main" id="{340F8BD9-CB9B-422D-9072-9FC5303EBC28}"/>
              </a:ext>
            </a:extLst>
          </p:cNvPr>
          <p:cNvSpPr>
            <a:spLocks xmlns:a="http://schemas.openxmlformats.org/drawingml/2006/main" noGrp="1"/>
          </p:cNvSpPr>
          <p:nvPr/>
        </p:nvSpPr>
        <p:spPr>
          <a:xfrm xmlns:a="http://schemas.openxmlformats.org/drawingml/2006/main">
            <a:off x="3873500" y="2819400"/>
            <a:ext cx="2000250"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15" name="chain-1">
            <a:extLst xmlns:a="http://schemas.openxmlformats.org/drawingml/2006/main">
              <a:ext uri="{FF2B5EF4-FFF2-40B4-BE49-F238E27FC236}">
                <a16:creationId xmlns:a16="http://schemas.microsoft.com/office/drawing/2014/main" id="{80EA1319-62FD-4A95-AABF-80852E726F29}"/>
              </a:ext>
            </a:extLst>
          </p:cNvPr>
          <p:cNvSpPr>
            <a:spLocks xmlns:a="http://schemas.openxmlformats.org/drawingml/2006/main" noGrp="1"/>
          </p:cNvSpPr>
          <p:nvPr/>
        </p:nvSpPr>
        <p:spPr>
          <a:xfrm xmlns:a="http://schemas.openxmlformats.org/drawingml/2006/main">
            <a:off x="3873500" y="2095500"/>
            <a:ext cx="2000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执行循环</a:t>
            </a:r>
          </a:p>
        </p:txBody>
      </p:sp>
      <p:sp>
        <p:nvSpPr>
          <p:cNvPr id="16" name="chain-arrow-1">
            <a:extLst xmlns:a="http://schemas.openxmlformats.org/drawingml/2006/main">
              <a:ext uri="{FF2B5EF4-FFF2-40B4-BE49-F238E27FC236}">
                <a16:creationId xmlns:a16="http://schemas.microsoft.com/office/drawing/2014/main" id="{7231FB48-9A32-4C7A-A835-BD1F8C209982}"/>
              </a:ext>
            </a:extLst>
          </p:cNvPr>
          <p:cNvSpPr>
            <a:spLocks xmlns:a="http://schemas.openxmlformats.org/drawingml/2006/main" noGrp="1"/>
          </p:cNvSpPr>
          <p:nvPr/>
        </p:nvSpPr>
        <p:spPr>
          <a:xfrm xmlns:a="http://schemas.openxmlformats.org/drawingml/2006/main">
            <a:off x="5873750" y="2266950"/>
            <a:ext cx="444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400" b="0">
                <a:solidFill>
                  <a:srgbClr val="1F4D78"/>
                </a:solidFill>
                <a:latin typeface="微软雅黑"/>
                <a:ea typeface="微软雅黑"/>
                <a:cs typeface="微软雅黑"/>
              </a:defRPr>
            </a:pPr>
            <a:r>
              <a:rPr sz="2400" b="0">
                <a:solidFill>
                  <a:srgbClr val="1F4D78"/>
                </a:solidFill>
                <a:latin typeface="微软雅黑"/>
                <a:ea typeface="微软雅黑"/>
                <a:cs typeface="微软雅黑"/>
              </a:rPr>
              <a:t>→</a:t>
            </a:r>
          </a:p>
        </p:txBody>
      </p:sp>
      <p:sp>
        <p:nvSpPr>
          <p:cNvPr id="17" name="chain-sub-1">
            <a:extLst xmlns:a="http://schemas.openxmlformats.org/drawingml/2006/main">
              <a:ext uri="{FF2B5EF4-FFF2-40B4-BE49-F238E27FC236}">
                <a16:creationId xmlns:a16="http://schemas.microsoft.com/office/drawing/2014/main" id="{B81D3436-6D1F-4C99-BECA-4E37C3F14C00}"/>
              </a:ext>
            </a:extLst>
          </p:cNvPr>
          <p:cNvSpPr>
            <a:spLocks xmlns:a="http://schemas.openxmlformats.org/drawingml/2006/main" noGrp="1"/>
          </p:cNvSpPr>
          <p:nvPr/>
        </p:nvSpPr>
        <p:spPr>
          <a:xfrm xmlns:a="http://schemas.openxmlformats.org/drawingml/2006/main">
            <a:off x="3873500" y="2971800"/>
            <a:ext cx="2000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冻结队列 / 优化</a:t>
            </a:r>
          </a:p>
        </p:txBody>
      </p:sp>
      <p:sp>
        <p:nvSpPr>
          <p:cNvPr id="18" name="chain-line-2">
            <a:extLst xmlns:a="http://schemas.openxmlformats.org/drawingml/2006/main">
              <a:ext uri="{FF2B5EF4-FFF2-40B4-BE49-F238E27FC236}">
                <a16:creationId xmlns:a16="http://schemas.microsoft.com/office/drawing/2014/main" id="{D4CBF69F-D5B3-411F-9CC4-5DDD9330275C}"/>
              </a:ext>
            </a:extLst>
          </p:cNvPr>
          <p:cNvSpPr>
            <a:spLocks xmlns:a="http://schemas.openxmlformats.org/drawingml/2006/main" noGrp="1"/>
          </p:cNvSpPr>
          <p:nvPr/>
        </p:nvSpPr>
        <p:spPr>
          <a:xfrm xmlns:a="http://schemas.openxmlformats.org/drawingml/2006/main">
            <a:off x="6318250" y="2819400"/>
            <a:ext cx="2000250"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19" name="chain-2">
            <a:extLst xmlns:a="http://schemas.openxmlformats.org/drawingml/2006/main">
              <a:ext uri="{FF2B5EF4-FFF2-40B4-BE49-F238E27FC236}">
                <a16:creationId xmlns:a16="http://schemas.microsoft.com/office/drawing/2014/main" id="{8E369CDC-D6AE-46BC-AA76-195B2FA449BF}"/>
              </a:ext>
            </a:extLst>
          </p:cNvPr>
          <p:cNvSpPr>
            <a:spLocks xmlns:a="http://schemas.openxmlformats.org/drawingml/2006/main" noGrp="1"/>
          </p:cNvSpPr>
          <p:nvPr/>
        </p:nvSpPr>
        <p:spPr>
          <a:xfrm xmlns:a="http://schemas.openxmlformats.org/drawingml/2006/main">
            <a:off x="6318250" y="2095500"/>
            <a:ext cx="2000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独立 Evals</a:t>
            </a:r>
          </a:p>
        </p:txBody>
      </p:sp>
      <p:sp>
        <p:nvSpPr>
          <p:cNvPr id="20" name="chain-arrow-2">
            <a:extLst xmlns:a="http://schemas.openxmlformats.org/drawingml/2006/main">
              <a:ext uri="{FF2B5EF4-FFF2-40B4-BE49-F238E27FC236}">
                <a16:creationId xmlns:a16="http://schemas.microsoft.com/office/drawing/2014/main" id="{005DD256-204E-47F3-9F0E-CBBB59E4AF64}"/>
              </a:ext>
            </a:extLst>
          </p:cNvPr>
          <p:cNvSpPr>
            <a:spLocks xmlns:a="http://schemas.openxmlformats.org/drawingml/2006/main" noGrp="1"/>
          </p:cNvSpPr>
          <p:nvPr/>
        </p:nvSpPr>
        <p:spPr>
          <a:xfrm xmlns:a="http://schemas.openxmlformats.org/drawingml/2006/main">
            <a:off x="8318500" y="2266950"/>
            <a:ext cx="444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400" b="0">
                <a:solidFill>
                  <a:srgbClr val="1F4D78"/>
                </a:solidFill>
                <a:latin typeface="微软雅黑"/>
                <a:ea typeface="微软雅黑"/>
                <a:cs typeface="微软雅黑"/>
              </a:defRPr>
            </a:pPr>
            <a:r>
              <a:rPr sz="2400" b="0">
                <a:solidFill>
                  <a:srgbClr val="1F4D78"/>
                </a:solidFill>
                <a:latin typeface="微软雅黑"/>
                <a:ea typeface="微软雅黑"/>
                <a:cs typeface="微软雅黑"/>
              </a:rPr>
              <a:t>→</a:t>
            </a:r>
          </a:p>
        </p:txBody>
      </p:sp>
      <p:sp>
        <p:nvSpPr>
          <p:cNvPr id="21" name="chain-sub-2">
            <a:extLst xmlns:a="http://schemas.openxmlformats.org/drawingml/2006/main">
              <a:ext uri="{FF2B5EF4-FFF2-40B4-BE49-F238E27FC236}">
                <a16:creationId xmlns:a16="http://schemas.microsoft.com/office/drawing/2014/main" id="{D18131AB-528F-4676-B276-162C1F33DF2E}"/>
              </a:ext>
            </a:extLst>
          </p:cNvPr>
          <p:cNvSpPr>
            <a:spLocks xmlns:a="http://schemas.openxmlformats.org/drawingml/2006/main" noGrp="1"/>
          </p:cNvSpPr>
          <p:nvPr/>
        </p:nvSpPr>
        <p:spPr>
          <a:xfrm xmlns:a="http://schemas.openxmlformats.org/drawingml/2006/main">
            <a:off x="6318250" y="2971800"/>
            <a:ext cx="2000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生成器不可自评</a:t>
            </a:r>
          </a:p>
        </p:txBody>
      </p:sp>
      <p:sp>
        <p:nvSpPr>
          <p:cNvPr id="22" name="chain-line-3">
            <a:extLst xmlns:a="http://schemas.openxmlformats.org/drawingml/2006/main">
              <a:ext uri="{FF2B5EF4-FFF2-40B4-BE49-F238E27FC236}">
                <a16:creationId xmlns:a16="http://schemas.microsoft.com/office/drawing/2014/main" id="{BABB10B5-292C-4CBB-B447-FDAB4F3B77A4}"/>
              </a:ext>
            </a:extLst>
          </p:cNvPr>
          <p:cNvSpPr>
            <a:spLocks xmlns:a="http://schemas.openxmlformats.org/drawingml/2006/main" noGrp="1"/>
          </p:cNvSpPr>
          <p:nvPr/>
        </p:nvSpPr>
        <p:spPr>
          <a:xfrm xmlns:a="http://schemas.openxmlformats.org/drawingml/2006/main">
            <a:off x="8763000" y="2819400"/>
            <a:ext cx="2000250"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23" name="chain-3">
            <a:extLst xmlns:a="http://schemas.openxmlformats.org/drawingml/2006/main">
              <a:ext uri="{FF2B5EF4-FFF2-40B4-BE49-F238E27FC236}">
                <a16:creationId xmlns:a16="http://schemas.microsoft.com/office/drawing/2014/main" id="{318FD2CF-B2FC-49F3-822A-66D27614A81C}"/>
              </a:ext>
            </a:extLst>
          </p:cNvPr>
          <p:cNvSpPr>
            <a:spLocks xmlns:a="http://schemas.openxmlformats.org/drawingml/2006/main" noGrp="1"/>
          </p:cNvSpPr>
          <p:nvPr/>
        </p:nvSpPr>
        <p:spPr>
          <a:xfrm xmlns:a="http://schemas.openxmlformats.org/drawingml/2006/main">
            <a:off x="8763000" y="2095500"/>
            <a:ext cx="2000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人工判断</a:t>
            </a:r>
          </a:p>
        </p:txBody>
      </p:sp>
      <p:sp>
        <p:nvSpPr>
          <p:cNvPr id="24" name="chain-sub-3">
            <a:extLst xmlns:a="http://schemas.openxmlformats.org/drawingml/2006/main">
              <a:ext uri="{FF2B5EF4-FFF2-40B4-BE49-F238E27FC236}">
                <a16:creationId xmlns:a16="http://schemas.microsoft.com/office/drawing/2014/main" id="{70120714-B4F0-4D8D-8DFF-6E48A3FD47A8}"/>
              </a:ext>
            </a:extLst>
          </p:cNvPr>
          <p:cNvSpPr>
            <a:spLocks xmlns:a="http://schemas.openxmlformats.org/drawingml/2006/main" noGrp="1"/>
          </p:cNvSpPr>
          <p:nvPr/>
        </p:nvSpPr>
        <p:spPr>
          <a:xfrm xmlns:a="http://schemas.openxmlformats.org/drawingml/2006/main">
            <a:off x="8763000" y="2971800"/>
            <a:ext cx="2000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核验方法与结论</a:t>
            </a:r>
          </a:p>
        </p:txBody>
      </p:sp>
      <p:sp>
        <p:nvSpPr>
          <p:cNvPr id="25" name="systems">
            <a:extLst xmlns:a="http://schemas.openxmlformats.org/drawingml/2006/main">
              <a:ext uri="{FF2B5EF4-FFF2-40B4-BE49-F238E27FC236}">
                <a16:creationId xmlns:a16="http://schemas.microsoft.com/office/drawing/2014/main" id="{FA40BE83-59FF-4173-B5D0-625B2E3211F4}"/>
              </a:ext>
            </a:extLst>
          </p:cNvPr>
          <p:cNvSpPr>
            <a:spLocks xmlns:a="http://schemas.openxmlformats.org/drawingml/2006/main" noGrp="1"/>
          </p:cNvSpPr>
          <p:nvPr/>
        </p:nvSpPr>
        <p:spPr>
          <a:xfrm xmlns:a="http://schemas.openxmlformats.org/drawingml/2006/main">
            <a:off x="762000" y="44767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共同约束：指标、预算、停止、失败保留；冻结队列不做方法优化。</a:t>
            </a:r>
          </a:p>
        </p:txBody>
      </p:sp>
    </p:spTree>
    <p:extLst>
      <p:ext uri="{BB962C8B-B14F-4D97-AF65-F5344CB8AC3E}">
        <p14:creationId xmlns:p14="http://schemas.microsoft.com/office/powerpoint/2010/main" val="1443728403"/>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4" name="Text Placeholder 3">
            <a:extLst xmlns:a="http://schemas.openxmlformats.org/drawingml/2006/main">
              <a:ext uri="{FF2B5EF4-FFF2-40B4-BE49-F238E27FC236}">
                <a16:creationId xmlns:a16="http://schemas.microsoft.com/office/drawing/2014/main" id="{4D941B40-7A0A-534E-3563-CA11753C8E3F}"/>
              </a:ext>
            </a:extLst>
          </p:cNvPr>
          <p:cNvSpPr>
            <a:spLocks xmlns:a="http://schemas.openxmlformats.org/drawingml/2006/main" noGrp="1"/>
          </p:cNvSpPr>
          <p:nvPr>
            <p:ph type="body" idx="14"/>
          </p:nvPr>
        </p:nvSpPr>
        <p:spPr>
          <a:xfrm xmlns:a="http://schemas.openxmlformats.org/drawingml/2006/main">
            <a:off x="1028700" y="57150"/>
            <a:ext cx="10668000" cy="571500"/>
          </a:xfrm>
        </p:spPr>
        <p:txBody>
          <a:bodyPr xmlns:a="http://schemas.openxmlformats.org/drawingml/2006/main" lIns="0" tIns="0" rIns="0" bIns="0" anchor="ctr"/>
          <a:lstStyle xmlns:a="http://schemas.openxmlformats.org/drawingml/2006/main"/>
          <a:p xmlns:a="http://schemas.openxmlformats.org/drawingml/2006/main">
            <a:pPr algn="l">
              <a:lnSpc>
                <a:spcPct val="118000"/>
              </a:lnSpc>
              <a:buNone/>
            </a:pPr>
            <a:r>
              <a:rPr sz="3000" b="1">
                <a:solidFill>
                  <a:srgbClr val="FFFFFF"/>
                </a:solidFill>
                <a:latin typeface="微软雅黑"/>
                <a:ea typeface="微软雅黑"/>
                <a:cs typeface="微软雅黑"/>
              </a:rPr>
              <a:t>把可重复动作改写为受限循环</a:t>
            </a:r>
            <a:endParaRPr/>
          </a:p>
        </p:txBody>
      </p:sp>
      <p:sp>
        <p:nvSpPr>
          <p:cNvPr id="5" name="Slide Number Placeholder 4">
            <a:extLst xmlns:a="http://schemas.openxmlformats.org/drawingml/2006/main">
              <a:ext uri="{FF2B5EF4-FFF2-40B4-BE49-F238E27FC236}">
                <a16:creationId xmlns:a16="http://schemas.microsoft.com/office/drawing/2014/main" id="{EBA5909F-738E-F60C-BE8C-B3F1D94548E5}"/>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DC9C7607-4BA3-B4DC-A00F-2E67A9FCFF7E}" type="slidenum">
              <a:t>16</a:t>
            </a:fld>
            <a:endParaRPr/>
          </a:p>
        </p:txBody>
      </p:sp>
      <p:sp>
        <p:nvSpPr>
          <p:cNvPr id="6" name="brand-header">
            <a:extLst xmlns:a="http://schemas.openxmlformats.org/drawingml/2006/main">
              <a:ext uri="{FF2B5EF4-FFF2-40B4-BE49-F238E27FC236}">
                <a16:creationId xmlns:a16="http://schemas.microsoft.com/office/drawing/2014/main" id="{9E51AA90-7623-48D1-BE9D-00A317F8331D}"/>
              </a:ext>
            </a:extLst>
          </p:cNvPr>
          <p:cNvSpPr>
            <a:spLocks xmlns:a="http://schemas.openxmlformats.org/drawingml/2006/main" noGrp="1"/>
          </p:cNvSpPr>
          <p:nvPr/>
        </p:nvSpPr>
        <p:spPr>
          <a:xfrm xmlns:a="http://schemas.openxmlformats.org/drawingml/2006/main">
            <a:off x="0" y="0"/>
            <a:ext cx="11887200" cy="685800"/>
          </a:xfrm>
          <a:prstGeom xmlns:a="http://schemas.openxmlformats.org/drawingml/2006/main" prst="rect">
            <a:avLst/>
          </a:prstGeom>
          <a:solidFill xmlns:a="http://schemas.openxmlformats.org/drawingml/2006/main">
            <a:srgbClr val="C8161E"/>
          </a:solidFill>
          <a:ln xmlns:a="http://schemas.openxmlformats.org/drawingml/2006/main" w="0">
            <a:noFill/>
          </a:ln>
        </p:spPr>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ae4d7d701cea42fe"/>
          <a:stretch xmlns:a="http://schemas.openxmlformats.org/drawingml/2006/main"/>
        </p:blipFill>
        <p:spPr>
          <a:xfrm xmlns:a="http://schemas.openxmlformats.org/drawingml/2006/main">
            <a:off x="323850" y="76200"/>
            <a:ext cx="533400" cy="533400"/>
          </a:xfrm>
          <a:prstGeom xmlns:a="http://schemas.openxmlformats.org/drawingml/2006/main" prst="rect">
            <a:avLst/>
          </a:prstGeom>
        </p:spPr>
      </p:pic>
      <p:sp>
        <p:nvSpPr>
          <p:cNvPr id="8" name="brand-title">
            <a:extLst xmlns:a="http://schemas.openxmlformats.org/drawingml/2006/main">
              <a:ext uri="{FF2B5EF4-FFF2-40B4-BE49-F238E27FC236}">
                <a16:creationId xmlns:a16="http://schemas.microsoft.com/office/drawing/2014/main" id="{8F549422-6031-4454-A1AB-8B80E4ED41FD}"/>
              </a:ext>
            </a:extLst>
          </p:cNvPr>
          <p:cNvSpPr>
            <a:spLocks xmlns:a="http://schemas.openxmlformats.org/drawingml/2006/main" noGrp="1"/>
          </p:cNvSpPr>
          <p:nvPr/>
        </p:nvSpPr>
        <p:spPr>
          <a:xfrm xmlns:a="http://schemas.openxmlformats.org/drawingml/2006/main">
            <a:off x="1028700" y="66675"/>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3000" b="1">
                <a:solidFill>
                  <a:srgbClr val="FFFFFF"/>
                </a:solidFill>
                <a:latin typeface="微软雅黑"/>
                <a:ea typeface="微软雅黑"/>
                <a:cs typeface="微软雅黑"/>
              </a:defRPr>
            </a:pPr>
            <a:r>
              <a:rPr sz="3000" b="1">
                <a:solidFill>
                  <a:srgbClr val="FFFFFF"/>
                </a:solidFill>
                <a:latin typeface="微软雅黑"/>
                <a:ea typeface="微软雅黑"/>
                <a:cs typeface="微软雅黑"/>
              </a:rPr>
              <a:t>把可重复动作改写为受限循环</a:t>
            </a:r>
          </a:p>
        </p:txBody>
      </p:sp>
      <p:sp>
        <p:nvSpPr>
          <p:cNvPr id="9" name="source">
            <a:extLst xmlns:a="http://schemas.openxmlformats.org/drawingml/2006/main">
              <a:ext uri="{FF2B5EF4-FFF2-40B4-BE49-F238E27FC236}">
                <a16:creationId xmlns:a16="http://schemas.microsoft.com/office/drawing/2014/main" id="{CD2CCE72-5D2E-4553-A7FC-771238CBC76D}"/>
              </a:ext>
            </a:extLst>
          </p:cNvPr>
          <p:cNvSpPr>
            <a:spLocks xmlns:a="http://schemas.openxmlformats.org/drawingml/2006/main" noGrp="1"/>
          </p:cNvSpPr>
          <p:nvPr/>
        </p:nvSpPr>
        <p:spPr>
          <a:xfrm xmlns:a="http://schemas.openxmlformats.org/drawingml/2006/main">
            <a:off x="609600" y="6067425"/>
            <a:ext cx="10763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1100" b="0">
                <a:solidFill>
                  <a:srgbClr val="66727D"/>
                </a:solidFill>
                <a:latin typeface="微软雅黑"/>
                <a:ea typeface="微软雅黑"/>
                <a:cs typeface="微软雅黑"/>
              </a:defRPr>
            </a:pPr>
            <a:r>
              <a:rPr sz="1100" b="0">
                <a:solidFill>
                  <a:srgbClr val="66727D"/>
                </a:solidFill>
                <a:latin typeface="微软雅黑"/>
                <a:ea typeface="微软雅黑"/>
                <a:cs typeface="微软雅黑"/>
              </a:rPr>
              <a:t>来源：lesson-11/slides.md；课程工件与讲义见 speaker notes</a:t>
            </a:r>
          </a:p>
        </p:txBody>
      </p:sp>
      <p:sp>
        <p:nvSpPr>
          <p:cNvPr id="10" name="num-0">
            <a:extLst xmlns:a="http://schemas.openxmlformats.org/drawingml/2006/main">
              <a:ext uri="{FF2B5EF4-FFF2-40B4-BE49-F238E27FC236}">
                <a16:creationId xmlns:a16="http://schemas.microsoft.com/office/drawing/2014/main" id="{B8A59DDA-F5D0-4923-BCBD-D9BCA952BB3A}"/>
              </a:ext>
            </a:extLst>
          </p:cNvPr>
          <p:cNvSpPr>
            <a:spLocks xmlns:a="http://schemas.openxmlformats.org/drawingml/2006/main" noGrp="1"/>
          </p:cNvSpPr>
          <p:nvPr/>
        </p:nvSpPr>
        <p:spPr>
          <a:xfrm xmlns:a="http://schemas.openxmlformats.org/drawingml/2006/main">
            <a:off x="666750" y="1524000"/>
            <a:ext cx="323850" cy="738188"/>
          </a:xfrm>
          <a:prstGeom xmlns:a="http://schemas.openxmlformats.org/drawingml/2006/main" prst="rect">
            <a:avLst/>
          </a:prstGeom>
          <a:solidFill xmlns:a="http://schemas.openxmlformats.org/drawingml/2006/main">
            <a:srgbClr val="1F4D78"/>
          </a:solidFill>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1800" b="1">
                <a:solidFill>
                  <a:srgbClr val="FFFFFF"/>
                </a:solidFill>
                <a:latin typeface="微软雅黑"/>
                <a:ea typeface="微软雅黑"/>
                <a:cs typeface="微软雅黑"/>
              </a:defRPr>
            </a:pPr>
            <a:r>
              <a:rPr sz="1800" b="1">
                <a:solidFill>
                  <a:srgbClr val="FFFFFF"/>
                </a:solidFill>
                <a:latin typeface="微软雅黑"/>
                <a:ea typeface="微软雅黑"/>
                <a:cs typeface="微软雅黑"/>
              </a:rPr>
              <a:t>1</a:t>
            </a:r>
          </a:p>
        </p:txBody>
      </p:sp>
      <p:sp>
        <p:nvSpPr>
          <p:cNvPr id="11" name="row-0">
            <a:extLst xmlns:a="http://schemas.openxmlformats.org/drawingml/2006/main">
              <a:ext uri="{FF2B5EF4-FFF2-40B4-BE49-F238E27FC236}">
                <a16:creationId xmlns:a16="http://schemas.microsoft.com/office/drawing/2014/main" id="{5D68E49F-5EE2-43C3-BAD5-4081A301C03A}"/>
              </a:ext>
            </a:extLst>
          </p:cNvPr>
          <p:cNvSpPr>
            <a:spLocks xmlns:a="http://schemas.openxmlformats.org/drawingml/2006/main" noGrp="1"/>
          </p:cNvSpPr>
          <p:nvPr/>
        </p:nvSpPr>
        <p:spPr>
          <a:xfrm xmlns:a="http://schemas.openxmlformats.org/drawingml/2006/main">
            <a:off x="1143000" y="1524000"/>
            <a:ext cx="6191250" cy="7381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写固定指标与版本</a:t>
            </a:r>
          </a:p>
        </p:txBody>
      </p:sp>
      <p:sp>
        <p:nvSpPr>
          <p:cNvPr id="12" name="row-rule-0">
            <a:extLst xmlns:a="http://schemas.openxmlformats.org/drawingml/2006/main">
              <a:ext uri="{FF2B5EF4-FFF2-40B4-BE49-F238E27FC236}">
                <a16:creationId xmlns:a16="http://schemas.microsoft.com/office/drawing/2014/main" id="{4F9BB401-7931-4736-8743-7C8D1E96C1AB}"/>
              </a:ext>
            </a:extLst>
          </p:cNvPr>
          <p:cNvSpPr>
            <a:spLocks xmlns:a="http://schemas.openxmlformats.org/drawingml/2006/main" noGrp="1"/>
          </p:cNvSpPr>
          <p:nvPr/>
        </p:nvSpPr>
        <p:spPr>
          <a:xfrm xmlns:a="http://schemas.openxmlformats.org/drawingml/2006/main">
            <a:off x="1143000" y="2300288"/>
            <a:ext cx="6191250" cy="14288"/>
          </a:xfrm>
          <a:prstGeom xmlns:a="http://schemas.openxmlformats.org/drawingml/2006/main" prst="rect">
            <a:avLst/>
          </a:prstGeom>
          <a:solidFill xmlns:a="http://schemas.openxmlformats.org/drawingml/2006/main">
            <a:srgbClr val="CDD5DB"/>
          </a:solidFill>
          <a:ln xmlns:a="http://schemas.openxmlformats.org/drawingml/2006/main" w="0">
            <a:noFill/>
          </a:ln>
        </p:spPr>
      </p:sp>
      <p:sp>
        <p:nvSpPr>
          <p:cNvPr id="13" name="num-1">
            <a:extLst xmlns:a="http://schemas.openxmlformats.org/drawingml/2006/main">
              <a:ext uri="{FF2B5EF4-FFF2-40B4-BE49-F238E27FC236}">
                <a16:creationId xmlns:a16="http://schemas.microsoft.com/office/drawing/2014/main" id="{7A043A78-C6F1-4CF5-A1EB-3621BCCDEAE3}"/>
              </a:ext>
            </a:extLst>
          </p:cNvPr>
          <p:cNvSpPr>
            <a:spLocks xmlns:a="http://schemas.openxmlformats.org/drawingml/2006/main" noGrp="1"/>
          </p:cNvSpPr>
          <p:nvPr/>
        </p:nvSpPr>
        <p:spPr>
          <a:xfrm xmlns:a="http://schemas.openxmlformats.org/drawingml/2006/main">
            <a:off x="666750" y="2357438"/>
            <a:ext cx="323850" cy="738188"/>
          </a:xfrm>
          <a:prstGeom xmlns:a="http://schemas.openxmlformats.org/drawingml/2006/main" prst="rect">
            <a:avLst/>
          </a:prstGeom>
          <a:solidFill xmlns:a="http://schemas.openxmlformats.org/drawingml/2006/main">
            <a:srgbClr val="1F4D78"/>
          </a:solidFill>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1800" b="1">
                <a:solidFill>
                  <a:srgbClr val="FFFFFF"/>
                </a:solidFill>
                <a:latin typeface="微软雅黑"/>
                <a:ea typeface="微软雅黑"/>
                <a:cs typeface="微软雅黑"/>
              </a:defRPr>
            </a:pPr>
            <a:r>
              <a:rPr sz="1800" b="1">
                <a:solidFill>
                  <a:srgbClr val="FFFFFF"/>
                </a:solidFill>
                <a:latin typeface="微软雅黑"/>
                <a:ea typeface="微软雅黑"/>
                <a:cs typeface="微软雅黑"/>
              </a:rPr>
              <a:t>2</a:t>
            </a:r>
          </a:p>
        </p:txBody>
      </p:sp>
      <p:sp>
        <p:nvSpPr>
          <p:cNvPr id="14" name="row-1">
            <a:extLst xmlns:a="http://schemas.openxmlformats.org/drawingml/2006/main">
              <a:ext uri="{FF2B5EF4-FFF2-40B4-BE49-F238E27FC236}">
                <a16:creationId xmlns:a16="http://schemas.microsoft.com/office/drawing/2014/main" id="{890DE06C-1132-41D2-BE5E-24B6543FE191}"/>
              </a:ext>
            </a:extLst>
          </p:cNvPr>
          <p:cNvSpPr>
            <a:spLocks xmlns:a="http://schemas.openxmlformats.org/drawingml/2006/main" noGrp="1"/>
          </p:cNvSpPr>
          <p:nvPr/>
        </p:nvSpPr>
        <p:spPr>
          <a:xfrm xmlns:a="http://schemas.openxmlformats.org/drawingml/2006/main">
            <a:off x="1143000" y="2357438"/>
            <a:ext cx="6191250" cy="7381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写预算和停止触发器</a:t>
            </a:r>
          </a:p>
        </p:txBody>
      </p:sp>
      <p:sp>
        <p:nvSpPr>
          <p:cNvPr id="15" name="row-rule-1">
            <a:extLst xmlns:a="http://schemas.openxmlformats.org/drawingml/2006/main">
              <a:ext uri="{FF2B5EF4-FFF2-40B4-BE49-F238E27FC236}">
                <a16:creationId xmlns:a16="http://schemas.microsoft.com/office/drawing/2014/main" id="{A845C900-344D-4B83-894F-9234C9F5810D}"/>
              </a:ext>
            </a:extLst>
          </p:cNvPr>
          <p:cNvSpPr>
            <a:spLocks xmlns:a="http://schemas.openxmlformats.org/drawingml/2006/main" noGrp="1"/>
          </p:cNvSpPr>
          <p:nvPr/>
        </p:nvSpPr>
        <p:spPr>
          <a:xfrm xmlns:a="http://schemas.openxmlformats.org/drawingml/2006/main">
            <a:off x="1143000" y="3133725"/>
            <a:ext cx="6191250" cy="14288"/>
          </a:xfrm>
          <a:prstGeom xmlns:a="http://schemas.openxmlformats.org/drawingml/2006/main" prst="rect">
            <a:avLst/>
          </a:prstGeom>
          <a:solidFill xmlns:a="http://schemas.openxmlformats.org/drawingml/2006/main">
            <a:srgbClr val="CDD5DB"/>
          </a:solidFill>
          <a:ln xmlns:a="http://schemas.openxmlformats.org/drawingml/2006/main" w="0">
            <a:noFill/>
          </a:ln>
        </p:spPr>
      </p:sp>
      <p:sp>
        <p:nvSpPr>
          <p:cNvPr id="16" name="num-2">
            <a:extLst xmlns:a="http://schemas.openxmlformats.org/drawingml/2006/main">
              <a:ext uri="{FF2B5EF4-FFF2-40B4-BE49-F238E27FC236}">
                <a16:creationId xmlns:a16="http://schemas.microsoft.com/office/drawing/2014/main" id="{B66AACBB-8991-4C49-AD11-E739243EB705}"/>
              </a:ext>
            </a:extLst>
          </p:cNvPr>
          <p:cNvSpPr>
            <a:spLocks xmlns:a="http://schemas.openxmlformats.org/drawingml/2006/main" noGrp="1"/>
          </p:cNvSpPr>
          <p:nvPr/>
        </p:nvSpPr>
        <p:spPr>
          <a:xfrm xmlns:a="http://schemas.openxmlformats.org/drawingml/2006/main">
            <a:off x="666750" y="3190875"/>
            <a:ext cx="323850" cy="738188"/>
          </a:xfrm>
          <a:prstGeom xmlns:a="http://schemas.openxmlformats.org/drawingml/2006/main" prst="rect">
            <a:avLst/>
          </a:prstGeom>
          <a:solidFill xmlns:a="http://schemas.openxmlformats.org/drawingml/2006/main">
            <a:srgbClr val="1F4D78"/>
          </a:solidFill>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1800" b="1">
                <a:solidFill>
                  <a:srgbClr val="FFFFFF"/>
                </a:solidFill>
                <a:latin typeface="微软雅黑"/>
                <a:ea typeface="微软雅黑"/>
                <a:cs typeface="微软雅黑"/>
              </a:defRPr>
            </a:pPr>
            <a:r>
              <a:rPr sz="1800" b="1">
                <a:solidFill>
                  <a:srgbClr val="FFFFFF"/>
                </a:solidFill>
                <a:latin typeface="微软雅黑"/>
                <a:ea typeface="微软雅黑"/>
                <a:cs typeface="微软雅黑"/>
              </a:rPr>
              <a:t>3</a:t>
            </a:r>
          </a:p>
        </p:txBody>
      </p:sp>
      <p:sp>
        <p:nvSpPr>
          <p:cNvPr id="17" name="row-2">
            <a:extLst xmlns:a="http://schemas.openxmlformats.org/drawingml/2006/main">
              <a:ext uri="{FF2B5EF4-FFF2-40B4-BE49-F238E27FC236}">
                <a16:creationId xmlns:a16="http://schemas.microsoft.com/office/drawing/2014/main" id="{142F75A2-B073-4914-A7D9-D1BD68AF0AAB}"/>
              </a:ext>
            </a:extLst>
          </p:cNvPr>
          <p:cNvSpPr>
            <a:spLocks xmlns:a="http://schemas.openxmlformats.org/drawingml/2006/main" noGrp="1"/>
          </p:cNvSpPr>
          <p:nvPr/>
        </p:nvSpPr>
        <p:spPr>
          <a:xfrm xmlns:a="http://schemas.openxmlformats.org/drawingml/2006/main">
            <a:off x="1143000" y="3190875"/>
            <a:ext cx="6191250" cy="7381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区分队列 / 优化，画失败恢复</a:t>
            </a:r>
          </a:p>
        </p:txBody>
      </p:sp>
      <p:sp>
        <p:nvSpPr>
          <p:cNvPr id="18" name="row-rule-2">
            <a:extLst xmlns:a="http://schemas.openxmlformats.org/drawingml/2006/main">
              <a:ext uri="{FF2B5EF4-FFF2-40B4-BE49-F238E27FC236}">
                <a16:creationId xmlns:a16="http://schemas.microsoft.com/office/drawing/2014/main" id="{DE32E8DA-F147-43E6-9F49-D735BA2291EC}"/>
              </a:ext>
            </a:extLst>
          </p:cNvPr>
          <p:cNvSpPr>
            <a:spLocks xmlns:a="http://schemas.openxmlformats.org/drawingml/2006/main" noGrp="1"/>
          </p:cNvSpPr>
          <p:nvPr/>
        </p:nvSpPr>
        <p:spPr>
          <a:xfrm xmlns:a="http://schemas.openxmlformats.org/drawingml/2006/main">
            <a:off x="1143000" y="3967163"/>
            <a:ext cx="6191250" cy="14288"/>
          </a:xfrm>
          <a:prstGeom xmlns:a="http://schemas.openxmlformats.org/drawingml/2006/main" prst="rect">
            <a:avLst/>
          </a:prstGeom>
          <a:solidFill xmlns:a="http://schemas.openxmlformats.org/drawingml/2006/main">
            <a:srgbClr val="CDD5DB"/>
          </a:solidFill>
          <a:ln xmlns:a="http://schemas.openxmlformats.org/drawingml/2006/main" w="0">
            <a:noFill/>
          </a:ln>
        </p:spPr>
      </p:sp>
      <p:sp>
        <p:nvSpPr>
          <p:cNvPr id="19" name="num-3">
            <a:extLst xmlns:a="http://schemas.openxmlformats.org/drawingml/2006/main">
              <a:ext uri="{FF2B5EF4-FFF2-40B4-BE49-F238E27FC236}">
                <a16:creationId xmlns:a16="http://schemas.microsoft.com/office/drawing/2014/main" id="{904290F7-1496-4EDC-B769-9928701C6A48}"/>
              </a:ext>
            </a:extLst>
          </p:cNvPr>
          <p:cNvSpPr>
            <a:spLocks xmlns:a="http://schemas.openxmlformats.org/drawingml/2006/main" noGrp="1"/>
          </p:cNvSpPr>
          <p:nvPr/>
        </p:nvSpPr>
        <p:spPr>
          <a:xfrm xmlns:a="http://schemas.openxmlformats.org/drawingml/2006/main">
            <a:off x="666750" y="4024313"/>
            <a:ext cx="323850" cy="738188"/>
          </a:xfrm>
          <a:prstGeom xmlns:a="http://schemas.openxmlformats.org/drawingml/2006/main" prst="rect">
            <a:avLst/>
          </a:prstGeom>
          <a:solidFill xmlns:a="http://schemas.openxmlformats.org/drawingml/2006/main">
            <a:srgbClr val="C8161E"/>
          </a:solidFill>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1800" b="1">
                <a:solidFill>
                  <a:srgbClr val="C8161E"/>
                </a:solidFill>
                <a:latin typeface="微软雅黑"/>
                <a:ea typeface="微软雅黑"/>
                <a:cs typeface="微软雅黑"/>
              </a:defRPr>
            </a:pPr>
            <a:r>
              <a:rPr sz="1800" b="1">
                <a:solidFill>
                  <a:srgbClr val="FFFFFF"/>
                </a:solidFill>
                <a:latin typeface="微软雅黑"/>
                <a:ea typeface="微软雅黑"/>
                <a:cs typeface="微软雅黑"/>
              </a:rPr>
              <a:t>4</a:t>
            </a:r>
          </a:p>
        </p:txBody>
      </p:sp>
      <p:sp>
        <p:nvSpPr>
          <p:cNvPr id="20" name="row-3">
            <a:extLst xmlns:a="http://schemas.openxmlformats.org/drawingml/2006/main">
              <a:ext uri="{FF2B5EF4-FFF2-40B4-BE49-F238E27FC236}">
                <a16:creationId xmlns:a16="http://schemas.microsoft.com/office/drawing/2014/main" id="{A9995ADE-59F5-4D89-A321-188E330F1A19}"/>
              </a:ext>
            </a:extLst>
          </p:cNvPr>
          <p:cNvSpPr>
            <a:spLocks xmlns:a="http://schemas.openxmlformats.org/drawingml/2006/main" noGrp="1"/>
          </p:cNvSpPr>
          <p:nvPr/>
        </p:nvSpPr>
        <p:spPr>
          <a:xfrm xmlns:a="http://schemas.openxmlformats.org/drawingml/2006/main">
            <a:off x="1143000" y="4024313"/>
            <a:ext cx="6191250" cy="7381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留下正常、无改善、失败 trace</a:t>
            </a:r>
          </a:p>
        </p:txBody>
      </p:sp>
      <p:sp>
        <p:nvSpPr>
          <p:cNvPr id="21" name="practice-side">
            <a:extLst xmlns:a="http://schemas.openxmlformats.org/drawingml/2006/main">
              <a:ext uri="{FF2B5EF4-FFF2-40B4-BE49-F238E27FC236}">
                <a16:creationId xmlns:a16="http://schemas.microsoft.com/office/drawing/2014/main" id="{CD453484-AACC-407C-9717-4C4DC673F91C}"/>
              </a:ext>
            </a:extLst>
          </p:cNvPr>
          <p:cNvSpPr>
            <a:spLocks xmlns:a="http://schemas.openxmlformats.org/drawingml/2006/main" noGrp="1"/>
          </p:cNvSpPr>
          <p:nvPr/>
        </p:nvSpPr>
        <p:spPr>
          <a:xfrm xmlns:a="http://schemas.openxmlformats.org/drawingml/2006/main">
            <a:off x="7905750" y="1666875"/>
            <a:ext cx="3429000" cy="2619375"/>
          </a:xfrm>
          <a:prstGeom xmlns:a="http://schemas.openxmlformats.org/drawingml/2006/main" prst="rect">
            <a:avLst/>
          </a:prstGeom>
          <a:solidFill xmlns:a="http://schemas.openxmlformats.org/drawingml/2006/main">
            <a:srgbClr val="F4F6F8"/>
          </a:solidFill>
          <a:ln xmlns:a="http://schemas.openxmlformats.org/drawingml/2006/main" w="0">
            <a:noFill/>
          </a:ln>
        </p:spPr>
      </p:sp>
      <p:sp>
        <p:nvSpPr>
          <p:cNvPr id="22" name="practice-h">
            <a:extLst xmlns:a="http://schemas.openxmlformats.org/drawingml/2006/main">
              <a:ext uri="{FF2B5EF4-FFF2-40B4-BE49-F238E27FC236}">
                <a16:creationId xmlns:a16="http://schemas.microsoft.com/office/drawing/2014/main" id="{A57A1ECA-D979-4925-894F-6FBBDB5A4BAC}"/>
              </a:ext>
            </a:extLst>
          </p:cNvPr>
          <p:cNvSpPr>
            <a:spLocks xmlns:a="http://schemas.openxmlformats.org/drawingml/2006/main" noGrp="1"/>
          </p:cNvSpPr>
          <p:nvPr/>
        </p:nvSpPr>
        <p:spPr>
          <a:xfrm xmlns:a="http://schemas.openxmlformats.org/drawingml/2006/main">
            <a:off x="8191500" y="1952625"/>
            <a:ext cx="285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2200" b="1">
                <a:solidFill>
                  <a:srgbClr val="1F4D78"/>
                </a:solidFill>
                <a:latin typeface="微软雅黑"/>
                <a:ea typeface="微软雅黑"/>
                <a:cs typeface="微软雅黑"/>
              </a:defRPr>
            </a:pPr>
            <a:r>
              <a:rPr sz="2200" b="1">
                <a:solidFill>
                  <a:srgbClr val="1F4D78"/>
                </a:solidFill>
                <a:latin typeface="微软雅黑"/>
                <a:ea typeface="微软雅黑"/>
                <a:cs typeface="微软雅黑"/>
              </a:rPr>
              <a:t>课堂最低产出</a:t>
            </a:r>
          </a:p>
        </p:txBody>
      </p:sp>
      <p:sp>
        <p:nvSpPr>
          <p:cNvPr id="23" name="practice-note">
            <a:extLst xmlns:a="http://schemas.openxmlformats.org/drawingml/2006/main">
              <a:ext uri="{FF2B5EF4-FFF2-40B4-BE49-F238E27FC236}">
                <a16:creationId xmlns:a16="http://schemas.microsoft.com/office/drawing/2014/main" id="{1FCEABC8-D019-4389-B7EF-636E2AC8CC4D}"/>
              </a:ext>
            </a:extLst>
          </p:cNvPr>
          <p:cNvSpPr>
            <a:spLocks xmlns:a="http://schemas.openxmlformats.org/drawingml/2006/main" noGrp="1"/>
          </p:cNvSpPr>
          <p:nvPr/>
        </p:nvSpPr>
        <p:spPr>
          <a:xfrm xmlns:a="http://schemas.openxmlformats.org/drawingml/2006/main">
            <a:off x="8191500" y="2619375"/>
            <a:ext cx="27622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受限循环说明</a:t>
            </a:r>
          </a:p>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三种 trace</a:t>
            </a:r>
          </a:p>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四约束短分析</a:t>
            </a:r>
          </a:p>
        </p:txBody>
      </p:sp>
    </p:spTree>
    <p:extLst>
      <p:ext uri="{BB962C8B-B14F-4D97-AF65-F5344CB8AC3E}">
        <p14:creationId xmlns:p14="http://schemas.microsoft.com/office/powerpoint/2010/main" val="1443728403"/>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4" name="Text Placeholder 3">
            <a:extLst xmlns:a="http://schemas.openxmlformats.org/drawingml/2006/main">
              <a:ext uri="{FF2B5EF4-FFF2-40B4-BE49-F238E27FC236}">
                <a16:creationId xmlns:a16="http://schemas.microsoft.com/office/drawing/2014/main" id="{4D941B40-7A0A-534E-3563-CA11753C8E3F}"/>
              </a:ext>
            </a:extLst>
          </p:cNvPr>
          <p:cNvSpPr>
            <a:spLocks xmlns:a="http://schemas.openxmlformats.org/drawingml/2006/main" noGrp="1"/>
          </p:cNvSpPr>
          <p:nvPr>
            <p:ph type="body" idx="14"/>
          </p:nvPr>
        </p:nvSpPr>
        <p:spPr>
          <a:xfrm xmlns:a="http://schemas.openxmlformats.org/drawingml/2006/main">
            <a:off x="1028700" y="57150"/>
            <a:ext cx="10668000" cy="571500"/>
          </a:xfrm>
        </p:spPr>
        <p:txBody>
          <a:bodyPr xmlns:a="http://schemas.openxmlformats.org/drawingml/2006/main" lIns="0" tIns="0" rIns="0" bIns="0" anchor="ctr"/>
          <a:lstStyle xmlns:a="http://schemas.openxmlformats.org/drawingml/2006/main"/>
          <a:p xmlns:a="http://schemas.openxmlformats.org/drawingml/2006/main">
            <a:pPr algn="l">
              <a:lnSpc>
                <a:spcPct val="118000"/>
              </a:lnSpc>
              <a:buNone/>
            </a:pPr>
            <a:r>
              <a:rPr sz="3000" b="1">
                <a:solidFill>
                  <a:srgbClr val="FFFFFF"/>
                </a:solidFill>
                <a:latin typeface="微软雅黑"/>
                <a:ea typeface="微软雅黑"/>
                <a:cs typeface="微软雅黑"/>
              </a:rPr>
              <a:t>恢复以后，先检查四件事</a:t>
            </a:r>
            <a:endParaRPr/>
          </a:p>
        </p:txBody>
      </p:sp>
      <p:sp>
        <p:nvSpPr>
          <p:cNvPr id="5" name="Slide Number Placeholder 4">
            <a:extLst xmlns:a="http://schemas.openxmlformats.org/drawingml/2006/main">
              <a:ext uri="{FF2B5EF4-FFF2-40B4-BE49-F238E27FC236}">
                <a16:creationId xmlns:a16="http://schemas.microsoft.com/office/drawing/2014/main" id="{EBA5909F-738E-F60C-BE8C-B3F1D94548E5}"/>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90F7333B-44AC-F7E9-D49D-FE92F45E0477}" type="slidenum">
              <a:t>17</a:t>
            </a:fld>
            <a:endParaRPr/>
          </a:p>
        </p:txBody>
      </p:sp>
      <p:sp>
        <p:nvSpPr>
          <p:cNvPr id="6" name="content-316">
            <a:extLst xmlns:a="http://schemas.openxmlformats.org/drawingml/2006/main">
              <a:ext uri="{FF2B5EF4-FFF2-40B4-BE49-F238E27FC236}">
                <a16:creationId xmlns:a16="http://schemas.microsoft.com/office/drawing/2014/main" id="{6B6C8C28-3EF9-47E9-BC44-9646318BF880}"/>
              </a:ext>
            </a:extLst>
          </p:cNvPr>
          <p:cNvSpPr>
            <a:spLocks xmlns:a="http://schemas.openxmlformats.org/drawingml/2006/main" noGrp="1"/>
          </p:cNvSpPr>
          <p:nvPr/>
        </p:nvSpPr>
        <p:spPr>
          <a:xfrm xmlns:a="http://schemas.openxmlformats.org/drawingml/2006/main">
            <a:off x="609600" y="1571625"/>
            <a:ext cx="10972800" cy="43243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2400" b="0">
                <a:solidFill>
                  <a:srgbClr val="27333D"/>
                </a:solidFill>
                <a:latin typeface="微软雅黑"/>
                <a:ea typeface="微软雅黑"/>
                <a:cs typeface="微软雅黑"/>
              </a:defRPr>
            </a:pPr>
            <a:r>
              <a:rPr sz="2400" b="0">
                <a:solidFill>
                  <a:srgbClr val="27333D"/>
                </a:solidFill>
                <a:latin typeface="微软雅黑"/>
                <a:ea typeface="微软雅黑"/>
                <a:cs typeface="微软雅黑"/>
              </a:rPr>
              <a:t>失败事件还在吗？</a:t>
            </a:r>
          </a:p>
        </p:txBody>
      </p:sp>
      <p:sp>
        <p:nvSpPr>
          <p:cNvPr id="7" name="content-317">
            <a:extLst xmlns:a="http://schemas.openxmlformats.org/drawingml/2006/main">
              <a:ext uri="{FF2B5EF4-FFF2-40B4-BE49-F238E27FC236}">
                <a16:creationId xmlns:a16="http://schemas.microsoft.com/office/drawing/2014/main" id="{24EC9AF8-D6F0-4811-A999-57DD6E916284}"/>
              </a:ext>
            </a:extLst>
          </p:cNvPr>
          <p:cNvSpPr>
            <a:spLocks xmlns:a="http://schemas.openxmlformats.org/drawingml/2006/main" noGrp="1"/>
          </p:cNvSpPr>
          <p:nvPr/>
        </p:nvSpPr>
        <p:spPr>
          <a:xfrm xmlns:a="http://schemas.openxmlformats.org/drawingml/2006/main">
            <a:off x="609600" y="2261235"/>
            <a:ext cx="10972800" cy="43243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2400" b="0">
                <a:solidFill>
                  <a:srgbClr val="27333D"/>
                </a:solidFill>
                <a:latin typeface="微软雅黑"/>
                <a:ea typeface="微软雅黑"/>
                <a:cs typeface="微软雅黑"/>
              </a:defRPr>
            </a:pPr>
            <a:r>
              <a:rPr sz="2400" b="0">
                <a:solidFill>
                  <a:srgbClr val="27333D"/>
                </a:solidFill>
                <a:latin typeface="微软雅黑"/>
                <a:ea typeface="微软雅黑"/>
                <a:cs typeface="微软雅黑"/>
              </a:rPr>
              <a:t>输入和配置改变了吗？</a:t>
            </a:r>
          </a:p>
        </p:txBody>
      </p:sp>
      <p:sp>
        <p:nvSpPr>
          <p:cNvPr id="8" name="content-318">
            <a:extLst xmlns:a="http://schemas.openxmlformats.org/drawingml/2006/main">
              <a:ext uri="{FF2B5EF4-FFF2-40B4-BE49-F238E27FC236}">
                <a16:creationId xmlns:a16="http://schemas.microsoft.com/office/drawing/2014/main" id="{53D59AD8-172D-4C8B-A8EC-A9F31D850131}"/>
              </a:ext>
            </a:extLst>
          </p:cNvPr>
          <p:cNvSpPr>
            <a:spLocks xmlns:a="http://schemas.openxmlformats.org/drawingml/2006/main" noGrp="1"/>
          </p:cNvSpPr>
          <p:nvPr/>
        </p:nvSpPr>
        <p:spPr>
          <a:xfrm xmlns:a="http://schemas.openxmlformats.org/drawingml/2006/main">
            <a:off x="609600" y="2950845"/>
            <a:ext cx="10972800" cy="43243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2400" b="0">
                <a:solidFill>
                  <a:srgbClr val="27333D"/>
                </a:solidFill>
                <a:latin typeface="微软雅黑"/>
                <a:ea typeface="微软雅黑"/>
                <a:cs typeface="微软雅黑"/>
              </a:defRPr>
            </a:pPr>
            <a:r>
              <a:rPr sz="2400" b="0">
                <a:solidFill>
                  <a:srgbClr val="27333D"/>
                </a:solidFill>
                <a:latin typeface="微软雅黑"/>
                <a:ea typeface="微软雅黑"/>
                <a:cs typeface="微软雅黑"/>
              </a:rPr>
              <a:t>成功任务被重复执行了吗？</a:t>
            </a:r>
          </a:p>
        </p:txBody>
      </p:sp>
      <p:sp>
        <p:nvSpPr>
          <p:cNvPr id="9" name="content-319">
            <a:extLst xmlns:a="http://schemas.openxmlformats.org/drawingml/2006/main">
              <a:ext uri="{FF2B5EF4-FFF2-40B4-BE49-F238E27FC236}">
                <a16:creationId xmlns:a16="http://schemas.microsoft.com/office/drawing/2014/main" id="{C66C2D57-9AF1-4B92-8AB2-263ACC6C062E}"/>
              </a:ext>
            </a:extLst>
          </p:cNvPr>
          <p:cNvSpPr>
            <a:spLocks xmlns:a="http://schemas.openxmlformats.org/drawingml/2006/main" noGrp="1"/>
          </p:cNvSpPr>
          <p:nvPr/>
        </p:nvSpPr>
        <p:spPr>
          <a:xfrm xmlns:a="http://schemas.openxmlformats.org/drawingml/2006/main">
            <a:off x="609600" y="3640455"/>
            <a:ext cx="10972800" cy="43243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2400" b="0">
                <a:solidFill>
                  <a:srgbClr val="1F4D78"/>
                </a:solidFill>
                <a:latin typeface="微软雅黑"/>
                <a:ea typeface="微软雅黑"/>
                <a:cs typeface="微软雅黑"/>
              </a:defRPr>
            </a:pPr>
            <a:r>
              <a:rPr sz="2400" b="0">
                <a:solidFill>
                  <a:srgbClr val="1F4D78"/>
                </a:solidFill>
                <a:latin typeface="微软雅黑"/>
                <a:ea typeface="微软雅黑"/>
                <a:cs typeface="微软雅黑"/>
              </a:rPr>
              <a:t>预算与停止条件仍然生效吗？</a:t>
            </a:r>
          </a:p>
        </p:txBody>
      </p:sp>
    </p:spTree>
    <p:extLst>
      <p:ext uri="{BB962C8B-B14F-4D97-AF65-F5344CB8AC3E}">
        <p14:creationId xmlns:p14="http://schemas.microsoft.com/office/powerpoint/2010/main" val="1443728403"/>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4" name="Text Placeholder 3">
            <a:extLst xmlns:a="http://schemas.openxmlformats.org/drawingml/2006/main">
              <a:ext uri="{FF2B5EF4-FFF2-40B4-BE49-F238E27FC236}">
                <a16:creationId xmlns:a16="http://schemas.microsoft.com/office/drawing/2014/main" id="{4D941B40-7A0A-534E-3563-CA11753C8E3F}"/>
              </a:ext>
            </a:extLst>
          </p:cNvPr>
          <p:cNvSpPr>
            <a:spLocks xmlns:a="http://schemas.openxmlformats.org/drawingml/2006/main" noGrp="1"/>
          </p:cNvSpPr>
          <p:nvPr>
            <p:ph type="body" idx="14"/>
          </p:nvPr>
        </p:nvSpPr>
        <p:spPr>
          <a:xfrm xmlns:a="http://schemas.openxmlformats.org/drawingml/2006/main">
            <a:off x="1028700" y="57150"/>
            <a:ext cx="10668000" cy="571500"/>
          </a:xfrm>
        </p:spPr>
        <p:txBody>
          <a:bodyPr xmlns:a="http://schemas.openxmlformats.org/drawingml/2006/main" lIns="0" tIns="0" rIns="0" bIns="0" anchor="ctr"/>
          <a:lstStyle xmlns:a="http://schemas.openxmlformats.org/drawingml/2006/main"/>
          <a:p xmlns:a="http://schemas.openxmlformats.org/drawingml/2006/main">
            <a:pPr algn="l">
              <a:lnSpc>
                <a:spcPct val="118000"/>
              </a:lnSpc>
              <a:buNone/>
            </a:pPr>
            <a:r>
              <a:rPr sz="3000" b="1">
                <a:solidFill>
                  <a:srgbClr val="FFFFFF"/>
                </a:solidFill>
                <a:latin typeface="微软雅黑"/>
                <a:ea typeface="微软雅黑"/>
                <a:cs typeface="微软雅黑"/>
              </a:rPr>
              <a:t>同伴只问四个循环边界</a:t>
            </a:r>
            <a:endParaRPr/>
          </a:p>
        </p:txBody>
      </p:sp>
      <p:sp>
        <p:nvSpPr>
          <p:cNvPr id="5" name="Slide Number Placeholder 4">
            <a:extLst xmlns:a="http://schemas.openxmlformats.org/drawingml/2006/main">
              <a:ext uri="{FF2B5EF4-FFF2-40B4-BE49-F238E27FC236}">
                <a16:creationId xmlns:a16="http://schemas.microsoft.com/office/drawing/2014/main" id="{EBA5909F-738E-F60C-BE8C-B3F1D94548E5}"/>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B1C6C81E-38B9-7560-621D-5A151A79DF9B}" type="slidenum">
              <a:t>18</a:t>
            </a:fld>
            <a:endParaRPr/>
          </a:p>
        </p:txBody>
      </p:sp>
      <p:sp>
        <p:nvSpPr>
          <p:cNvPr id="6" name="brand-header">
            <a:extLst xmlns:a="http://schemas.openxmlformats.org/drawingml/2006/main">
              <a:ext uri="{FF2B5EF4-FFF2-40B4-BE49-F238E27FC236}">
                <a16:creationId xmlns:a16="http://schemas.microsoft.com/office/drawing/2014/main" id="{C2242678-EFCD-42B5-BB46-151C8B8375F0}"/>
              </a:ext>
            </a:extLst>
          </p:cNvPr>
          <p:cNvSpPr>
            <a:spLocks xmlns:a="http://schemas.openxmlformats.org/drawingml/2006/main" noGrp="1"/>
          </p:cNvSpPr>
          <p:nvPr/>
        </p:nvSpPr>
        <p:spPr>
          <a:xfrm xmlns:a="http://schemas.openxmlformats.org/drawingml/2006/main">
            <a:off x="0" y="0"/>
            <a:ext cx="11887200" cy="685800"/>
          </a:xfrm>
          <a:prstGeom xmlns:a="http://schemas.openxmlformats.org/drawingml/2006/main" prst="rect">
            <a:avLst/>
          </a:prstGeom>
          <a:solidFill xmlns:a="http://schemas.openxmlformats.org/drawingml/2006/main">
            <a:srgbClr val="C8161E"/>
          </a:solidFill>
          <a:ln xmlns:a="http://schemas.openxmlformats.org/drawingml/2006/main" w="0">
            <a:noFill/>
          </a:ln>
        </p:spPr>
      </p:sp>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74c26196148c451b"/>
          <a:stretch xmlns:a="http://schemas.openxmlformats.org/drawingml/2006/main"/>
        </p:blipFill>
        <p:spPr>
          <a:xfrm xmlns:a="http://schemas.openxmlformats.org/drawingml/2006/main">
            <a:off x="323850" y="76200"/>
            <a:ext cx="533400" cy="533400"/>
          </a:xfrm>
          <a:prstGeom xmlns:a="http://schemas.openxmlformats.org/drawingml/2006/main" prst="rect">
            <a:avLst/>
          </a:prstGeom>
        </p:spPr>
      </p:pic>
      <p:sp>
        <p:nvSpPr>
          <p:cNvPr id="8" name="brand-title">
            <a:extLst xmlns:a="http://schemas.openxmlformats.org/drawingml/2006/main">
              <a:ext uri="{FF2B5EF4-FFF2-40B4-BE49-F238E27FC236}">
                <a16:creationId xmlns:a16="http://schemas.microsoft.com/office/drawing/2014/main" id="{D9D41C8F-0AB6-4E70-BBAC-4F046A8BEE4E}"/>
              </a:ext>
            </a:extLst>
          </p:cNvPr>
          <p:cNvSpPr>
            <a:spLocks xmlns:a="http://schemas.openxmlformats.org/drawingml/2006/main" noGrp="1"/>
          </p:cNvSpPr>
          <p:nvPr/>
        </p:nvSpPr>
        <p:spPr>
          <a:xfrm xmlns:a="http://schemas.openxmlformats.org/drawingml/2006/main">
            <a:off x="1028700" y="66675"/>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3000" b="1">
                <a:solidFill>
                  <a:srgbClr val="FFFFFF"/>
                </a:solidFill>
                <a:latin typeface="微软雅黑"/>
                <a:ea typeface="微软雅黑"/>
                <a:cs typeface="微软雅黑"/>
              </a:defRPr>
            </a:pPr>
            <a:r>
              <a:rPr sz="3000" b="1">
                <a:solidFill>
                  <a:srgbClr val="FFFFFF"/>
                </a:solidFill>
                <a:latin typeface="微软雅黑"/>
                <a:ea typeface="微软雅黑"/>
                <a:cs typeface="微软雅黑"/>
              </a:rPr>
              <a:t>同伴只问四个循环边界</a:t>
            </a:r>
          </a:p>
        </p:txBody>
      </p:sp>
      <p:sp>
        <p:nvSpPr>
          <p:cNvPr id="9" name="source">
            <a:extLst xmlns:a="http://schemas.openxmlformats.org/drawingml/2006/main">
              <a:ext uri="{FF2B5EF4-FFF2-40B4-BE49-F238E27FC236}">
                <a16:creationId xmlns:a16="http://schemas.microsoft.com/office/drawing/2014/main" id="{5ED5AF1C-A147-47CF-9690-17E60911B771}"/>
              </a:ext>
            </a:extLst>
          </p:cNvPr>
          <p:cNvSpPr>
            <a:spLocks xmlns:a="http://schemas.openxmlformats.org/drawingml/2006/main" noGrp="1"/>
          </p:cNvSpPr>
          <p:nvPr/>
        </p:nvSpPr>
        <p:spPr>
          <a:xfrm xmlns:a="http://schemas.openxmlformats.org/drawingml/2006/main">
            <a:off x="609600" y="6067425"/>
            <a:ext cx="10763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1100" b="0">
                <a:solidFill>
                  <a:srgbClr val="66727D"/>
                </a:solidFill>
                <a:latin typeface="微软雅黑"/>
                <a:ea typeface="微软雅黑"/>
                <a:cs typeface="微软雅黑"/>
              </a:defRPr>
            </a:pPr>
            <a:r>
              <a:rPr sz="1100" b="0">
                <a:solidFill>
                  <a:srgbClr val="66727D"/>
                </a:solidFill>
                <a:latin typeface="微软雅黑"/>
                <a:ea typeface="微软雅黑"/>
                <a:cs typeface="微软雅黑"/>
              </a:rPr>
              <a:t>来源：lesson-11/slides.md；课程工件与讲义见 speaker notes</a:t>
            </a:r>
          </a:p>
        </p:txBody>
      </p:sp>
      <p:sp>
        <p:nvSpPr>
          <p:cNvPr id="10" name="doc-11-bg">
            <a:extLst xmlns:a="http://schemas.openxmlformats.org/drawingml/2006/main">
              <a:ext uri="{FF2B5EF4-FFF2-40B4-BE49-F238E27FC236}">
                <a16:creationId xmlns:a16="http://schemas.microsoft.com/office/drawing/2014/main" id="{CE7CB709-D4C8-491E-8249-5E79A0B7CCD7}"/>
              </a:ext>
            </a:extLst>
          </p:cNvPr>
          <p:cNvSpPr>
            <a:spLocks xmlns:a="http://schemas.openxmlformats.org/drawingml/2006/main" noGrp="1"/>
          </p:cNvSpPr>
          <p:nvPr/>
        </p:nvSpPr>
        <p:spPr>
          <a:xfrm xmlns:a="http://schemas.openxmlformats.org/drawingml/2006/main">
            <a:off x="3429000" y="1476375"/>
            <a:ext cx="5334000" cy="3667125"/>
          </a:xfrm>
          <a:prstGeom xmlns:a="http://schemas.openxmlformats.org/drawingml/2006/main" prst="rect">
            <a:avLst/>
          </a:prstGeom>
          <a:solidFill xmlns:a="http://schemas.openxmlformats.org/drawingml/2006/main">
            <a:srgbClr val="F4F6F8"/>
          </a:solidFill>
          <a:ln xmlns:a="http://schemas.openxmlformats.org/drawingml/2006/main" w="0">
            <a:noFill/>
          </a:ln>
        </p:spPr>
      </p:sp>
      <p:sp>
        <p:nvSpPr>
          <p:cNvPr id="11" name="doc-11-title-bg">
            <a:extLst xmlns:a="http://schemas.openxmlformats.org/drawingml/2006/main">
              <a:ext uri="{FF2B5EF4-FFF2-40B4-BE49-F238E27FC236}">
                <a16:creationId xmlns:a16="http://schemas.microsoft.com/office/drawing/2014/main" id="{209E7F93-4850-4526-9D5F-D10F29314DD7}"/>
              </a:ext>
            </a:extLst>
          </p:cNvPr>
          <p:cNvSpPr>
            <a:spLocks xmlns:a="http://schemas.openxmlformats.org/drawingml/2006/main" noGrp="1"/>
          </p:cNvSpPr>
          <p:nvPr/>
        </p:nvSpPr>
        <p:spPr>
          <a:xfrm xmlns:a="http://schemas.openxmlformats.org/drawingml/2006/main">
            <a:off x="3429000" y="1476375"/>
            <a:ext cx="3429000" cy="323850"/>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12" name="doc-11-title">
            <a:extLst xmlns:a="http://schemas.openxmlformats.org/drawingml/2006/main">
              <a:ext uri="{FF2B5EF4-FFF2-40B4-BE49-F238E27FC236}">
                <a16:creationId xmlns:a16="http://schemas.microsoft.com/office/drawing/2014/main" id="{B43E718C-F427-468D-A8CB-99A36902EDAE}"/>
              </a:ext>
            </a:extLst>
          </p:cNvPr>
          <p:cNvSpPr>
            <a:spLocks xmlns:a="http://schemas.openxmlformats.org/drawingml/2006/main" noGrp="1"/>
          </p:cNvSpPr>
          <p:nvPr/>
        </p:nvSpPr>
        <p:spPr>
          <a:xfrm xmlns:a="http://schemas.openxmlformats.org/drawingml/2006/main">
            <a:off x="3505200" y="1495425"/>
            <a:ext cx="3276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1800" b="1">
                <a:solidFill>
                  <a:srgbClr val="FFFFFF"/>
                </a:solidFill>
                <a:latin typeface="微软雅黑"/>
                <a:ea typeface="微软雅黑"/>
                <a:cs typeface="微软雅黑"/>
              </a:defRPr>
            </a:pPr>
            <a:r>
              <a:rPr sz="1800" b="1">
                <a:solidFill>
                  <a:srgbClr val="FFFFFF"/>
                </a:solidFill>
                <a:latin typeface="微软雅黑"/>
                <a:ea typeface="微软雅黑"/>
                <a:cs typeface="微软雅黑"/>
              </a:rPr>
              <a:t>作者的受限循环说明</a:t>
            </a:r>
          </a:p>
        </p:txBody>
      </p:sp>
      <p:sp>
        <p:nvSpPr>
          <p:cNvPr id="13" name="doc-11-line-0">
            <a:extLst xmlns:a="http://schemas.openxmlformats.org/drawingml/2006/main">
              <a:ext uri="{FF2B5EF4-FFF2-40B4-BE49-F238E27FC236}">
                <a16:creationId xmlns:a16="http://schemas.microsoft.com/office/drawing/2014/main" id="{7B268B59-141A-4145-B234-F2321C28BB54}"/>
              </a:ext>
            </a:extLst>
          </p:cNvPr>
          <p:cNvSpPr>
            <a:spLocks xmlns:a="http://schemas.openxmlformats.org/drawingml/2006/main" noGrp="1"/>
          </p:cNvSpPr>
          <p:nvPr/>
        </p:nvSpPr>
        <p:spPr>
          <a:xfrm xmlns:a="http://schemas.openxmlformats.org/drawingml/2006/main">
            <a:off x="3657600" y="1971675"/>
            <a:ext cx="4876800" cy="73104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固定指标与版本</a:t>
            </a:r>
          </a:p>
        </p:txBody>
      </p:sp>
      <p:sp>
        <p:nvSpPr>
          <p:cNvPr id="14" name="doc-11-line-1">
            <a:extLst xmlns:a="http://schemas.openxmlformats.org/drawingml/2006/main">
              <a:ext uri="{FF2B5EF4-FFF2-40B4-BE49-F238E27FC236}">
                <a16:creationId xmlns:a16="http://schemas.microsoft.com/office/drawing/2014/main" id="{E4754BE3-66FE-442F-A963-96327E757B43}"/>
              </a:ext>
            </a:extLst>
          </p:cNvPr>
          <p:cNvSpPr>
            <a:spLocks xmlns:a="http://schemas.openxmlformats.org/drawingml/2006/main" noGrp="1"/>
          </p:cNvSpPr>
          <p:nvPr/>
        </p:nvSpPr>
        <p:spPr>
          <a:xfrm xmlns:a="http://schemas.openxmlformats.org/drawingml/2006/main">
            <a:off x="3657600" y="2717006"/>
            <a:ext cx="4876800" cy="73104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预算 / 停止 / 回退</a:t>
            </a:r>
          </a:p>
        </p:txBody>
      </p:sp>
      <p:sp>
        <p:nvSpPr>
          <p:cNvPr id="15" name="doc-11-line-2">
            <a:extLst xmlns:a="http://schemas.openxmlformats.org/drawingml/2006/main">
              <a:ext uri="{FF2B5EF4-FFF2-40B4-BE49-F238E27FC236}">
                <a16:creationId xmlns:a16="http://schemas.microsoft.com/office/drawing/2014/main" id="{2C7D0A23-AE69-49B6-8183-C59601242ACA}"/>
              </a:ext>
            </a:extLst>
          </p:cNvPr>
          <p:cNvSpPr>
            <a:spLocks xmlns:a="http://schemas.openxmlformats.org/drawingml/2006/main" noGrp="1"/>
          </p:cNvSpPr>
          <p:nvPr/>
        </p:nvSpPr>
        <p:spPr>
          <a:xfrm xmlns:a="http://schemas.openxmlformats.org/drawingml/2006/main">
            <a:off x="3657600" y="3462338"/>
            <a:ext cx="4876800" cy="73104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人工审核点</a:t>
            </a:r>
          </a:p>
        </p:txBody>
      </p:sp>
      <p:sp>
        <p:nvSpPr>
          <p:cNvPr id="16" name="doc-11-line-3">
            <a:extLst xmlns:a="http://schemas.openxmlformats.org/drawingml/2006/main">
              <a:ext uri="{FF2B5EF4-FFF2-40B4-BE49-F238E27FC236}">
                <a16:creationId xmlns:a16="http://schemas.microsoft.com/office/drawing/2014/main" id="{FF7D0D47-0B56-439D-BAD0-26B737F90C1B}"/>
              </a:ext>
            </a:extLst>
          </p:cNvPr>
          <p:cNvSpPr>
            <a:spLocks xmlns:a="http://schemas.openxmlformats.org/drawingml/2006/main" noGrp="1"/>
          </p:cNvSpPr>
          <p:nvPr/>
        </p:nvSpPr>
        <p:spPr>
          <a:xfrm xmlns:a="http://schemas.openxmlformats.org/drawingml/2006/main">
            <a:off x="3657600" y="4207669"/>
            <a:ext cx="4876800" cy="73104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2200" b="0">
                <a:solidFill>
                  <a:srgbClr val="27333D"/>
                </a:solidFill>
                <a:latin typeface="微软雅黑"/>
                <a:ea typeface="微软雅黑"/>
                <a:cs typeface="微软雅黑"/>
              </a:defRPr>
            </a:pPr>
            <a:r>
              <a:rPr sz="2200" b="0">
                <a:solidFill>
                  <a:srgbClr val="27333D"/>
                </a:solidFill>
                <a:latin typeface="微软雅黑"/>
                <a:ea typeface="微软雅黑"/>
                <a:cs typeface="微软雅黑"/>
              </a:rPr>
              <a:t>正常 / 无改善 / 失败 trace</a:t>
            </a:r>
          </a:p>
        </p:txBody>
      </p:sp>
      <p:sp>
        <p:nvSpPr>
          <p:cNvPr id="17" name="peer">
            <a:extLst xmlns:a="http://schemas.openxmlformats.org/drawingml/2006/main">
              <a:ext uri="{FF2B5EF4-FFF2-40B4-BE49-F238E27FC236}">
                <a16:creationId xmlns:a16="http://schemas.microsoft.com/office/drawing/2014/main" id="{F21B36BA-5629-4240-A4BC-24CF2D9CA6D5}"/>
              </a:ext>
            </a:extLst>
          </p:cNvPr>
          <p:cNvSpPr>
            <a:spLocks xmlns:a="http://schemas.openxmlformats.org/drawingml/2006/main" noGrp="1"/>
          </p:cNvSpPr>
          <p:nvPr/>
        </p:nvSpPr>
        <p:spPr>
          <a:xfrm xmlns:a="http://schemas.openxmlformats.org/drawingml/2006/main">
            <a:off x="762000" y="2095500"/>
            <a:ext cx="2095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2400" b="1">
                <a:solidFill>
                  <a:srgbClr val="1F4D78"/>
                </a:solidFill>
                <a:latin typeface="微软雅黑"/>
                <a:ea typeface="微软雅黑"/>
                <a:cs typeface="微软雅黑"/>
              </a:defRPr>
            </a:pPr>
            <a:r>
              <a:rPr sz="2400" b="1">
                <a:solidFill>
                  <a:srgbClr val="1F4D78"/>
                </a:solidFill>
                <a:latin typeface="微软雅黑"/>
                <a:ea typeface="微软雅黑"/>
                <a:cs typeface="微软雅黑"/>
              </a:rPr>
              <a:t>同伴提问</a:t>
            </a:r>
          </a:p>
        </p:txBody>
      </p:sp>
      <p:sp>
        <p:nvSpPr>
          <p:cNvPr id="18" name="list-70-280-0">
            <a:extLst xmlns:a="http://schemas.openxmlformats.org/drawingml/2006/main">
              <a:ext uri="{FF2B5EF4-FFF2-40B4-BE49-F238E27FC236}">
                <a16:creationId xmlns:a16="http://schemas.microsoft.com/office/drawing/2014/main" id="{42D7D260-33F7-4F3C-8244-FEA00E6076B7}"/>
              </a:ext>
            </a:extLst>
          </p:cNvPr>
          <p:cNvSpPr>
            <a:spLocks xmlns:a="http://schemas.openxmlformats.org/drawingml/2006/main" noGrp="1"/>
          </p:cNvSpPr>
          <p:nvPr/>
        </p:nvSpPr>
        <p:spPr>
          <a:xfrm xmlns:a="http://schemas.openxmlformats.org/drawingml/2006/main">
            <a:off x="666750" y="2667000"/>
            <a:ext cx="2381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1800" b="0">
                <a:solidFill>
                  <a:srgbClr val="27333D"/>
                </a:solidFill>
                <a:latin typeface="微软雅黑"/>
                <a:ea typeface="微软雅黑"/>
                <a:cs typeface="微软雅黑"/>
              </a:defRPr>
            </a:pPr>
            <a:r>
              <a:rPr sz="1800" b="0">
                <a:solidFill>
                  <a:srgbClr val="27333D"/>
                </a:solidFill>
                <a:latin typeface="微软雅黑"/>
                <a:ea typeface="微软雅黑"/>
                <a:cs typeface="微软雅黑"/>
              </a:rPr>
              <a:t>? 指标会漂移吗</a:t>
            </a:r>
          </a:p>
        </p:txBody>
      </p:sp>
      <p:sp>
        <p:nvSpPr>
          <p:cNvPr id="19" name="list-70-280-1">
            <a:extLst xmlns:a="http://schemas.openxmlformats.org/drawingml/2006/main">
              <a:ext uri="{FF2B5EF4-FFF2-40B4-BE49-F238E27FC236}">
                <a16:creationId xmlns:a16="http://schemas.microsoft.com/office/drawing/2014/main" id="{A3881F0D-A901-4CEB-BFAA-615CBE964844}"/>
              </a:ext>
            </a:extLst>
          </p:cNvPr>
          <p:cNvSpPr>
            <a:spLocks xmlns:a="http://schemas.openxmlformats.org/drawingml/2006/main" noGrp="1"/>
          </p:cNvSpPr>
          <p:nvPr/>
        </p:nvSpPr>
        <p:spPr>
          <a:xfrm xmlns:a="http://schemas.openxmlformats.org/drawingml/2006/main">
            <a:off x="666750" y="3124200"/>
            <a:ext cx="2381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1800" b="0">
                <a:solidFill>
                  <a:srgbClr val="27333D"/>
                </a:solidFill>
                <a:latin typeface="微软雅黑"/>
                <a:ea typeface="微软雅黑"/>
                <a:cs typeface="微软雅黑"/>
              </a:defRPr>
            </a:pPr>
            <a:r>
              <a:rPr sz="1800" b="0">
                <a:solidFill>
                  <a:srgbClr val="27333D"/>
                </a:solidFill>
                <a:latin typeface="微软雅黑"/>
                <a:ea typeface="微软雅黑"/>
                <a:cs typeface="微软雅黑"/>
              </a:rPr>
              <a:t>? 何时必须停</a:t>
            </a:r>
          </a:p>
        </p:txBody>
      </p:sp>
      <p:sp>
        <p:nvSpPr>
          <p:cNvPr id="20" name="list-70-280-2">
            <a:extLst xmlns:a="http://schemas.openxmlformats.org/drawingml/2006/main">
              <a:ext uri="{FF2B5EF4-FFF2-40B4-BE49-F238E27FC236}">
                <a16:creationId xmlns:a16="http://schemas.microsoft.com/office/drawing/2014/main" id="{D1173CA3-C759-4806-B5DF-6EDB36EF54B4}"/>
              </a:ext>
            </a:extLst>
          </p:cNvPr>
          <p:cNvSpPr>
            <a:spLocks xmlns:a="http://schemas.openxmlformats.org/drawingml/2006/main" noGrp="1"/>
          </p:cNvSpPr>
          <p:nvPr/>
        </p:nvSpPr>
        <p:spPr>
          <a:xfrm xmlns:a="http://schemas.openxmlformats.org/drawingml/2006/main">
            <a:off x="666750" y="3581400"/>
            <a:ext cx="2381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1800" b="0">
                <a:solidFill>
                  <a:srgbClr val="27333D"/>
                </a:solidFill>
                <a:latin typeface="微软雅黑"/>
                <a:ea typeface="微软雅黑"/>
                <a:cs typeface="微软雅黑"/>
              </a:defRPr>
            </a:pPr>
            <a:r>
              <a:rPr sz="1800" b="0">
                <a:solidFill>
                  <a:srgbClr val="27333D"/>
                </a:solidFill>
                <a:latin typeface="微软雅黑"/>
                <a:ea typeface="微软雅黑"/>
                <a:cs typeface="微软雅黑"/>
              </a:rPr>
              <a:t>? 失败仍在账本吗</a:t>
            </a:r>
          </a:p>
        </p:txBody>
      </p:sp>
      <p:sp>
        <p:nvSpPr>
          <p:cNvPr id="21" name="list-70-280-3">
            <a:extLst xmlns:a="http://schemas.openxmlformats.org/drawingml/2006/main">
              <a:ext uri="{FF2B5EF4-FFF2-40B4-BE49-F238E27FC236}">
                <a16:creationId xmlns:a16="http://schemas.microsoft.com/office/drawing/2014/main" id="{A8546C62-C822-4CBE-B85F-41B3B4C8C202}"/>
              </a:ext>
            </a:extLst>
          </p:cNvPr>
          <p:cNvSpPr>
            <a:spLocks xmlns:a="http://schemas.openxmlformats.org/drawingml/2006/main" noGrp="1"/>
          </p:cNvSpPr>
          <p:nvPr/>
        </p:nvSpPr>
        <p:spPr>
          <a:xfrm xmlns:a="http://schemas.openxmlformats.org/drawingml/2006/main">
            <a:off x="666750" y="4038600"/>
            <a:ext cx="2381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1800" b="0">
                <a:solidFill>
                  <a:srgbClr val="27333D"/>
                </a:solidFill>
                <a:latin typeface="微软雅黑"/>
                <a:ea typeface="微软雅黑"/>
                <a:cs typeface="微软雅黑"/>
              </a:defRPr>
            </a:pPr>
            <a:r>
              <a:rPr sz="1800" b="0">
                <a:solidFill>
                  <a:srgbClr val="27333D"/>
                </a:solidFill>
                <a:latin typeface="微软雅黑"/>
                <a:ea typeface="微软雅黑"/>
                <a:cs typeface="微软雅黑"/>
              </a:rPr>
              <a:t>? 队列被当成优化吗</a:t>
            </a:r>
          </a:p>
        </p:txBody>
      </p:sp>
      <p:sp>
        <p:nvSpPr>
          <p:cNvPr id="22" name="author">
            <a:extLst xmlns:a="http://schemas.openxmlformats.org/drawingml/2006/main">
              <a:ext uri="{FF2B5EF4-FFF2-40B4-BE49-F238E27FC236}">
                <a16:creationId xmlns:a16="http://schemas.microsoft.com/office/drawing/2014/main" id="{E314FC96-793F-4780-A96A-D26E7C2C588A}"/>
              </a:ext>
            </a:extLst>
          </p:cNvPr>
          <p:cNvSpPr>
            <a:spLocks xmlns:a="http://schemas.openxmlformats.org/drawingml/2006/main" noGrp="1"/>
          </p:cNvSpPr>
          <p:nvPr/>
        </p:nvSpPr>
        <p:spPr>
          <a:xfrm xmlns:a="http://schemas.openxmlformats.org/drawingml/2006/main">
            <a:off x="9048750" y="2333625"/>
            <a:ext cx="2286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200" b="1">
                <a:solidFill>
                  <a:srgbClr val="2E7D5B"/>
                </a:solidFill>
                <a:latin typeface="微软雅黑"/>
                <a:ea typeface="微软雅黑"/>
                <a:cs typeface="微软雅黑"/>
              </a:defRPr>
            </a:pPr>
            <a:r>
              <a:rPr sz="2200" b="1">
                <a:solidFill>
                  <a:srgbClr val="2E7D5B"/>
                </a:solidFill>
                <a:latin typeface="微软雅黑"/>
                <a:ea typeface="微软雅黑"/>
                <a:cs typeface="微软雅黑"/>
              </a:rPr>
              <a:t>作者记录</a:t>
            </a:r>
          </a:p>
          <a:p xmlns:a="http://schemas.openxmlformats.org/drawingml/2006/main">
            <a:pPr algn="ctr">
              <a:lnSpc>
                <a:spcPct val="118000"/>
              </a:lnSpc>
              <a:buNone/>
              <a:defRPr sz="2200" b="1">
                <a:solidFill>
                  <a:srgbClr val="2E7D5B"/>
                </a:solidFill>
                <a:latin typeface="微软雅黑"/>
                <a:ea typeface="微软雅黑"/>
                <a:cs typeface="微软雅黑"/>
              </a:defRPr>
            </a:pPr>
            <a:r>
              <a:rPr sz="2200" b="1">
                <a:solidFill>
                  <a:srgbClr val="2E7D5B"/>
                </a:solidFill>
                <a:latin typeface="微软雅黑"/>
                <a:ea typeface="微软雅黑"/>
                <a:cs typeface="微软雅黑"/>
              </a:rPr>
              <a:t>决定与理由</a:t>
            </a:r>
          </a:p>
        </p:txBody>
      </p:sp>
    </p:spTree>
    <p:extLst>
      <p:ext uri="{BB962C8B-B14F-4D97-AF65-F5344CB8AC3E}">
        <p14:creationId xmlns:p14="http://schemas.microsoft.com/office/powerpoint/2010/main" val="1443728403"/>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sp>
        <p:nvSpPr>
          <p:cNvPr id="4" name="Text Placeholder 3">
            <a:extLst xmlns:a="http://schemas.openxmlformats.org/drawingml/2006/main">
              <a:ext uri="{FF2B5EF4-FFF2-40B4-BE49-F238E27FC236}">
                <a16:creationId xmlns:a16="http://schemas.microsoft.com/office/drawing/2014/main" id="{4D941B40-7A0A-534E-3563-CA11753C8E3F}"/>
              </a:ext>
            </a:extLst>
          </p:cNvPr>
          <p:cNvSpPr>
            <a:spLocks xmlns:a="http://schemas.openxmlformats.org/drawingml/2006/main" noGrp="1"/>
          </p:cNvSpPr>
          <p:nvPr>
            <p:ph type="body" idx="14"/>
          </p:nvPr>
        </p:nvSpPr>
        <p:spPr>
          <a:xfrm xmlns:a="http://schemas.openxmlformats.org/drawingml/2006/main">
            <a:off x="1028700" y="57150"/>
            <a:ext cx="10668000" cy="571500"/>
          </a:xfrm>
        </p:spPr>
        <p:txBody>
          <a:bodyPr xmlns:a="http://schemas.openxmlformats.org/drawingml/2006/main" lIns="0" tIns="0" rIns="0" bIns="0" anchor="ctr"/>
          <a:lstStyle xmlns:a="http://schemas.openxmlformats.org/drawingml/2006/main"/>
          <a:p xmlns:a="http://schemas.openxmlformats.org/drawingml/2006/main">
            <a:pPr algn="l">
              <a:lnSpc>
                <a:spcPct val="118000"/>
              </a:lnSpc>
              <a:buNone/>
            </a:pPr>
            <a:r>
              <a:rPr sz="3000" b="1">
                <a:solidFill>
                  <a:srgbClr val="FFFFFF"/>
                </a:solidFill>
                <a:latin typeface="微软雅黑"/>
                <a:ea typeface="微软雅黑"/>
                <a:cs typeface="微软雅黑"/>
              </a:rPr>
              <a:t>本讲知识点总结</a:t>
            </a:r>
            <a:endParaRPr/>
          </a:p>
        </p:txBody>
      </p:sp>
      <p:sp>
        <p:nvSpPr>
          <p:cNvPr id="5" name="Slide Number Placeholder 4">
            <a:extLst xmlns:a="http://schemas.openxmlformats.org/drawingml/2006/main">
              <a:ext uri="{FF2B5EF4-FFF2-40B4-BE49-F238E27FC236}">
                <a16:creationId xmlns:a16="http://schemas.microsoft.com/office/drawing/2014/main" id="{EBA5909F-738E-F60C-BE8C-B3F1D94548E5}"/>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CF91274-D221-1BB4-3BF9-836E3AD31EBE}" type="slidenum">
              <a:t>19</a:t>
            </a:fld>
            <a:endParaRPr/>
          </a:p>
        </p:txBody>
      </p:sp>
      <p:sp>
        <p:nvSpPr>
          <p:cNvPr id="6" name="brand-header">
            <a:extLst xmlns:a="http://schemas.openxmlformats.org/drawingml/2006/main">
              <a:ext uri="{FF2B5EF4-FFF2-40B4-BE49-F238E27FC236}">
                <a16:creationId xmlns:a16="http://schemas.microsoft.com/office/drawing/2014/main" id="{9A6D49A9-6EFF-4D86-8529-DF76FE645824}"/>
              </a:ext>
            </a:extLst>
          </p:cNvPr>
          <p:cNvSpPr>
            <a:spLocks xmlns:a="http://schemas.openxmlformats.org/drawingml/2006/main" noGrp="1"/>
          </p:cNvSpPr>
          <p:nvPr/>
        </p:nvSpPr>
        <p:spPr>
          <a:xfrm xmlns:a="http://schemas.openxmlformats.org/drawingml/2006/main">
            <a:off x="0" y="0"/>
            <a:ext cx="11887200" cy="685800"/>
          </a:xfrm>
          <a:prstGeom xmlns:a="http://schemas.openxmlformats.org/drawingml/2006/main" prst="rect">
            <a:avLst/>
          </a:prstGeom>
          <a:solidFill xmlns:a="http://schemas.openxmlformats.org/drawingml/2006/main">
            <a:srgbClr val="C8161E"/>
          </a:solidFill>
          <a:ln xmlns:a="http://schemas.openxmlformats.org/drawingml/2006/main" w="0">
            <a:noFill/>
          </a:ln>
        </p:spPr>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b392a6e8c1524c42"/>
          <a:stretch xmlns:a="http://schemas.openxmlformats.org/drawingml/2006/main"/>
        </p:blipFill>
        <p:spPr>
          <a:xfrm xmlns:a="http://schemas.openxmlformats.org/drawingml/2006/main">
            <a:off x="323850" y="76200"/>
            <a:ext cx="533400" cy="533400"/>
          </a:xfrm>
          <a:prstGeom xmlns:a="http://schemas.openxmlformats.org/drawingml/2006/main" prst="rect">
            <a:avLst/>
          </a:prstGeom>
        </p:spPr>
      </p:pic>
      <p:sp>
        <p:nvSpPr>
          <p:cNvPr id="8" name="brand-title">
            <a:extLst xmlns:a="http://schemas.openxmlformats.org/drawingml/2006/main">
              <a:ext uri="{FF2B5EF4-FFF2-40B4-BE49-F238E27FC236}">
                <a16:creationId xmlns:a16="http://schemas.microsoft.com/office/drawing/2014/main" id="{B2AAD3E9-06B9-49AE-8965-12015A2E174E}"/>
              </a:ext>
            </a:extLst>
          </p:cNvPr>
          <p:cNvSpPr>
            <a:spLocks xmlns:a="http://schemas.openxmlformats.org/drawingml/2006/main" noGrp="1"/>
          </p:cNvSpPr>
          <p:nvPr/>
        </p:nvSpPr>
        <p:spPr>
          <a:xfrm xmlns:a="http://schemas.openxmlformats.org/drawingml/2006/main">
            <a:off x="1028700" y="66675"/>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3000" b="1">
                <a:solidFill>
                  <a:srgbClr val="FFFFFF"/>
                </a:solidFill>
                <a:latin typeface="微软雅黑"/>
                <a:ea typeface="微软雅黑"/>
                <a:cs typeface="微软雅黑"/>
              </a:defRPr>
            </a:pPr>
            <a:r>
              <a:rPr sz="3000" b="1">
                <a:solidFill>
                  <a:srgbClr val="FFFFFF"/>
                </a:solidFill>
                <a:latin typeface="微软雅黑"/>
                <a:ea typeface="微软雅黑"/>
                <a:cs typeface="微软雅黑"/>
              </a:rPr>
              <a:t>本讲知识点总结</a:t>
            </a:r>
          </a:p>
        </p:txBody>
      </p:sp>
      <p:sp>
        <p:nvSpPr>
          <p:cNvPr id="9" name="source">
            <a:extLst xmlns:a="http://schemas.openxmlformats.org/drawingml/2006/main">
              <a:ext uri="{FF2B5EF4-FFF2-40B4-BE49-F238E27FC236}">
                <a16:creationId xmlns:a16="http://schemas.microsoft.com/office/drawing/2014/main" id="{8E8B1793-362E-4877-A4E2-92B415335F2A}"/>
              </a:ext>
            </a:extLst>
          </p:cNvPr>
          <p:cNvSpPr>
            <a:spLocks xmlns:a="http://schemas.openxmlformats.org/drawingml/2006/main" noGrp="1"/>
          </p:cNvSpPr>
          <p:nvPr/>
        </p:nvSpPr>
        <p:spPr>
          <a:xfrm xmlns:a="http://schemas.openxmlformats.org/drawingml/2006/main">
            <a:off x="609600" y="6067425"/>
            <a:ext cx="10763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1100" b="0">
                <a:solidFill>
                  <a:srgbClr val="66727D"/>
                </a:solidFill>
                <a:latin typeface="微软雅黑"/>
                <a:ea typeface="微软雅黑"/>
                <a:cs typeface="微软雅黑"/>
              </a:defRPr>
            </a:pPr>
            <a:r>
              <a:rPr sz="1100" b="0">
                <a:solidFill>
                  <a:srgbClr val="66727D"/>
                </a:solidFill>
                <a:latin typeface="微软雅黑"/>
                <a:ea typeface="微软雅黑"/>
                <a:cs typeface="微软雅黑"/>
              </a:rPr>
              <a:t>来源：lesson-11/slides.md；课程工件与讲义见 speaker notes</a:t>
            </a:r>
          </a:p>
        </p:txBody>
      </p:sp>
      <p:sp>
        <p:nvSpPr>
          <p:cNvPr id="10" name="chain-line-0">
            <a:extLst xmlns:a="http://schemas.openxmlformats.org/drawingml/2006/main">
              <a:ext uri="{FF2B5EF4-FFF2-40B4-BE49-F238E27FC236}">
                <a16:creationId xmlns:a16="http://schemas.microsoft.com/office/drawing/2014/main" id="{C438E1B3-1C26-495A-9172-EC64F3C08096}"/>
              </a:ext>
            </a:extLst>
          </p:cNvPr>
          <p:cNvSpPr>
            <a:spLocks xmlns:a="http://schemas.openxmlformats.org/drawingml/2006/main" noGrp="1"/>
          </p:cNvSpPr>
          <p:nvPr/>
        </p:nvSpPr>
        <p:spPr>
          <a:xfrm xmlns:a="http://schemas.openxmlformats.org/drawingml/2006/main">
            <a:off x="704850" y="3057525"/>
            <a:ext cx="1952625"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11" name="chain-0">
            <a:extLst xmlns:a="http://schemas.openxmlformats.org/drawingml/2006/main">
              <a:ext uri="{FF2B5EF4-FFF2-40B4-BE49-F238E27FC236}">
                <a16:creationId xmlns:a16="http://schemas.microsoft.com/office/drawing/2014/main" id="{98D82923-1FEC-42B2-AEA3-ED7B5C4FC477}"/>
              </a:ext>
            </a:extLst>
          </p:cNvPr>
          <p:cNvSpPr>
            <a:spLocks xmlns:a="http://schemas.openxmlformats.org/drawingml/2006/main" noGrp="1"/>
          </p:cNvSpPr>
          <p:nvPr/>
        </p:nvSpPr>
        <p:spPr>
          <a:xfrm xmlns:a="http://schemas.openxmlformats.org/drawingml/2006/main">
            <a:off x="704850" y="2333625"/>
            <a:ext cx="1952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冻结指标</a:t>
            </a:r>
          </a:p>
        </p:txBody>
      </p:sp>
      <p:sp>
        <p:nvSpPr>
          <p:cNvPr id="12" name="chain-arrow-0">
            <a:extLst xmlns:a="http://schemas.openxmlformats.org/drawingml/2006/main">
              <a:ext uri="{FF2B5EF4-FFF2-40B4-BE49-F238E27FC236}">
                <a16:creationId xmlns:a16="http://schemas.microsoft.com/office/drawing/2014/main" id="{89CBFB15-63D9-4D88-90C9-B9350752569E}"/>
              </a:ext>
            </a:extLst>
          </p:cNvPr>
          <p:cNvSpPr>
            <a:spLocks xmlns:a="http://schemas.openxmlformats.org/drawingml/2006/main" noGrp="1"/>
          </p:cNvSpPr>
          <p:nvPr/>
        </p:nvSpPr>
        <p:spPr>
          <a:xfrm xmlns:a="http://schemas.openxmlformats.org/drawingml/2006/main">
            <a:off x="2657475" y="2505075"/>
            <a:ext cx="920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400" b="0">
                <a:solidFill>
                  <a:srgbClr val="1F4D78"/>
                </a:solidFill>
                <a:latin typeface="微软雅黑"/>
                <a:ea typeface="微软雅黑"/>
                <a:cs typeface="微软雅黑"/>
              </a:defRPr>
            </a:pPr>
            <a:r>
              <a:rPr sz="2400" b="0">
                <a:solidFill>
                  <a:srgbClr val="1F4D78"/>
                </a:solidFill>
                <a:latin typeface="微软雅黑"/>
                <a:ea typeface="微软雅黑"/>
                <a:cs typeface="微软雅黑"/>
              </a:rPr>
              <a:t>→</a:t>
            </a:r>
          </a:p>
        </p:txBody>
      </p:sp>
      <p:sp>
        <p:nvSpPr>
          <p:cNvPr id="13" name="chain-sub-0">
            <a:extLst xmlns:a="http://schemas.openxmlformats.org/drawingml/2006/main">
              <a:ext uri="{FF2B5EF4-FFF2-40B4-BE49-F238E27FC236}">
                <a16:creationId xmlns:a16="http://schemas.microsoft.com/office/drawing/2014/main" id="{DDA87765-81F5-4E11-A1F7-3DA4D2DDE09C}"/>
              </a:ext>
            </a:extLst>
          </p:cNvPr>
          <p:cNvSpPr>
            <a:spLocks xmlns:a="http://schemas.openxmlformats.org/drawingml/2006/main" noGrp="1"/>
          </p:cNvSpPr>
          <p:nvPr/>
        </p:nvSpPr>
        <p:spPr>
          <a:xfrm xmlns:a="http://schemas.openxmlformats.org/drawingml/2006/main">
            <a:off x="704850" y="3209925"/>
            <a:ext cx="19526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本讲输入</a:t>
            </a:r>
          </a:p>
        </p:txBody>
      </p:sp>
      <p:sp>
        <p:nvSpPr>
          <p:cNvPr id="14" name="chain-line-1">
            <a:extLst xmlns:a="http://schemas.openxmlformats.org/drawingml/2006/main">
              <a:ext uri="{FF2B5EF4-FFF2-40B4-BE49-F238E27FC236}">
                <a16:creationId xmlns:a16="http://schemas.microsoft.com/office/drawing/2014/main" id="{E5B22C26-BF9E-4C77-94D3-399247F0E5F4}"/>
              </a:ext>
            </a:extLst>
          </p:cNvPr>
          <p:cNvSpPr>
            <a:spLocks xmlns:a="http://schemas.openxmlformats.org/drawingml/2006/main" noGrp="1"/>
          </p:cNvSpPr>
          <p:nvPr/>
        </p:nvSpPr>
        <p:spPr>
          <a:xfrm xmlns:a="http://schemas.openxmlformats.org/drawingml/2006/main">
            <a:off x="3578225" y="3057525"/>
            <a:ext cx="1952625"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15" name="chain-1">
            <a:extLst xmlns:a="http://schemas.openxmlformats.org/drawingml/2006/main">
              <a:ext uri="{FF2B5EF4-FFF2-40B4-BE49-F238E27FC236}">
                <a16:creationId xmlns:a16="http://schemas.microsoft.com/office/drawing/2014/main" id="{22ED1FE5-94AC-453C-B011-1BF74393D7F5}"/>
              </a:ext>
            </a:extLst>
          </p:cNvPr>
          <p:cNvSpPr>
            <a:spLocks xmlns:a="http://schemas.openxmlformats.org/drawingml/2006/main" noGrp="1"/>
          </p:cNvSpPr>
          <p:nvPr/>
        </p:nvSpPr>
        <p:spPr>
          <a:xfrm xmlns:a="http://schemas.openxmlformats.org/drawingml/2006/main">
            <a:off x="3578225" y="2333625"/>
            <a:ext cx="1952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预算 / 停止</a:t>
            </a:r>
          </a:p>
        </p:txBody>
      </p:sp>
      <p:sp>
        <p:nvSpPr>
          <p:cNvPr id="16" name="chain-arrow-1">
            <a:extLst xmlns:a="http://schemas.openxmlformats.org/drawingml/2006/main">
              <a:ext uri="{FF2B5EF4-FFF2-40B4-BE49-F238E27FC236}">
                <a16:creationId xmlns:a16="http://schemas.microsoft.com/office/drawing/2014/main" id="{ABFA49DC-8A1A-4602-9242-90403D34B1B3}"/>
              </a:ext>
            </a:extLst>
          </p:cNvPr>
          <p:cNvSpPr>
            <a:spLocks xmlns:a="http://schemas.openxmlformats.org/drawingml/2006/main" noGrp="1"/>
          </p:cNvSpPr>
          <p:nvPr/>
        </p:nvSpPr>
        <p:spPr>
          <a:xfrm xmlns:a="http://schemas.openxmlformats.org/drawingml/2006/main">
            <a:off x="5530850" y="2505075"/>
            <a:ext cx="920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400" b="0">
                <a:solidFill>
                  <a:srgbClr val="1F4D78"/>
                </a:solidFill>
                <a:latin typeface="微软雅黑"/>
                <a:ea typeface="微软雅黑"/>
                <a:cs typeface="微软雅黑"/>
              </a:defRPr>
            </a:pPr>
            <a:r>
              <a:rPr sz="2400" b="0">
                <a:solidFill>
                  <a:srgbClr val="1F4D78"/>
                </a:solidFill>
                <a:latin typeface="微软雅黑"/>
                <a:ea typeface="微软雅黑"/>
                <a:cs typeface="微软雅黑"/>
              </a:rPr>
              <a:t>→</a:t>
            </a:r>
          </a:p>
        </p:txBody>
      </p:sp>
      <p:sp>
        <p:nvSpPr>
          <p:cNvPr id="17" name="chain-sub-1">
            <a:extLst xmlns:a="http://schemas.openxmlformats.org/drawingml/2006/main">
              <a:ext uri="{FF2B5EF4-FFF2-40B4-BE49-F238E27FC236}">
                <a16:creationId xmlns:a16="http://schemas.microsoft.com/office/drawing/2014/main" id="{39EE31EE-CF95-4671-BAFB-B03F3D8DA1D3}"/>
              </a:ext>
            </a:extLst>
          </p:cNvPr>
          <p:cNvSpPr>
            <a:spLocks xmlns:a="http://schemas.openxmlformats.org/drawingml/2006/main" noGrp="1"/>
          </p:cNvSpPr>
          <p:nvPr/>
        </p:nvSpPr>
        <p:spPr>
          <a:xfrm xmlns:a="http://schemas.openxmlformats.org/drawingml/2006/main">
            <a:off x="3578225" y="3209925"/>
            <a:ext cx="19526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本讲执行</a:t>
            </a:r>
          </a:p>
        </p:txBody>
      </p:sp>
      <p:sp>
        <p:nvSpPr>
          <p:cNvPr id="18" name="chain-line-2">
            <a:extLst xmlns:a="http://schemas.openxmlformats.org/drawingml/2006/main">
              <a:ext uri="{FF2B5EF4-FFF2-40B4-BE49-F238E27FC236}">
                <a16:creationId xmlns:a16="http://schemas.microsoft.com/office/drawing/2014/main" id="{B9587E0B-3739-4421-8617-C2AE5173C247}"/>
              </a:ext>
            </a:extLst>
          </p:cNvPr>
          <p:cNvSpPr>
            <a:spLocks xmlns:a="http://schemas.openxmlformats.org/drawingml/2006/main" noGrp="1"/>
          </p:cNvSpPr>
          <p:nvPr/>
        </p:nvSpPr>
        <p:spPr>
          <a:xfrm xmlns:a="http://schemas.openxmlformats.org/drawingml/2006/main">
            <a:off x="6451600" y="3057525"/>
            <a:ext cx="1952625"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19" name="chain-2">
            <a:extLst xmlns:a="http://schemas.openxmlformats.org/drawingml/2006/main">
              <a:ext uri="{FF2B5EF4-FFF2-40B4-BE49-F238E27FC236}">
                <a16:creationId xmlns:a16="http://schemas.microsoft.com/office/drawing/2014/main" id="{FF4FB9C1-AC8C-445E-A3D8-B9EF186C1EFF}"/>
              </a:ext>
            </a:extLst>
          </p:cNvPr>
          <p:cNvSpPr>
            <a:spLocks xmlns:a="http://schemas.openxmlformats.org/drawingml/2006/main" noGrp="1"/>
          </p:cNvSpPr>
          <p:nvPr/>
        </p:nvSpPr>
        <p:spPr>
          <a:xfrm xmlns:a="http://schemas.openxmlformats.org/drawingml/2006/main">
            <a:off x="6451600" y="2333625"/>
            <a:ext cx="1952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失败保留 / 回退</a:t>
            </a:r>
          </a:p>
        </p:txBody>
      </p:sp>
      <p:sp>
        <p:nvSpPr>
          <p:cNvPr id="20" name="chain-arrow-2">
            <a:extLst xmlns:a="http://schemas.openxmlformats.org/drawingml/2006/main">
              <a:ext uri="{FF2B5EF4-FFF2-40B4-BE49-F238E27FC236}">
                <a16:creationId xmlns:a16="http://schemas.microsoft.com/office/drawing/2014/main" id="{5B643F0F-8DBA-45EC-A589-5B368F6B15F1}"/>
              </a:ext>
            </a:extLst>
          </p:cNvPr>
          <p:cNvSpPr>
            <a:spLocks xmlns:a="http://schemas.openxmlformats.org/drawingml/2006/main" noGrp="1"/>
          </p:cNvSpPr>
          <p:nvPr/>
        </p:nvSpPr>
        <p:spPr>
          <a:xfrm xmlns:a="http://schemas.openxmlformats.org/drawingml/2006/main">
            <a:off x="8404225" y="2505075"/>
            <a:ext cx="920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400" b="0">
                <a:solidFill>
                  <a:srgbClr val="1F4D78"/>
                </a:solidFill>
                <a:latin typeface="微软雅黑"/>
                <a:ea typeface="微软雅黑"/>
                <a:cs typeface="微软雅黑"/>
              </a:defRPr>
            </a:pPr>
            <a:r>
              <a:rPr sz="2400" b="0">
                <a:solidFill>
                  <a:srgbClr val="1F4D78"/>
                </a:solidFill>
                <a:latin typeface="微软雅黑"/>
                <a:ea typeface="微软雅黑"/>
                <a:cs typeface="微软雅黑"/>
              </a:rPr>
              <a:t>→</a:t>
            </a:r>
          </a:p>
        </p:txBody>
      </p:sp>
      <p:sp>
        <p:nvSpPr>
          <p:cNvPr id="21" name="chain-sub-2">
            <a:extLst xmlns:a="http://schemas.openxmlformats.org/drawingml/2006/main">
              <a:ext uri="{FF2B5EF4-FFF2-40B4-BE49-F238E27FC236}">
                <a16:creationId xmlns:a16="http://schemas.microsoft.com/office/drawing/2014/main" id="{6E04CD6C-100E-44AA-A2A3-3CCEAB06BEBF}"/>
              </a:ext>
            </a:extLst>
          </p:cNvPr>
          <p:cNvSpPr>
            <a:spLocks xmlns:a="http://schemas.openxmlformats.org/drawingml/2006/main" noGrp="1"/>
          </p:cNvSpPr>
          <p:nvPr/>
        </p:nvSpPr>
        <p:spPr>
          <a:xfrm xmlns:a="http://schemas.openxmlformats.org/drawingml/2006/main">
            <a:off x="6451600" y="3209925"/>
            <a:ext cx="19526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本讲证据</a:t>
            </a:r>
          </a:p>
        </p:txBody>
      </p:sp>
      <p:sp>
        <p:nvSpPr>
          <p:cNvPr id="22" name="chain-line-3">
            <a:extLst xmlns:a="http://schemas.openxmlformats.org/drawingml/2006/main">
              <a:ext uri="{FF2B5EF4-FFF2-40B4-BE49-F238E27FC236}">
                <a16:creationId xmlns:a16="http://schemas.microsoft.com/office/drawing/2014/main" id="{6461B6C4-F3A0-4AA9-BD1E-EE326E8A82A4}"/>
              </a:ext>
            </a:extLst>
          </p:cNvPr>
          <p:cNvSpPr>
            <a:spLocks xmlns:a="http://schemas.openxmlformats.org/drawingml/2006/main" noGrp="1"/>
          </p:cNvSpPr>
          <p:nvPr/>
        </p:nvSpPr>
        <p:spPr>
          <a:xfrm xmlns:a="http://schemas.openxmlformats.org/drawingml/2006/main">
            <a:off x="9324975" y="3057525"/>
            <a:ext cx="1952625"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23" name="chain-3">
            <a:extLst xmlns:a="http://schemas.openxmlformats.org/drawingml/2006/main">
              <a:ext uri="{FF2B5EF4-FFF2-40B4-BE49-F238E27FC236}">
                <a16:creationId xmlns:a16="http://schemas.microsoft.com/office/drawing/2014/main" id="{3F540AAC-DFB6-4B87-835B-671FEEF0BEBB}"/>
              </a:ext>
            </a:extLst>
          </p:cNvPr>
          <p:cNvSpPr>
            <a:spLocks xmlns:a="http://schemas.openxmlformats.org/drawingml/2006/main" noGrp="1"/>
          </p:cNvSpPr>
          <p:nvPr/>
        </p:nvSpPr>
        <p:spPr>
          <a:xfrm xmlns:a="http://schemas.openxmlformats.org/drawingml/2006/main">
            <a:off x="9324975" y="2333625"/>
            <a:ext cx="1952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交给 L12 设计</a:t>
            </a:r>
          </a:p>
        </p:txBody>
      </p:sp>
      <p:sp>
        <p:nvSpPr>
          <p:cNvPr id="24" name="chain-sub-3">
            <a:extLst xmlns:a="http://schemas.openxmlformats.org/drawingml/2006/main">
              <a:ext uri="{FF2B5EF4-FFF2-40B4-BE49-F238E27FC236}">
                <a16:creationId xmlns:a16="http://schemas.microsoft.com/office/drawing/2014/main" id="{3BB63BE2-1B24-48E9-B869-C2A5643F4EFA}"/>
              </a:ext>
            </a:extLst>
          </p:cNvPr>
          <p:cNvSpPr>
            <a:spLocks xmlns:a="http://schemas.openxmlformats.org/drawingml/2006/main" noGrp="1"/>
          </p:cNvSpPr>
          <p:nvPr/>
        </p:nvSpPr>
        <p:spPr>
          <a:xfrm xmlns:a="http://schemas.openxmlformats.org/drawingml/2006/main">
            <a:off x="9324975" y="3209925"/>
            <a:ext cx="19526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下一步</a:t>
            </a:r>
          </a:p>
        </p:txBody>
      </p:sp>
    </p:spTree>
    <p:extLst>
      <p:ext uri="{BB962C8B-B14F-4D97-AF65-F5344CB8AC3E}">
        <p14:creationId xmlns:p14="http://schemas.microsoft.com/office/powerpoint/2010/main" val="1443728403"/>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sp>
        <p:nvSpPr>
          <p:cNvPr id="4" name="Text Placeholder 3">
            <a:extLst xmlns:a="http://schemas.openxmlformats.org/drawingml/2006/main">
              <a:ext uri="{FF2B5EF4-FFF2-40B4-BE49-F238E27FC236}">
                <a16:creationId xmlns:a16="http://schemas.microsoft.com/office/drawing/2014/main" id="{4D941B40-7A0A-534E-3563-CA11753C8E3F}"/>
              </a:ext>
            </a:extLst>
          </p:cNvPr>
          <p:cNvSpPr>
            <a:spLocks xmlns:a="http://schemas.openxmlformats.org/drawingml/2006/main" noGrp="1"/>
          </p:cNvSpPr>
          <p:nvPr>
            <p:ph type="body" idx="14"/>
          </p:nvPr>
        </p:nvSpPr>
        <p:spPr>
          <a:xfrm xmlns:a="http://schemas.openxmlformats.org/drawingml/2006/main">
            <a:off x="1028700" y="57150"/>
            <a:ext cx="10668000" cy="571500"/>
          </a:xfrm>
        </p:spPr>
        <p:txBody>
          <a:bodyPr xmlns:a="http://schemas.openxmlformats.org/drawingml/2006/main" lIns="0" tIns="0" rIns="0" bIns="0" anchor="ctr"/>
          <a:lstStyle xmlns:a="http://schemas.openxmlformats.org/drawingml/2006/main"/>
          <a:p xmlns:a="http://schemas.openxmlformats.org/drawingml/2006/main">
            <a:pPr algn="l">
              <a:lnSpc>
                <a:spcPct val="118000"/>
              </a:lnSpc>
              <a:buNone/>
            </a:pPr>
            <a:r>
              <a:rPr sz="3000" b="1">
                <a:solidFill>
                  <a:srgbClr val="FFFFFF"/>
                </a:solidFill>
                <a:latin typeface="微软雅黑"/>
                <a:ea typeface="微软雅黑"/>
                <a:cs typeface="微软雅黑"/>
              </a:rPr>
              <a:t>受限循环将升级为最小工作流</a:t>
            </a:r>
            <a:endParaRPr/>
          </a:p>
        </p:txBody>
      </p:sp>
      <p:sp>
        <p:nvSpPr>
          <p:cNvPr id="5" name="Slide Number Placeholder 4">
            <a:extLst xmlns:a="http://schemas.openxmlformats.org/drawingml/2006/main">
              <a:ext uri="{FF2B5EF4-FFF2-40B4-BE49-F238E27FC236}">
                <a16:creationId xmlns:a16="http://schemas.microsoft.com/office/drawing/2014/main" id="{EBA5909F-738E-F60C-BE8C-B3F1D94548E5}"/>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844E025A-983C-6D44-79C6-4612AACD43FC}" type="slidenum">
              <a:t>20</a:t>
            </a:fld>
            <a:endParaRPr/>
          </a:p>
        </p:txBody>
      </p:sp>
      <p:sp>
        <p:nvSpPr>
          <p:cNvPr id="6" name="brand-header">
            <a:extLst xmlns:a="http://schemas.openxmlformats.org/drawingml/2006/main">
              <a:ext uri="{FF2B5EF4-FFF2-40B4-BE49-F238E27FC236}">
                <a16:creationId xmlns:a16="http://schemas.microsoft.com/office/drawing/2014/main" id="{63C468C4-472E-4E45-9242-123DA072AEDE}"/>
              </a:ext>
            </a:extLst>
          </p:cNvPr>
          <p:cNvSpPr>
            <a:spLocks xmlns:a="http://schemas.openxmlformats.org/drawingml/2006/main" noGrp="1"/>
          </p:cNvSpPr>
          <p:nvPr/>
        </p:nvSpPr>
        <p:spPr>
          <a:xfrm xmlns:a="http://schemas.openxmlformats.org/drawingml/2006/main">
            <a:off x="0" y="0"/>
            <a:ext cx="11887200" cy="685800"/>
          </a:xfrm>
          <a:prstGeom xmlns:a="http://schemas.openxmlformats.org/drawingml/2006/main" prst="rect">
            <a:avLst/>
          </a:prstGeom>
          <a:solidFill xmlns:a="http://schemas.openxmlformats.org/drawingml/2006/main">
            <a:srgbClr val="C8161E"/>
          </a:solidFill>
          <a:ln xmlns:a="http://schemas.openxmlformats.org/drawingml/2006/main" w="0">
            <a:noFill/>
          </a:ln>
        </p:spPr>
      </p:sp>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7c79cec7ec3240e0"/>
          <a:stretch xmlns:a="http://schemas.openxmlformats.org/drawingml/2006/main"/>
        </p:blipFill>
        <p:spPr>
          <a:xfrm xmlns:a="http://schemas.openxmlformats.org/drawingml/2006/main">
            <a:off x="323850" y="76200"/>
            <a:ext cx="533400" cy="533400"/>
          </a:xfrm>
          <a:prstGeom xmlns:a="http://schemas.openxmlformats.org/drawingml/2006/main" prst="rect">
            <a:avLst/>
          </a:prstGeom>
        </p:spPr>
      </p:pic>
      <p:sp>
        <p:nvSpPr>
          <p:cNvPr id="8" name="brand-title">
            <a:extLst xmlns:a="http://schemas.openxmlformats.org/drawingml/2006/main">
              <a:ext uri="{FF2B5EF4-FFF2-40B4-BE49-F238E27FC236}">
                <a16:creationId xmlns:a16="http://schemas.microsoft.com/office/drawing/2014/main" id="{5BEEB73D-0C3B-4A73-A9AB-BBA338F31779}"/>
              </a:ext>
            </a:extLst>
          </p:cNvPr>
          <p:cNvSpPr>
            <a:spLocks xmlns:a="http://schemas.openxmlformats.org/drawingml/2006/main" noGrp="1"/>
          </p:cNvSpPr>
          <p:nvPr/>
        </p:nvSpPr>
        <p:spPr>
          <a:xfrm xmlns:a="http://schemas.openxmlformats.org/drawingml/2006/main">
            <a:off x="1028700" y="66675"/>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l">
              <a:lnSpc>
                <a:spcPct val="118000"/>
              </a:lnSpc>
              <a:buNone/>
              <a:defRPr sz="3000" b="1">
                <a:solidFill>
                  <a:srgbClr val="FFFFFF"/>
                </a:solidFill>
                <a:latin typeface="微软雅黑"/>
                <a:ea typeface="微软雅黑"/>
                <a:cs typeface="微软雅黑"/>
              </a:defRPr>
            </a:pPr>
            <a:r>
              <a:rPr sz="3000" b="1">
                <a:solidFill>
                  <a:srgbClr val="FFFFFF"/>
                </a:solidFill>
                <a:latin typeface="微软雅黑"/>
                <a:ea typeface="微软雅黑"/>
                <a:cs typeface="微软雅黑"/>
              </a:rPr>
              <a:t>受限循环将升级为最小工作流</a:t>
            </a:r>
          </a:p>
        </p:txBody>
      </p:sp>
      <p:sp>
        <p:nvSpPr>
          <p:cNvPr id="9" name="source">
            <a:extLst xmlns:a="http://schemas.openxmlformats.org/drawingml/2006/main">
              <a:ext uri="{FF2B5EF4-FFF2-40B4-BE49-F238E27FC236}">
                <a16:creationId xmlns:a16="http://schemas.microsoft.com/office/drawing/2014/main" id="{D5F13601-7698-488B-8DF9-7A07B822B43C}"/>
              </a:ext>
            </a:extLst>
          </p:cNvPr>
          <p:cNvSpPr>
            <a:spLocks xmlns:a="http://schemas.openxmlformats.org/drawingml/2006/main" noGrp="1"/>
          </p:cNvSpPr>
          <p:nvPr/>
        </p:nvSpPr>
        <p:spPr>
          <a:xfrm xmlns:a="http://schemas.openxmlformats.org/drawingml/2006/main">
            <a:off x="609600" y="6067425"/>
            <a:ext cx="10763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l">
              <a:lnSpc>
                <a:spcPct val="118000"/>
              </a:lnSpc>
              <a:buNone/>
              <a:defRPr sz="1100" b="0">
                <a:solidFill>
                  <a:srgbClr val="66727D"/>
                </a:solidFill>
                <a:latin typeface="微软雅黑"/>
                <a:ea typeface="微软雅黑"/>
                <a:cs typeface="微软雅黑"/>
              </a:defRPr>
            </a:pPr>
            <a:r>
              <a:rPr sz="1100" b="0">
                <a:solidFill>
                  <a:srgbClr val="66727D"/>
                </a:solidFill>
                <a:latin typeface="微软雅黑"/>
                <a:ea typeface="微软雅黑"/>
                <a:cs typeface="微软雅黑"/>
              </a:rPr>
              <a:t>来源：lesson-11/slides.md；课程工件与讲义见 speaker notes</a:t>
            </a:r>
          </a:p>
        </p:txBody>
      </p:sp>
      <p:sp>
        <p:nvSpPr>
          <p:cNvPr id="10" name="chain-line-0">
            <a:extLst xmlns:a="http://schemas.openxmlformats.org/drawingml/2006/main">
              <a:ext uri="{FF2B5EF4-FFF2-40B4-BE49-F238E27FC236}">
                <a16:creationId xmlns:a16="http://schemas.microsoft.com/office/drawing/2014/main" id="{172B414B-8962-47AA-BA37-2014AF0D056C}"/>
              </a:ext>
            </a:extLst>
          </p:cNvPr>
          <p:cNvSpPr>
            <a:spLocks xmlns:a="http://schemas.openxmlformats.org/drawingml/2006/main" noGrp="1"/>
          </p:cNvSpPr>
          <p:nvPr/>
        </p:nvSpPr>
        <p:spPr>
          <a:xfrm xmlns:a="http://schemas.openxmlformats.org/drawingml/2006/main">
            <a:off x="666750" y="3105150"/>
            <a:ext cx="2095500"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11" name="chain-0">
            <a:extLst xmlns:a="http://schemas.openxmlformats.org/drawingml/2006/main">
              <a:ext uri="{FF2B5EF4-FFF2-40B4-BE49-F238E27FC236}">
                <a16:creationId xmlns:a16="http://schemas.microsoft.com/office/drawing/2014/main" id="{64F94D8B-40A4-4C2D-94CA-DB087FE5F12E}"/>
              </a:ext>
            </a:extLst>
          </p:cNvPr>
          <p:cNvSpPr>
            <a:spLocks xmlns:a="http://schemas.openxmlformats.org/drawingml/2006/main" noGrp="1"/>
          </p:cNvSpPr>
          <p:nvPr/>
        </p:nvSpPr>
        <p:spPr>
          <a:xfrm xmlns:a="http://schemas.openxmlformats.org/drawingml/2006/main">
            <a:off x="666750" y="2381250"/>
            <a:ext cx="2095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L10</a:t>
            </a:r>
          </a:p>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一次执行</a:t>
            </a:r>
          </a:p>
        </p:txBody>
      </p:sp>
      <p:sp>
        <p:nvSpPr>
          <p:cNvPr id="12" name="chain-arrow-0">
            <a:extLst xmlns:a="http://schemas.openxmlformats.org/drawingml/2006/main">
              <a:ext uri="{FF2B5EF4-FFF2-40B4-BE49-F238E27FC236}">
                <a16:creationId xmlns:a16="http://schemas.microsoft.com/office/drawing/2014/main" id="{18AA0A3E-E109-47B4-A072-BD013759357C}"/>
              </a:ext>
            </a:extLst>
          </p:cNvPr>
          <p:cNvSpPr>
            <a:spLocks xmlns:a="http://schemas.openxmlformats.org/drawingml/2006/main" noGrp="1"/>
          </p:cNvSpPr>
          <p:nvPr/>
        </p:nvSpPr>
        <p:spPr>
          <a:xfrm xmlns:a="http://schemas.openxmlformats.org/drawingml/2006/main">
            <a:off x="2762250" y="2552700"/>
            <a:ext cx="762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400" b="0">
                <a:solidFill>
                  <a:srgbClr val="1F4D78"/>
                </a:solidFill>
                <a:latin typeface="微软雅黑"/>
                <a:ea typeface="微软雅黑"/>
                <a:cs typeface="微软雅黑"/>
              </a:defRPr>
            </a:pPr>
            <a:r>
              <a:rPr sz="2400" b="0">
                <a:solidFill>
                  <a:srgbClr val="1F4D78"/>
                </a:solidFill>
                <a:latin typeface="微软雅黑"/>
                <a:ea typeface="微软雅黑"/>
                <a:cs typeface="微软雅黑"/>
              </a:rPr>
              <a:t>→</a:t>
            </a:r>
          </a:p>
        </p:txBody>
      </p:sp>
      <p:sp>
        <p:nvSpPr>
          <p:cNvPr id="13" name="chain-line-1">
            <a:extLst xmlns:a="http://schemas.openxmlformats.org/drawingml/2006/main">
              <a:ext uri="{FF2B5EF4-FFF2-40B4-BE49-F238E27FC236}">
                <a16:creationId xmlns:a16="http://schemas.microsoft.com/office/drawing/2014/main" id="{B3B1FBF2-5BF5-4195-8DE7-A369542B7CE0}"/>
              </a:ext>
            </a:extLst>
          </p:cNvPr>
          <p:cNvSpPr>
            <a:spLocks xmlns:a="http://schemas.openxmlformats.org/drawingml/2006/main" noGrp="1"/>
          </p:cNvSpPr>
          <p:nvPr/>
        </p:nvSpPr>
        <p:spPr>
          <a:xfrm xmlns:a="http://schemas.openxmlformats.org/drawingml/2006/main">
            <a:off x="3524250" y="3105150"/>
            <a:ext cx="2095500"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14" name="chain-1">
            <a:extLst xmlns:a="http://schemas.openxmlformats.org/drawingml/2006/main">
              <a:ext uri="{FF2B5EF4-FFF2-40B4-BE49-F238E27FC236}">
                <a16:creationId xmlns:a16="http://schemas.microsoft.com/office/drawing/2014/main" id="{D17CF2CF-B8D8-4AB0-9D90-52B2705B1E31}"/>
              </a:ext>
            </a:extLst>
          </p:cNvPr>
          <p:cNvSpPr>
            <a:spLocks xmlns:a="http://schemas.openxmlformats.org/drawingml/2006/main" noGrp="1"/>
          </p:cNvSpPr>
          <p:nvPr/>
        </p:nvSpPr>
        <p:spPr>
          <a:xfrm xmlns:a="http://schemas.openxmlformats.org/drawingml/2006/main">
            <a:off x="3524250" y="2381250"/>
            <a:ext cx="2095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L11</a:t>
            </a:r>
          </a:p>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冻结循环</a:t>
            </a:r>
          </a:p>
        </p:txBody>
      </p:sp>
      <p:sp>
        <p:nvSpPr>
          <p:cNvPr id="15" name="chain-arrow-1">
            <a:extLst xmlns:a="http://schemas.openxmlformats.org/drawingml/2006/main">
              <a:ext uri="{FF2B5EF4-FFF2-40B4-BE49-F238E27FC236}">
                <a16:creationId xmlns:a16="http://schemas.microsoft.com/office/drawing/2014/main" id="{48FBC2C3-BA0E-4D21-9561-420BE854420E}"/>
              </a:ext>
            </a:extLst>
          </p:cNvPr>
          <p:cNvSpPr>
            <a:spLocks xmlns:a="http://schemas.openxmlformats.org/drawingml/2006/main" noGrp="1"/>
          </p:cNvSpPr>
          <p:nvPr/>
        </p:nvSpPr>
        <p:spPr>
          <a:xfrm xmlns:a="http://schemas.openxmlformats.org/drawingml/2006/main">
            <a:off x="5619750" y="2552700"/>
            <a:ext cx="762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400" b="0">
                <a:solidFill>
                  <a:srgbClr val="1F4D78"/>
                </a:solidFill>
                <a:latin typeface="微软雅黑"/>
                <a:ea typeface="微软雅黑"/>
                <a:cs typeface="微软雅黑"/>
              </a:defRPr>
            </a:pPr>
            <a:r>
              <a:rPr sz="2400" b="0">
                <a:solidFill>
                  <a:srgbClr val="1F4D78"/>
                </a:solidFill>
                <a:latin typeface="微软雅黑"/>
                <a:ea typeface="微软雅黑"/>
                <a:cs typeface="微软雅黑"/>
              </a:rPr>
              <a:t>→</a:t>
            </a:r>
          </a:p>
        </p:txBody>
      </p:sp>
      <p:sp>
        <p:nvSpPr>
          <p:cNvPr id="16" name="chain-sub-1">
            <a:extLst xmlns:a="http://schemas.openxmlformats.org/drawingml/2006/main">
              <a:ext uri="{FF2B5EF4-FFF2-40B4-BE49-F238E27FC236}">
                <a16:creationId xmlns:a16="http://schemas.microsoft.com/office/drawing/2014/main" id="{4C92A392-4852-4343-B9F8-DFD384CA35DA}"/>
              </a:ext>
            </a:extLst>
          </p:cNvPr>
          <p:cNvSpPr>
            <a:spLocks xmlns:a="http://schemas.openxmlformats.org/drawingml/2006/main" noGrp="1"/>
          </p:cNvSpPr>
          <p:nvPr/>
        </p:nvSpPr>
        <p:spPr>
          <a:xfrm xmlns:a="http://schemas.openxmlformats.org/drawingml/2006/main">
            <a:off x="3524250" y="3257550"/>
            <a:ext cx="2095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000" b="0">
                <a:solidFill>
                  <a:srgbClr val="66727D"/>
                </a:solidFill>
                <a:latin typeface="微软雅黑"/>
                <a:ea typeface="微软雅黑"/>
                <a:cs typeface="微软雅黑"/>
              </a:defRPr>
            </a:pPr>
            <a:r>
              <a:rPr sz="2000" b="0">
                <a:solidFill>
                  <a:srgbClr val="66727D"/>
                </a:solidFill>
                <a:latin typeface="微软雅黑"/>
                <a:ea typeface="微软雅黑"/>
                <a:cs typeface="微软雅黑"/>
              </a:rPr>
              <a:t>当前位置 / 输出</a:t>
            </a:r>
          </a:p>
        </p:txBody>
      </p:sp>
      <p:sp>
        <p:nvSpPr>
          <p:cNvPr id="17" name="chain-line-2">
            <a:extLst xmlns:a="http://schemas.openxmlformats.org/drawingml/2006/main">
              <a:ext uri="{FF2B5EF4-FFF2-40B4-BE49-F238E27FC236}">
                <a16:creationId xmlns:a16="http://schemas.microsoft.com/office/drawing/2014/main" id="{47DE32A9-4D92-43FA-B4AC-FCC53CC2B8D5}"/>
              </a:ext>
            </a:extLst>
          </p:cNvPr>
          <p:cNvSpPr>
            <a:spLocks xmlns:a="http://schemas.openxmlformats.org/drawingml/2006/main" noGrp="1"/>
          </p:cNvSpPr>
          <p:nvPr/>
        </p:nvSpPr>
        <p:spPr>
          <a:xfrm xmlns:a="http://schemas.openxmlformats.org/drawingml/2006/main">
            <a:off x="6381750" y="3105150"/>
            <a:ext cx="2095500"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18" name="chain-2">
            <a:extLst xmlns:a="http://schemas.openxmlformats.org/drawingml/2006/main">
              <a:ext uri="{FF2B5EF4-FFF2-40B4-BE49-F238E27FC236}">
                <a16:creationId xmlns:a16="http://schemas.microsoft.com/office/drawing/2014/main" id="{FA0BF7F7-7C8D-42FF-8CA8-D918328A34AB}"/>
              </a:ext>
            </a:extLst>
          </p:cNvPr>
          <p:cNvSpPr>
            <a:spLocks xmlns:a="http://schemas.openxmlformats.org/drawingml/2006/main" noGrp="1"/>
          </p:cNvSpPr>
          <p:nvPr/>
        </p:nvSpPr>
        <p:spPr>
          <a:xfrm xmlns:a="http://schemas.openxmlformats.org/drawingml/2006/main">
            <a:off x="6381750" y="2381250"/>
            <a:ext cx="2095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L12</a:t>
            </a:r>
          </a:p>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最小工作流</a:t>
            </a:r>
          </a:p>
        </p:txBody>
      </p:sp>
      <p:sp>
        <p:nvSpPr>
          <p:cNvPr id="19" name="chain-arrow-2">
            <a:extLst xmlns:a="http://schemas.openxmlformats.org/drawingml/2006/main">
              <a:ext uri="{FF2B5EF4-FFF2-40B4-BE49-F238E27FC236}">
                <a16:creationId xmlns:a16="http://schemas.microsoft.com/office/drawing/2014/main" id="{51A1544F-BFBB-49A5-90CD-31506E1DD698}"/>
              </a:ext>
            </a:extLst>
          </p:cNvPr>
          <p:cNvSpPr>
            <a:spLocks xmlns:a="http://schemas.openxmlformats.org/drawingml/2006/main" noGrp="1"/>
          </p:cNvSpPr>
          <p:nvPr/>
        </p:nvSpPr>
        <p:spPr>
          <a:xfrm xmlns:a="http://schemas.openxmlformats.org/drawingml/2006/main">
            <a:off x="8477250" y="2552700"/>
            <a:ext cx="762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400" b="0">
                <a:solidFill>
                  <a:srgbClr val="1F4D78"/>
                </a:solidFill>
                <a:latin typeface="微软雅黑"/>
                <a:ea typeface="微软雅黑"/>
                <a:cs typeface="微软雅黑"/>
              </a:defRPr>
            </a:pPr>
            <a:r>
              <a:rPr sz="2400" b="0">
                <a:solidFill>
                  <a:srgbClr val="1F4D78"/>
                </a:solidFill>
                <a:latin typeface="微软雅黑"/>
                <a:ea typeface="微软雅黑"/>
                <a:cs typeface="微软雅黑"/>
              </a:rPr>
              <a:t>→</a:t>
            </a:r>
          </a:p>
        </p:txBody>
      </p:sp>
      <p:sp>
        <p:nvSpPr>
          <p:cNvPr id="20" name="chain-line-3">
            <a:extLst xmlns:a="http://schemas.openxmlformats.org/drawingml/2006/main">
              <a:ext uri="{FF2B5EF4-FFF2-40B4-BE49-F238E27FC236}">
                <a16:creationId xmlns:a16="http://schemas.microsoft.com/office/drawing/2014/main" id="{83CED6A0-3880-42FF-82A5-5F8F86A4D1B4}"/>
              </a:ext>
            </a:extLst>
          </p:cNvPr>
          <p:cNvSpPr>
            <a:spLocks xmlns:a="http://schemas.openxmlformats.org/drawingml/2006/main" noGrp="1"/>
          </p:cNvSpPr>
          <p:nvPr/>
        </p:nvSpPr>
        <p:spPr>
          <a:xfrm xmlns:a="http://schemas.openxmlformats.org/drawingml/2006/main">
            <a:off x="9239250" y="3105150"/>
            <a:ext cx="2095500" cy="14288"/>
          </a:xfrm>
          <a:prstGeom xmlns:a="http://schemas.openxmlformats.org/drawingml/2006/main" prst="rect">
            <a:avLst/>
          </a:prstGeom>
          <a:solidFill xmlns:a="http://schemas.openxmlformats.org/drawingml/2006/main">
            <a:srgbClr val="1F4D78"/>
          </a:solidFill>
          <a:ln xmlns:a="http://schemas.openxmlformats.org/drawingml/2006/main" w="0">
            <a:noFill/>
          </a:ln>
        </p:spPr>
      </p:sp>
      <p:sp>
        <p:nvSpPr>
          <p:cNvPr id="21" name="chain-3">
            <a:extLst xmlns:a="http://schemas.openxmlformats.org/drawingml/2006/main">
              <a:ext uri="{FF2B5EF4-FFF2-40B4-BE49-F238E27FC236}">
                <a16:creationId xmlns:a16="http://schemas.microsoft.com/office/drawing/2014/main" id="{811F3753-0F7E-411D-8BC7-0D47BD5FC0B7}"/>
              </a:ext>
            </a:extLst>
          </p:cNvPr>
          <p:cNvSpPr>
            <a:spLocks xmlns:a="http://schemas.openxmlformats.org/drawingml/2006/main" noGrp="1"/>
          </p:cNvSpPr>
          <p:nvPr/>
        </p:nvSpPr>
        <p:spPr>
          <a:xfrm xmlns:a="http://schemas.openxmlformats.org/drawingml/2006/main">
            <a:off x="9239250" y="2381250"/>
            <a:ext cx="2095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L13</a:t>
            </a:r>
          </a:p>
          <a:p xmlns:a="http://schemas.openxmlformats.org/drawingml/2006/main">
            <a:pPr algn="ctr">
              <a:lnSpc>
                <a:spcPct val="118000"/>
              </a:lnSpc>
              <a:buNone/>
              <a:defRPr sz="2200" b="0">
                <a:solidFill>
                  <a:srgbClr val="1F4D78"/>
                </a:solidFill>
                <a:latin typeface="微软雅黑"/>
                <a:ea typeface="微软雅黑"/>
                <a:cs typeface="微软雅黑"/>
              </a:defRPr>
            </a:pPr>
            <a:r>
              <a:rPr sz="2200" b="0">
                <a:solidFill>
                  <a:srgbClr val="1F4D78"/>
                </a:solidFill>
                <a:latin typeface="微软雅黑"/>
                <a:ea typeface="微软雅黑"/>
                <a:cs typeface="微软雅黑"/>
              </a:rPr>
              <a:t>评价</a:t>
            </a:r>
          </a:p>
        </p:txBody>
      </p:sp>
      <p:sp>
        <p:nvSpPr>
          <p:cNvPr id="22" name="handoff">
            <a:extLst xmlns:a="http://schemas.openxmlformats.org/drawingml/2006/main">
              <a:ext uri="{FF2B5EF4-FFF2-40B4-BE49-F238E27FC236}">
                <a16:creationId xmlns:a16="http://schemas.microsoft.com/office/drawing/2014/main" id="{44FA5B3E-E8A7-4426-ABD0-B48773EFD3EE}"/>
              </a:ext>
            </a:extLst>
          </p:cNvPr>
          <p:cNvSpPr>
            <a:spLocks xmlns:a="http://schemas.openxmlformats.org/drawingml/2006/main" noGrp="1"/>
          </p:cNvSpPr>
          <p:nvPr/>
        </p:nvSpPr>
        <p:spPr>
          <a:xfrm xmlns:a="http://schemas.openxmlformats.org/drawingml/2006/main">
            <a:off x="1714500" y="4476750"/>
            <a:ext cx="8763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p xmlns:a="http://schemas.openxmlformats.org/drawingml/2006/main">
            <a:pPr algn="ctr">
              <a:lnSpc>
                <a:spcPct val="118000"/>
              </a:lnSpc>
              <a:buNone/>
              <a:defRPr sz="2400" b="0">
                <a:solidFill>
                  <a:srgbClr val="1F4D78"/>
                </a:solidFill>
                <a:latin typeface="微软雅黑"/>
                <a:ea typeface="微软雅黑"/>
                <a:cs typeface="微软雅黑"/>
              </a:defRPr>
            </a:pPr>
            <a:r>
              <a:rPr sz="2400" b="0">
                <a:solidFill>
                  <a:srgbClr val="1F4D78"/>
                </a:solidFill>
                <a:latin typeface="微软雅黑"/>
                <a:ea typeface="微软雅黑"/>
                <a:cs typeface="微软雅黑"/>
              </a:rPr>
              <a:t>交给第 12 课：循环说明｜三种 trace｜四约束短分析</a:t>
            </a:r>
          </a:p>
        </p:txBody>
      </p:sp>
    </p:spTree>
    <p:extLst>
      <p:ext uri="{BB962C8B-B14F-4D97-AF65-F5344CB8AC3E}">
        <p14:creationId xmlns:p14="http://schemas.microsoft.com/office/powerpoint/2010/main" val="1443728403"/>
      </p:ext>
    </p:extLst>
  </p:cSld>
</p:sld>
</file>

<file path=ppt/theme/theme1.xml><?xml version="1.0" encoding="utf-8"?>
<a:theme xmlns:a="http://schemas.openxmlformats.org/drawingml/2006/main" name="Office 主题​​">
  <a:themeElements>
    <a:clrScheme name="SJTU-2019">
      <a:dk1>
        <a:srgbClr val="000000"/>
      </a:dk1>
      <a:lt1>
        <a:srgbClr val="FFFFFF"/>
      </a:lt1>
      <a:dk2>
        <a:srgbClr val="1B1C21"/>
      </a:dk2>
      <a:lt2>
        <a:srgbClr val="DBDBDB"/>
      </a:lt2>
      <a:accent1>
        <a:srgbClr val="C8161E"/>
      </a:accent1>
      <a:accent2>
        <a:srgbClr val="44546A"/>
      </a:accent2>
      <a:accent3>
        <a:srgbClr val="1F4D78"/>
      </a:accent3>
      <a:accent4>
        <a:srgbClr val="ED7D31"/>
      </a:accent4>
      <a:accent5>
        <a:srgbClr val="FFC000"/>
      </a:accent5>
      <a:accent6>
        <a:srgbClr val="A5A5A5"/>
      </a:accent6>
      <a:hlink>
        <a:srgbClr val="196E7D"/>
      </a:hlink>
      <a:folHlink>
        <a:srgbClr val="BEBEBE"/>
      </a:folHlink>
    </a:clrScheme>
    <a:fontScheme name="外宣普适">
      <a:majorFont>
        <a:latin typeface="Arial"/>
        <a:ea typeface="微软雅黑"/>
        <a:cs typeface=""/>
      </a:majorFont>
      <a:minorFont>
        <a:latin typeface="Arial"/>
        <a:ea typeface="微软雅黑"/>
        <a:cs typeface=""/>
      </a:minorFont>
    </a:fontScheme>
    <a:fmtScheme name="SJTU-2019">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2026-09-16T01:27:21.1070000Z</dcterms:created>
  <dcterms:modified xsi:type="dcterms:W3CDTF">2026-09-16T01:27:21.1070000Z</dcterms:modified>
</coreProperties>
</file>