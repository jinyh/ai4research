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e7d678370ee4b7a" /><Relationship Type="http://schemas.openxmlformats.org/officeDocument/2006/relationships/extended-properties" Target="/docProps/app.xml" Id="R81c7cc0b2f034315" /><Relationship Type="http://schemas.openxmlformats.org/officeDocument/2006/relationships/officeDocument" Target="/ppt/presentation.xml" Id="R8e35592991e84918" /></Relationships>
</file>

<file path=ppt/presentation.xml><?xml version="1.0" encoding="utf-8"?>
<p:presentation xmlns:p="http://schemas.openxmlformats.org/presentationml/2006/main">
  <p:sldMasterIdLst>
    <p:sldMasterId xmlns:r="http://schemas.openxmlformats.org/officeDocument/2006/relationships" id="2147483648" r:id="Rf1750f7c60f84704"/>
  </p:sldMasterIdLst>
  <p:notesMasterIdLst>
    <p:notesMasterId xmlns:r="http://schemas.openxmlformats.org/officeDocument/2006/relationships" r:id="Rbf2a6d1213604480"/>
  </p:notesMasterIdLst>
  <p:sldIdLst>
    <p:sldId xmlns:r="http://schemas.openxmlformats.org/officeDocument/2006/relationships" id="256" r:id="R207073b5df8e4df8"/>
    <p:sldId xmlns:r="http://schemas.openxmlformats.org/officeDocument/2006/relationships" id="257" r:id="R09063de57d0b4c88"/>
    <p:sldId xmlns:r="http://schemas.openxmlformats.org/officeDocument/2006/relationships" id="258" r:id="Rb89207e71e474c7c"/>
    <p:sldId xmlns:r="http://schemas.openxmlformats.org/officeDocument/2006/relationships" id="259" r:id="Rd43bcb117eb941cc"/>
    <p:sldId xmlns:r="http://schemas.openxmlformats.org/officeDocument/2006/relationships" id="260" r:id="R78576e95c8f74ce3"/>
    <p:sldId xmlns:r="http://schemas.openxmlformats.org/officeDocument/2006/relationships" id="261" r:id="Rb533f2a7056544bc"/>
    <p:sldId xmlns:r="http://schemas.openxmlformats.org/officeDocument/2006/relationships" id="262" r:id="Rc48e2032c3284317"/>
    <p:sldId xmlns:r="http://schemas.openxmlformats.org/officeDocument/2006/relationships" id="263" r:id="R29edbd49359644b0"/>
    <p:sldId xmlns:r="http://schemas.openxmlformats.org/officeDocument/2006/relationships" id="264" r:id="Rd1599cf8b6fb4d63"/>
    <p:sldId xmlns:r="http://schemas.openxmlformats.org/officeDocument/2006/relationships" id="265" r:id="R62f03580ad1a496c"/>
    <p:sldId xmlns:r="http://schemas.openxmlformats.org/officeDocument/2006/relationships" id="266" r:id="R9082322287f148c3"/>
    <p:sldId xmlns:r="http://schemas.openxmlformats.org/officeDocument/2006/relationships" id="267" r:id="Rd6397cab654b4749"/>
    <p:sldId xmlns:r="http://schemas.openxmlformats.org/officeDocument/2006/relationships" id="268" r:id="Ra22497c32e09435a"/>
    <p:sldId xmlns:r="http://schemas.openxmlformats.org/officeDocument/2006/relationships" id="269" r:id="Re28a4eda34324b95"/>
    <p:sldId xmlns:r="http://schemas.openxmlformats.org/officeDocument/2006/relationships" id="270" r:id="R18404663ebbc4e11"/>
    <p:sldId xmlns:r="http://schemas.openxmlformats.org/officeDocument/2006/relationships" id="271" r:id="R3a329d6792d842bd"/>
    <p:sldId xmlns:r="http://schemas.openxmlformats.org/officeDocument/2006/relationships" id="272" r:id="R250859af66ce4427"/>
    <p:sldId xmlns:r="http://schemas.openxmlformats.org/officeDocument/2006/relationships" id="273" r:id="Re6a589dbc24f4dfe"/>
    <p:sldId xmlns:r="http://schemas.openxmlformats.org/officeDocument/2006/relationships" id="274" r:id="R03967bdc99fc4428"/>
    <p:sldId xmlns:r="http://schemas.openxmlformats.org/officeDocument/2006/relationships" id="275" r:id="R490d221ebaf241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p="http://schemas.openxmlformats.org/presentationml/2006/main">
  <p:slideViewPr>
    <p:cSldViewPr snapToGrid="0"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7a0ce9e7ef1d4db6" /><Relationship Type="http://schemas.openxmlformats.org/officeDocument/2006/relationships/slideMaster" Target="/ppt/slideMasters/slideMaster1.xml" Id="Rf1750f7c60f84704" /><Relationship Type="http://schemas.openxmlformats.org/officeDocument/2006/relationships/notesMaster" Target="/ppt/notesMasters/notesMaster1.xml" Id="Rbf2a6d1213604480" /><Relationship Type="http://schemas.openxmlformats.org/officeDocument/2006/relationships/presProps" Target="/ppt/presProps.xml" Id="R7ce1311603894ed0" /><Relationship Type="http://schemas.openxmlformats.org/officeDocument/2006/relationships/viewProps" Target="/ppt/viewProps.xml" Id="R252f35a5c91c4816" /><Relationship Type="http://schemas.openxmlformats.org/officeDocument/2006/relationships/tableStyles" Target="/ppt/tableStyles.xml" Id="R610c54c102b14b41" /><Relationship Type="http://schemas.openxmlformats.org/officeDocument/2006/relationships/slide" Target="/ppt/slides/slide1.xml" Id="R207073b5df8e4df8" /><Relationship Type="http://schemas.openxmlformats.org/officeDocument/2006/relationships/slide" Target="/ppt/slides/slide2.xml" Id="R09063de57d0b4c88" /><Relationship Type="http://schemas.openxmlformats.org/officeDocument/2006/relationships/slide" Target="/ppt/slides/slide3.xml" Id="Rb89207e71e474c7c" /><Relationship Type="http://schemas.openxmlformats.org/officeDocument/2006/relationships/slide" Target="/ppt/slides/slide4.xml" Id="Rd43bcb117eb941cc" /><Relationship Type="http://schemas.openxmlformats.org/officeDocument/2006/relationships/slide" Target="/ppt/slides/slide5.xml" Id="R78576e95c8f74ce3" /><Relationship Type="http://schemas.openxmlformats.org/officeDocument/2006/relationships/slide" Target="/ppt/slides/slide6.xml" Id="Rb533f2a7056544bc" /><Relationship Type="http://schemas.openxmlformats.org/officeDocument/2006/relationships/slide" Target="/ppt/slides/slide7.xml" Id="Rc48e2032c3284317" /><Relationship Type="http://schemas.openxmlformats.org/officeDocument/2006/relationships/slide" Target="/ppt/slides/slide8.xml" Id="R29edbd49359644b0" /><Relationship Type="http://schemas.openxmlformats.org/officeDocument/2006/relationships/slide" Target="/ppt/slides/slide9.xml" Id="Rd1599cf8b6fb4d63" /><Relationship Type="http://schemas.openxmlformats.org/officeDocument/2006/relationships/slide" Target="/ppt/slides/slide10.xml" Id="R62f03580ad1a496c" /><Relationship Type="http://schemas.openxmlformats.org/officeDocument/2006/relationships/slide" Target="/ppt/slides/slide11.xml" Id="R9082322287f148c3" /><Relationship Type="http://schemas.openxmlformats.org/officeDocument/2006/relationships/slide" Target="/ppt/slides/slide12.xml" Id="Rd6397cab654b4749" /><Relationship Type="http://schemas.openxmlformats.org/officeDocument/2006/relationships/slide" Target="/ppt/slides/slide13.xml" Id="Ra22497c32e09435a" /><Relationship Type="http://schemas.openxmlformats.org/officeDocument/2006/relationships/slide" Target="/ppt/slides/slide14.xml" Id="Re28a4eda34324b95" /><Relationship Type="http://schemas.openxmlformats.org/officeDocument/2006/relationships/slide" Target="/ppt/slides/slide15.xml" Id="R18404663ebbc4e11" /><Relationship Type="http://schemas.openxmlformats.org/officeDocument/2006/relationships/slide" Target="/ppt/slides/slide16.xml" Id="R3a329d6792d842bd" /><Relationship Type="http://schemas.openxmlformats.org/officeDocument/2006/relationships/slide" Target="/ppt/slides/slide17.xml" Id="R250859af66ce4427" /><Relationship Type="http://schemas.openxmlformats.org/officeDocument/2006/relationships/slide" Target="/ppt/slides/slide18.xml" Id="Re6a589dbc24f4dfe" /><Relationship Type="http://schemas.openxmlformats.org/officeDocument/2006/relationships/slide" Target="/ppt/slides/slide19.xml" Id="R03967bdc99fc4428" /><Relationship Type="http://schemas.openxmlformats.org/officeDocument/2006/relationships/slide" Target="/ppt/slides/slide20.xml" Id="R490d221ebaf241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229d29d7e742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d0b1521ade4eba" /><Relationship Type="http://schemas.openxmlformats.org/officeDocument/2006/relationships/notesMaster" Target="/ppt/notesMasters/notesMaster1.xml" Id="R31397d6868a540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39230edec64d70" /><Relationship Type="http://schemas.openxmlformats.org/officeDocument/2006/relationships/notesMaster" Target="/ppt/notesMasters/notesMaster1.xml" Id="R41d66da50c3543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872835448474244" /><Relationship Type="http://schemas.openxmlformats.org/officeDocument/2006/relationships/notesMaster" Target="/ppt/notesMasters/notesMaster1.xml" Id="Rd80bfdb1aaa041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2ebdc4c50fc41cc" /><Relationship Type="http://schemas.openxmlformats.org/officeDocument/2006/relationships/notesMaster" Target="/ppt/notesMasters/notesMaster1.xml" Id="R26435ae31f7747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f774dc5621440b" /><Relationship Type="http://schemas.openxmlformats.org/officeDocument/2006/relationships/notesMaster" Target="/ppt/notesMasters/notesMaster1.xml" Id="R1a0051871de241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8b3203d73f4210" /><Relationship Type="http://schemas.openxmlformats.org/officeDocument/2006/relationships/notesMaster" Target="/ppt/notesMasters/notesMaster1.xml" Id="R47b0337527854ee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01cb1ef3ea45ee" /><Relationship Type="http://schemas.openxmlformats.org/officeDocument/2006/relationships/notesMaster" Target="/ppt/notesMasters/notesMaster1.xml" Id="R276bd00b95b640a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8f8fa3f05241a9" /><Relationship Type="http://schemas.openxmlformats.org/officeDocument/2006/relationships/notesMaster" Target="/ppt/notesMasters/notesMaster1.xml" Id="R25fb568256554b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4f2aff51b2e41f3" /><Relationship Type="http://schemas.openxmlformats.org/officeDocument/2006/relationships/notesMaster" Target="/ppt/notesMasters/notesMaster1.xml" Id="R5411b9d69dae40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0d02460eae409c" /><Relationship Type="http://schemas.openxmlformats.org/officeDocument/2006/relationships/notesMaster" Target="/ppt/notesMasters/notesMaster1.xml" Id="Rfc41ab0d23274a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5faf77c20d44f2" /><Relationship Type="http://schemas.openxmlformats.org/officeDocument/2006/relationships/notesMaster" Target="/ppt/notesMasters/notesMaster1.xml" Id="R4406a341a0b04c6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b218a3b4ba7462d" /><Relationship Type="http://schemas.openxmlformats.org/officeDocument/2006/relationships/notesMaster" Target="/ppt/notesMasters/notesMaster1.xml" Id="Rbc440d2818f0440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c7683e2539e469d" /><Relationship Type="http://schemas.openxmlformats.org/officeDocument/2006/relationships/notesMaster" Target="/ppt/notesMasters/notesMaster1.xml" Id="R77a81b040ae846f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f5b209783164ac8" /><Relationship Type="http://schemas.openxmlformats.org/officeDocument/2006/relationships/notesMaster" Target="/ppt/notesMasters/notesMaster1.xml" Id="R978ea34aa19847e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71d9454c4af4991" /><Relationship Type="http://schemas.openxmlformats.org/officeDocument/2006/relationships/notesMaster" Target="/ppt/notesMasters/notesMaster1.xml" Id="R6149b2e83d2745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ceffbbfc524cbd" /><Relationship Type="http://schemas.openxmlformats.org/officeDocument/2006/relationships/notesMaster" Target="/ppt/notesMasters/notesMaster1.xml" Id="Rcba3674455e746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15d7de19def476d" /><Relationship Type="http://schemas.openxmlformats.org/officeDocument/2006/relationships/notesMaster" Target="/ppt/notesMasters/notesMaster1.xml" Id="R43d8119bb4cd41c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86bf158bbe546f5" /><Relationship Type="http://schemas.openxmlformats.org/officeDocument/2006/relationships/notesMaster" Target="/ppt/notesMasters/notesMaster1.xml" Id="R19802396b41841c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ee059eb891847b8" /><Relationship Type="http://schemas.openxmlformats.org/officeDocument/2006/relationships/notesMaster" Target="/ppt/notesMasters/notesMaster1.xml" Id="R06090131f4e6401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9000805bdee4b6b" /><Relationship Type="http://schemas.openxmlformats.org/officeDocument/2006/relationships/notesMaster" Target="/ppt/notesMasters/notesMaster1.xml" Id="Rd628bff0e8a044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P01｜第11讲 实验自动化与 AutoResearch 循环</a:t>
            </a:r>
          </a:p>
          <a:p xmlns:a="http://schemas.openxmlformats.org/drawingml/2006/main">
            <a:r>
              <a:t/>
            </a:r>
          </a:p>
          <a:p xmlns:a="http://schemas.openxmlformats.org/drawingml/2006/main">
            <a:r>
              <a:t>讲述：开场放下第 10 课的受限执行记录。第 10 课已让 Agent 在受限权限下跑通一次，但"能跑通"和"可重复运行、可被评价、可被回退"之间还有距离。本课把受限执行扩展为实验自动化循环，并拆解 AutoResearch / AI Scientist 两类系统作为分析对象。</a:t>
            </a:r>
          </a:p>
          <a:p xmlns:a="http://schemas.openxmlformats.org/drawingml/2006/main">
            <a:r>
              <a:t/>
            </a:r>
          </a:p>
          <a:p xmlns:a="http://schemas.openxmlformats.org/drawingml/2006/main">
            <a:r>
              <a:t>学生动作：不展开课程行政信息，直接进入下一页回扣。</a:t>
            </a:r>
          </a:p>
          <a:p xmlns:a="http://schemas.openxmlformats.org/drawingml/2006/main">
            <a:r>
              <a:t/>
            </a:r>
          </a:p>
          <a:p xmlns:a="http://schemas.openxmlformats.org/drawingml/2006/main">
            <a:r>
              <a:t>建议时间：2 分钟。</a:t>
            </a:r>
          </a:p>
          <a:p xmlns:a="http://schemas.openxmlformats.org/drawingml/2006/main">
            <a:r>
              <a:t/>
            </a:r>
          </a:p>
          <a:p xmlns:a="http://schemas.openxmlformats.org/drawingml/2006/main">
            <a:r>
              <a:t>[Sources]</a:t>
            </a:r>
          </a:p>
          <a:p xmlns:a="http://schemas.openxmlformats.org/drawingml/2006/main">
            <a:r>
              <a:t>lessons/lesson-11/slides.md P01</a:t>
            </a:r>
          </a:p>
          <a:p xmlns:a="http://schemas.openxmlformats.org/drawingml/2006/main">
            <a:r>
              <a:t>lessons/lesson-11/handout.md</a:t>
            </a:r>
          </a:p>
          <a:p xmlns:a="http://schemas.openxmlformats.org/drawingml/2006/main">
            <a:r>
              <a:t>课程信息以 [syllabus.md](../../course/syllabus.md) 为准；备课规划 [第 11 课](../备课规划.md) 权威六段。</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P02｜从一次受限执行到冻结运行队列</a:t>
            </a:r>
          </a:p>
          <a:p xmlns:a="http://schemas.openxmlformats.org/drawingml/2006/main">
            <a:r>
              <a:t/>
            </a:r>
          </a:p>
          <a:p xmlns:a="http://schemas.openxmlformats.org/drawingml/2006/main">
            <a:r>
              <a:t>讲述：回扣第 10 课：受限 Agent 让"Agent 帮忙"可见，但没有回答"能不能反复跑""指标会不会被篡改""失败会不会被删""AutoResearch 那类系统在哪些维度上仍需人工"。本课进入阶段七实验追踪，把受限执行扩展为受限循环。</a:t>
            </a:r>
          </a:p>
          <a:p xmlns:a="http://schemas.openxmlformats.org/drawingml/2006/main">
            <a:r>
              <a:t/>
            </a:r>
          </a:p>
          <a:p xmlns:a="http://schemas.openxmlformats.org/drawingml/2006/main">
            <a:r>
              <a:t>学生动作：先停 1 分钟：在你现有的受限执行记录里，圈出最缺的一项：指标 / 预算 / 停止 / 回退。然后快问：指标是预先固定的吗？失败能与运行次数对账吗？</a:t>
            </a:r>
          </a:p>
          <a:p xmlns:a="http://schemas.openxmlformats.org/drawingml/2006/main">
            <a:r>
              <a:t/>
            </a:r>
          </a:p>
          <a:p xmlns:a="http://schemas.openxmlformats.org/drawingml/2006/main">
            <a:r>
              <a:t>建议时间：3 分钟。</a:t>
            </a:r>
          </a:p>
          <a:p xmlns:a="http://schemas.openxmlformats.org/drawingml/2006/main">
            <a:r>
              <a:t/>
            </a:r>
          </a:p>
          <a:p xmlns:a="http://schemas.openxmlformats.org/drawingml/2006/main">
            <a:r>
              <a:t>[Sources]</a:t>
            </a:r>
          </a:p>
          <a:p xmlns:a="http://schemas.openxmlformats.org/drawingml/2006/main">
            <a:r>
              <a:t>lessons/lesson-11/slides.md P02</a:t>
            </a:r>
          </a:p>
          <a:p xmlns:a="http://schemas.openxmlformats.org/drawingml/2006/main">
            <a:r>
              <a:t>lessons/lesson-11/handout.md</a:t>
            </a:r>
          </a:p>
          <a:p xmlns:a="http://schemas.openxmlformats.org/drawingml/2006/main">
            <a:r>
              <a:t>回扣第 10 课讲义与第 9 课实验规格；[AGENTS.md](../../AGENTS.md) 证据标准。</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P03｜本课形成三件可交给第 12 课的工件</a:t>
            </a:r>
          </a:p>
          <a:p xmlns:a="http://schemas.openxmlformats.org/drawingml/2006/main">
            <a:r>
              <a:t/>
            </a:r>
          </a:p>
          <a:p xmlns:a="http://schemas.openxmlformats.org/drawingml/2006/main">
            <a:r>
              <a:t>讲述：明确边界：本课目标是建立受限循环说明和失败保留记录，不要求循环在课堂内跑完。本课不是验证门；验证门在第 13 课后，统一检查实验记录与失败保留。本课为第 12 课个人工作流设计直接铺垫——第 12 课会把本课的循环骨架重新组合为服务于学生自己科研动作的工作流。</a:t>
            </a:r>
          </a:p>
          <a:p xmlns:a="http://schemas.openxmlformats.org/drawingml/2006/main">
            <a:r>
              <a:t/>
            </a:r>
          </a:p>
          <a:p xmlns:a="http://schemas.openxmlformats.org/drawingml/2006/main">
            <a:r>
              <a:t>学生动作：无。</a:t>
            </a:r>
          </a:p>
          <a:p xmlns:a="http://schemas.openxmlformats.org/drawingml/2006/main">
            <a:r>
              <a:t/>
            </a:r>
          </a:p>
          <a:p xmlns:a="http://schemas.openxmlformats.org/drawingml/2006/main">
            <a:r>
              <a:t>建议时间：2 分钟。</a:t>
            </a:r>
          </a:p>
          <a:p xmlns:a="http://schemas.openxmlformats.org/drawingml/2006/main">
            <a:r>
              <a:t/>
            </a:r>
          </a:p>
          <a:p xmlns:a="http://schemas.openxmlformats.org/drawingml/2006/main">
            <a:r>
              <a:t>[Sources]</a:t>
            </a:r>
          </a:p>
          <a:p xmlns:a="http://schemas.openxmlformats.org/drawingml/2006/main">
            <a:r>
              <a:t>lessons/lesson-11/slides.md P03</a:t>
            </a:r>
          </a:p>
          <a:p xmlns:a="http://schemas.openxmlformats.org/drawingml/2006/main">
            <a:r>
              <a:t>lessons/lesson-11/handout.md</a:t>
            </a:r>
          </a:p>
          <a:p xmlns:a="http://schemas.openxmlformats.org/drawingml/2006/main">
            <a:r>
              <a:t>[备课规划.md](../备课规划.md) 第 11 课权威六段；[assignments.md](../../course/assignments.md) 验证门 Checkpoint 3 在第 13 课后。</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P04｜循环五步与 Keep / Discard 分支</a:t>
            </a:r>
          </a:p>
          <a:p xmlns:a="http://schemas.openxmlformats.org/drawingml/2006/main">
            <a:r>
              <a:t/>
            </a:r>
          </a:p>
          <a:p xmlns:a="http://schemas.openxmlformats.org/drawingml/2006/main">
            <a:r>
              <a:t>讲述：本页讲优化循环：候选方法改动在预先隔离的开发集上比较，评价口径、预算和停止规则保持冻结。Keep / Discard 决定是否采用候选改动，不删除失败记录。第 10 页的 120 份输出仅执行已冻结配置，不沿此分支调参。</a:t>
            </a:r>
          </a:p>
          <a:p xmlns:a="http://schemas.openxmlformats.org/drawingml/2006/main">
            <a:r>
              <a:t/>
            </a:r>
          </a:p>
          <a:p xmlns:a="http://schemas.openxmlformats.org/drawingml/2006/main">
            <a:r>
              <a:t>学生动作：快问：你之前做实验时，假设是先写的还是结果出来后补的？只听回答。</a:t>
            </a:r>
          </a:p>
          <a:p xmlns:a="http://schemas.openxmlformats.org/drawingml/2006/main">
            <a:r>
              <a:t/>
            </a:r>
          </a:p>
          <a:p xmlns:a="http://schemas.openxmlformats.org/drawingml/2006/main">
            <a:r>
              <a:t>建议时间：3 分钟。</a:t>
            </a:r>
          </a:p>
          <a:p xmlns:a="http://schemas.openxmlformats.org/drawingml/2006/main">
            <a:r>
              <a:t/>
            </a:r>
          </a:p>
          <a:p xmlns:a="http://schemas.openxmlformats.org/drawingml/2006/main">
            <a:r>
              <a:t>[Sources]</a:t>
            </a:r>
          </a:p>
          <a:p xmlns:a="http://schemas.openxmlformats.org/drawingml/2006/main">
            <a:r>
              <a:t>lessons/lesson-11/slides.md P04</a:t>
            </a:r>
          </a:p>
          <a:p xmlns:a="http://schemas.openxmlformats.org/drawingml/2006/main">
            <a:r>
              <a:t>lessons/lesson-11/handout.md</a:t>
            </a:r>
          </a:p>
          <a:p xmlns:a="http://schemas.openxmlformats.org/drawingml/2006/main">
            <a:r>
              <a:t>handout §二·1；第 1 课 §2.7 工作流何时停止。</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P05｜适用边界取决于重复性与判断风险</a:t>
            </a:r>
          </a:p>
          <a:p xmlns:a="http://schemas.openxmlformats.org/drawingml/2006/main">
            <a:r>
              <a:t/>
            </a:r>
          </a:p>
          <a:p xmlns:a="http://schemas.openxmlformats.org/drawingml/2006/main">
            <a:r>
              <a:t>讲述：区分可固定的评价协议与不可交给执行器的判断。指标可以依赖人工建立并复核的基准和盲评，并不因为需要专家标注就排除自动化。研究问题仍在形成、评价持续变化或高风险外部动作应保留人工主导。</a:t>
            </a:r>
          </a:p>
          <a:p xmlns:a="http://schemas.openxmlformats.org/drawingml/2006/main">
            <a:r>
              <a:t/>
            </a:r>
          </a:p>
          <a:p xmlns:a="http://schemas.openxmlformats.org/drawingml/2006/main">
            <a:r>
              <a:t>学生动作：追问：判断"Agent 自动判断哪篇论文值得深入研究"是否适合改写为循环？为什么？</a:t>
            </a:r>
          </a:p>
          <a:p xmlns:a="http://schemas.openxmlformats.org/drawingml/2006/main">
            <a:r>
              <a:t/>
            </a:r>
          </a:p>
          <a:p xmlns:a="http://schemas.openxmlformats.org/drawingml/2006/main">
            <a:r>
              <a:t>建议时间：3 分钟。</a:t>
            </a:r>
          </a:p>
          <a:p xmlns:a="http://schemas.openxmlformats.org/drawingml/2006/main">
            <a:r>
              <a:t/>
            </a:r>
          </a:p>
          <a:p xmlns:a="http://schemas.openxmlformats.org/drawingml/2006/main">
            <a:r>
              <a:t>[Sources]</a:t>
            </a:r>
          </a:p>
          <a:p xmlns:a="http://schemas.openxmlformats.org/drawingml/2006/main">
            <a:r>
              <a:t>lessons/lesson-11/slides.md P05</a:t>
            </a:r>
          </a:p>
          <a:p xmlns:a="http://schemas.openxmlformats.org/drawingml/2006/main">
            <a:r>
              <a:t>lessons/lesson-11/handout.md</a:t>
            </a:r>
          </a:p>
          <a:p xmlns:a="http://schemas.openxmlformats.org/drawingml/2006/main">
            <a:r>
              <a:t>handout §二·2-3；Sandve et al. 2013（可复现追踪链）。</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P06｜指标定义在循环启动前冻结</a:t>
            </a:r>
          </a:p>
          <a:p xmlns:a="http://schemas.openxmlformats.org/drawingml/2006/main">
            <a:r>
              <a:t/>
            </a:r>
          </a:p>
          <a:p xmlns:a="http://schemas.openxmlformats.org/drawingml/2006/main">
            <a:r>
              <a:t>讲述：固定指标不是"用什么指标"，而是"这个指标怎么算出来，且不可被工作流自身修改"。三个失败模式都是评价协议漂移的常见表现。判断指标是否被篡改：循环运行前后，指标定义文件、rubric 版本号、数据划分是否一致。任何不一致都应触发循环停止并人工审核。</a:t>
            </a:r>
          </a:p>
          <a:p xmlns:a="http://schemas.openxmlformats.org/drawingml/2006/main">
            <a:r>
              <a:t/>
            </a:r>
          </a:p>
          <a:p xmlns:a="http://schemas.openxmlformats.org/drawingml/2006/main">
            <a:r>
              <a:t>学生动作：无。</a:t>
            </a:r>
          </a:p>
          <a:p xmlns:a="http://schemas.openxmlformats.org/drawingml/2006/main">
            <a:r>
              <a:t/>
            </a:r>
          </a:p>
          <a:p xmlns:a="http://schemas.openxmlformats.org/drawingml/2006/main">
            <a:r>
              <a:t>建议时间：2 分钟。</a:t>
            </a:r>
          </a:p>
          <a:p xmlns:a="http://schemas.openxmlformats.org/drawingml/2006/main">
            <a:r>
              <a:t/>
            </a:r>
          </a:p>
          <a:p xmlns:a="http://schemas.openxmlformats.org/drawingml/2006/main">
            <a:r>
              <a:t>[Sources]</a:t>
            </a:r>
          </a:p>
          <a:p xmlns:a="http://schemas.openxmlformats.org/drawingml/2006/main">
            <a:r>
              <a:t>lessons/lesson-11/slides.md P06</a:t>
            </a:r>
          </a:p>
          <a:p xmlns:a="http://schemas.openxmlformats.org/drawingml/2006/main">
            <a:r>
              <a:t>lessons/lesson-11/handout.md</a:t>
            </a:r>
          </a:p>
          <a:p xmlns:a="http://schemas.openxmlformats.org/drawingml/2006/main">
            <a:r>
              <a:t>handout §三·1；第 9 课 §三·3 度量标准与标注协议。</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P07｜预算与停止条件写进运行序列</a:t>
            </a:r>
          </a:p>
          <a:p xmlns:a="http://schemas.openxmlformats.org/drawingml/2006/main">
            <a:r>
              <a:t/>
            </a:r>
          </a:p>
          <a:p xmlns:a="http://schemas.openxmlformats.org/drawingml/2006/main">
            <a:r>
              <a:t>讲述：预算是预先写明的硬上限，而非"大概要花多久"。停止条件在第 9 课是"运行次数与停止规则"，本课扩展为三类触发器。协议性停止指循环本身出了问题（数据污染、配置错误、指标被修改），与结果是否有利无关。禁止的停止是"因为结果不利就停、因为结果有利就停"——这构成隐性 p-hacking。</a:t>
            </a:r>
          </a:p>
          <a:p xmlns:a="http://schemas.openxmlformats.org/drawingml/2006/main">
            <a:r>
              <a:t/>
            </a:r>
          </a:p>
          <a:p xmlns:a="http://schemas.openxmlformats.org/drawingml/2006/main">
            <a:r>
              <a:t>学生动作：追问：你的循环如果"跑 100 次都没出现显著结果"，应该停还是继续？为什么？</a:t>
            </a:r>
          </a:p>
          <a:p xmlns:a="http://schemas.openxmlformats.org/drawingml/2006/main">
            <a:r>
              <a:t/>
            </a:r>
          </a:p>
          <a:p xmlns:a="http://schemas.openxmlformats.org/drawingml/2006/main">
            <a:r>
              <a:t>建议时间：3 分钟。</a:t>
            </a:r>
          </a:p>
          <a:p xmlns:a="http://schemas.openxmlformats.org/drawingml/2006/main">
            <a:r>
              <a:t/>
            </a:r>
          </a:p>
          <a:p xmlns:a="http://schemas.openxmlformats.org/drawingml/2006/main">
            <a:r>
              <a:t>[Sources]</a:t>
            </a:r>
          </a:p>
          <a:p xmlns:a="http://schemas.openxmlformats.org/drawingml/2006/main">
            <a:r>
              <a:t>lessons/lesson-11/slides.md P07</a:t>
            </a:r>
          </a:p>
          <a:p xmlns:a="http://schemas.openxmlformats.org/drawingml/2006/main">
            <a:r>
              <a:t>lessons/lesson-11/handout.md</a:t>
            </a:r>
          </a:p>
          <a:p xmlns:a="http://schemas.openxmlformats.org/drawingml/2006/main">
            <a:r>
              <a:t>handout §三·2-3；第 9 课 §三·2 停止条件；第 1 课 §2.7 工作流何时停止。</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P08｜回退到稳定配置，同时保留失败</a:t>
            </a:r>
          </a:p>
          <a:p xmlns:a="http://schemas.openxmlformats.org/drawingml/2006/main">
            <a:r>
              <a:t/>
            </a:r>
          </a:p>
          <a:p xmlns:a="http://schemas.openxmlformats.org/drawingml/2006/main">
            <a:r>
              <a:t>讲述：回退机制是循环在失败或停止后的处理路径。关键区分：回退到"最近一次通过人工审核的配置"，不是"上一次看起来不错的配置"——这两者经常被混淆。回退后失败迭代必须保留，并触发研究判断的修订。回退默认需要人工确认，因为回退通常意味着循环未按预期推进。</a:t>
            </a:r>
          </a:p>
          <a:p xmlns:a="http://schemas.openxmlformats.org/drawingml/2006/main">
            <a:r>
              <a:t/>
            </a:r>
          </a:p>
          <a:p xmlns:a="http://schemas.openxmlformats.org/drawingml/2006/main">
            <a:r>
              <a:t>学生动作：无。</a:t>
            </a:r>
          </a:p>
          <a:p xmlns:a="http://schemas.openxmlformats.org/drawingml/2006/main">
            <a:r>
              <a:t/>
            </a:r>
          </a:p>
          <a:p xmlns:a="http://schemas.openxmlformats.org/drawingml/2006/main">
            <a:r>
              <a:t>建议时间：2 分钟。</a:t>
            </a:r>
          </a:p>
          <a:p xmlns:a="http://schemas.openxmlformats.org/drawingml/2006/main">
            <a:r>
              <a:t/>
            </a:r>
          </a:p>
          <a:p xmlns:a="http://schemas.openxmlformats.org/drawingml/2006/main">
            <a:r>
              <a:t>[Sources]</a:t>
            </a:r>
          </a:p>
          <a:p xmlns:a="http://schemas.openxmlformats.org/drawingml/2006/main">
            <a:r>
              <a:t>lessons/lesson-11/slides.md P08</a:t>
            </a:r>
          </a:p>
          <a:p xmlns:a="http://schemas.openxmlformats.org/drawingml/2006/main">
            <a:r>
              <a:t>lessons/lesson-11/handout.md</a:t>
            </a:r>
          </a:p>
          <a:p xmlns:a="http://schemas.openxmlformats.org/drawingml/2006/main">
            <a:r>
              <a:t>handout §三·4；第 9 课 §三·4 失败预案。</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P09｜评价协议漂移会让循环失去可比性</a:t>
            </a:r>
          </a:p>
          <a:p xmlns:a="http://schemas.openxmlformats.org/drawingml/2006/main">
            <a:r>
              <a:t/>
            </a:r>
          </a:p>
          <a:p xmlns:a="http://schemas.openxmlformats.org/drawingml/2006/main">
            <a:r>
              <a:t>讲述：日志中的 auto-switch rubric 是协议漂移的直接证据。停止并拒绝的是协议改动或无效候选，失败日志必须保留；结果不支持本身仍是有效结果，不触发删除、换指标或结果导向停止。0.34 与 0.19 均为教学虚构值，不可作研究结论。</a:t>
            </a:r>
          </a:p>
          <a:p xmlns:a="http://schemas.openxmlformats.org/drawingml/2006/main">
            <a:r>
              <a:t/>
            </a:r>
          </a:p>
          <a:p xmlns:a="http://schemas.openxmlformats.org/drawingml/2006/main">
            <a:r>
              <a:t>学生动作：让学生指出日志中哪一行暴露了问题。追问：若只看较低的最终分数，是否能发现协议已改变？</a:t>
            </a:r>
          </a:p>
          <a:p xmlns:a="http://schemas.openxmlformats.org/drawingml/2006/main">
            <a:r>
              <a:t/>
            </a:r>
          </a:p>
          <a:p xmlns:a="http://schemas.openxmlformats.org/drawingml/2006/main">
            <a:r>
              <a:t>建议时间：5 分钟。</a:t>
            </a:r>
          </a:p>
          <a:p xmlns:a="http://schemas.openxmlformats.org/drawingml/2006/main">
            <a:r>
              <a:t/>
            </a:r>
          </a:p>
          <a:p xmlns:a="http://schemas.openxmlformats.org/drawingml/2006/main">
            <a:r>
              <a:t>[Sources]</a:t>
            </a:r>
          </a:p>
          <a:p xmlns:a="http://schemas.openxmlformats.org/drawingml/2006/main">
            <a:r>
              <a:t>lessons/lesson-11/slides.md P09</a:t>
            </a:r>
          </a:p>
          <a:p xmlns:a="http://schemas.openxmlformats.org/drawingml/2006/main">
            <a:r>
              <a:t>lessons/lesson-11/handout.md</a:t>
            </a:r>
          </a:p>
          <a:p xmlns:a="http://schemas.openxmlformats.org/drawingml/2006/main">
            <a:r>
              <a:t>handout §三·1；第 9 课 §三·3 度量标准。</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P10｜120 份冻结输出：执行、恢复与独立评价</a:t>
            </a:r>
          </a:p>
          <a:p xmlns:a="http://schemas.openxmlformats.org/drawingml/2006/main">
            <a:r>
              <a:t/>
            </a:r>
          </a:p>
          <a:p xmlns:a="http://schemas.openxmlformats.org/drawingml/2006/main">
            <a:r>
              <a:t>讲述：同一批 20 篇公开论文分别进入阅读卡和自由摘要条件，各运行 3 次，完整规格共 120 份输出。生成器只能读取冻结输入与配置，不能读取人工基准或根据中间评价改 prompt、模型、指标或数据。超时、协议错误先停并留痕，人工确认后恢复原冻结配置。生成后由独立人工基准盲评，结果进入后续研究判断。本课只需小子集或预置 trace，不要求课堂跑完 120 份。</a:t>
            </a:r>
          </a:p>
          <a:p xmlns:a="http://schemas.openxmlformats.org/drawingml/2006/main">
            <a:r>
              <a:t/>
            </a:r>
          </a:p>
          <a:p xmlns:a="http://schemas.openxmlformats.org/drawingml/2006/main">
            <a:r>
              <a:t>学生动作：让学生在自己的可重复动作上写出四约束的数字（不必精确，先有）。</a:t>
            </a:r>
          </a:p>
          <a:p xmlns:a="http://schemas.openxmlformats.org/drawingml/2006/main">
            <a:r>
              <a:t/>
            </a:r>
          </a:p>
          <a:p xmlns:a="http://schemas.openxmlformats.org/drawingml/2006/main">
            <a:r>
              <a:t>建议时间：6 分钟。</a:t>
            </a:r>
          </a:p>
          <a:p xmlns:a="http://schemas.openxmlformats.org/drawingml/2006/main">
            <a:r>
              <a:t/>
            </a:r>
          </a:p>
          <a:p xmlns:a="http://schemas.openxmlformats.org/drawingml/2006/main">
            <a:r>
              <a:t>[Sources]</a:t>
            </a:r>
          </a:p>
          <a:p xmlns:a="http://schemas.openxmlformats.org/drawingml/2006/main">
            <a:r>
              <a:t>lessons/lesson-11/slides.md P10</a:t>
            </a:r>
          </a:p>
          <a:p xmlns:a="http://schemas.openxmlformats.org/drawingml/2006/main">
            <a:r>
              <a:t>lessons/lesson-11/handout.md</a:t>
            </a:r>
          </a:p>
          <a:p xmlns:a="http://schemas.openxmlformats.org/drawingml/2006/main">
            <a:r>
              <a:t>handout §六·1-3；第 9 课贯穿案例（H1 + J1 + 实验规格）。</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P11｜失败保留需要一张完整运行账本</a:t>
            </a:r>
          </a:p>
          <a:p xmlns:a="http://schemas.openxmlformats.org/drawingml/2006/main">
            <a:r>
              <a:t/>
            </a:r>
          </a:p>
          <a:p xmlns:a="http://schemas.openxmlformats.org/drawingml/2006/main">
            <a:r>
              <a:t>讲述：逐行区分执行有效、结果不支持和技术失败。前两者都保留原始输出；技术失败保留日志，协议错误须人工确认恢复。完整账本按全部运行对账，重试另留 run ID，不能替换失败记录。详细失败字段在 P17 和讲义 §五，表内 ID 均为虚构工件。</a:t>
            </a:r>
          </a:p>
          <a:p xmlns:a="http://schemas.openxmlformats.org/drawingml/2006/main">
            <a:r>
              <a:t/>
            </a:r>
          </a:p>
          <a:p xmlns:a="http://schemas.openxmlformats.org/drawingml/2006/main">
            <a:r>
              <a:t>学生动作：无。</a:t>
            </a:r>
          </a:p>
          <a:p xmlns:a="http://schemas.openxmlformats.org/drawingml/2006/main">
            <a:r>
              <a:t/>
            </a:r>
          </a:p>
          <a:p xmlns:a="http://schemas.openxmlformats.org/drawingml/2006/main">
            <a:r>
              <a:t>建议时间：4 分钟。</a:t>
            </a:r>
          </a:p>
          <a:p xmlns:a="http://schemas.openxmlformats.org/drawingml/2006/main">
            <a:r>
              <a:t/>
            </a:r>
          </a:p>
          <a:p xmlns:a="http://schemas.openxmlformats.org/drawingml/2006/main">
            <a:r>
              <a:t>[Sources]</a:t>
            </a:r>
          </a:p>
          <a:p xmlns:a="http://schemas.openxmlformats.org/drawingml/2006/main">
            <a:r>
              <a:t>lessons/lesson-11/slides.md P11</a:t>
            </a:r>
          </a:p>
          <a:p xmlns:a="http://schemas.openxmlformats.org/drawingml/2006/main">
            <a:r>
              <a:t>lessons/lesson-11/handout.md</a:t>
            </a:r>
          </a:p>
          <a:p xmlns:a="http://schemas.openxmlformats.org/drawingml/2006/main">
            <a:r>
              <a:t>handout §五·2-3；第 1 课 §一·1 实验迭代风险列。</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P12｜AutoResearch 与 AI Scientist 的系统主链</a:t>
            </a:r>
          </a:p>
          <a:p xmlns:a="http://schemas.openxmlformats.org/drawingml/2006/main">
            <a:r>
              <a:t/>
            </a:r>
          </a:p>
          <a:p xmlns:a="http://schemas.openxmlformats.org/drawingml/2006/main">
            <a:r>
              <a:t>讲述：用第 1 课 §四·2 的 Agent Workflow 八部分框架拆解这两类系统。它们是分析对象，不是结论外推的依据——要看清的是每个维度上"哪些已由系统处理、哪些仍需人工判断"，而不是断言"AI 已能自主科研"。AI Scientist 报告的是特定 ML 研究设置下的系统表现：三篇送审稿中一篇评分超过工作坊平均接收阈值，但按预设协议撤回；工作坊接收率为 70%，研究团队内部判断三篇均未达到 ICLR 主会标准。这不等于顶会正式接收，也不适用于所有学科。</a:t>
            </a:r>
          </a:p>
          <a:p xmlns:a="http://schemas.openxmlformats.org/drawingml/2006/main">
            <a:r>
              <a:t/>
            </a:r>
          </a:p>
          <a:p xmlns:a="http://schemas.openxmlformats.org/drawingml/2006/main">
            <a:r>
              <a:t>学生动作：无。</a:t>
            </a:r>
          </a:p>
          <a:p xmlns:a="http://schemas.openxmlformats.org/drawingml/2006/main">
            <a:r>
              <a:t/>
            </a:r>
          </a:p>
          <a:p xmlns:a="http://schemas.openxmlformats.org/drawingml/2006/main">
            <a:r>
              <a:t>建议时间：2 分钟。</a:t>
            </a:r>
          </a:p>
          <a:p xmlns:a="http://schemas.openxmlformats.org/drawingml/2006/main">
            <a:r>
              <a:t/>
            </a:r>
          </a:p>
          <a:p xmlns:a="http://schemas.openxmlformats.org/drawingml/2006/main">
            <a:r>
              <a:t>[Sources]</a:t>
            </a:r>
          </a:p>
          <a:p xmlns:a="http://schemas.openxmlformats.org/drawingml/2006/main">
            <a:r>
              <a:t>lessons/lesson-11/slides.md P12</a:t>
            </a:r>
          </a:p>
          <a:p xmlns:a="http://schemas.openxmlformats.org/drawingml/2006/main">
            <a:r>
              <a:t>lessons/lesson-11/handout.md</a:t>
            </a:r>
          </a:p>
          <a:p xmlns:a="http://schemas.openxmlformats.org/drawingml/2006/main">
            <a:r>
              <a:t>Lu, C. et al. "Towards end-to-end automation of AI research." *Nature* (2026). DOI: [10.1038/s41586-026-10265-5](https://www.nature.com/articles/s41586-026-10265-5)。**不外推为通用自主科研能力**。Karpathy. [*AutoResearch* commit `228791f`](https://github.com/karpathy/autoresearch/tree/228791fb499afffb54b46200aca536f79142f117)。Huang et al. MLAgentBench, ICML 2024（评价方法参考）。</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P13｜八维比较的主轴是人工判断</a:t>
            </a:r>
          </a:p>
          <a:p xmlns:a="http://schemas.openxmlformats.org/drawingml/2006/main">
            <a:r>
              <a:t/>
            </a:r>
          </a:p>
          <a:p xmlns:a="http://schemas.openxmlformats.org/drawingml/2006/main">
            <a:r>
              <a:t>讲述：逐维度拆解 AI Scientist。Evals 维度上，自动评审能发现部分问题，但不替代真实同行共识——模型评审不等于同行评审。失败恢复维度上，系统对失败有处理逻辑，但选择性保留的风险存在。每个维度都回答"哪些已由系统处理、哪些仍需人工判断"。</a:t>
            </a:r>
          </a:p>
          <a:p xmlns:a="http://schemas.openxmlformats.org/drawingml/2006/main">
            <a:r>
              <a:t/>
            </a:r>
          </a:p>
          <a:p xmlns:a="http://schemas.openxmlformats.org/drawingml/2006/main">
            <a:r>
              <a:t>学生动作：让学生指出八维中哪个维度"仍需人工判断"最难判断。</a:t>
            </a:r>
          </a:p>
          <a:p xmlns:a="http://schemas.openxmlformats.org/drawingml/2006/main">
            <a:r>
              <a:t/>
            </a:r>
          </a:p>
          <a:p xmlns:a="http://schemas.openxmlformats.org/drawingml/2006/main">
            <a:r>
              <a:t>建议时间：3 分钟。</a:t>
            </a:r>
          </a:p>
          <a:p xmlns:a="http://schemas.openxmlformats.org/drawingml/2006/main">
            <a:r>
              <a:t/>
            </a:r>
          </a:p>
          <a:p xmlns:a="http://schemas.openxmlformats.org/drawingml/2006/main">
            <a:r>
              <a:t>[Sources]</a:t>
            </a:r>
          </a:p>
          <a:p xmlns:a="http://schemas.openxmlformats.org/drawingml/2006/main">
            <a:r>
              <a:t>lessons/lesson-11/slides.md P13</a:t>
            </a:r>
          </a:p>
          <a:p xmlns:a="http://schemas.openxmlformats.org/drawingml/2006/main">
            <a:r>
              <a:t>lessons/lesson-11/handout.md</a:t>
            </a:r>
          </a:p>
          <a:p xmlns:a="http://schemas.openxmlformats.org/drawingml/2006/main">
            <a:r>
              <a:t>handout §四·2；第 1 课 §四·2 Agent Workflow 八部分框架。Lu et al. 2026（Nature，DOI 同 P12）。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P14｜系统边界决定哪些表述可以成立</a:t>
            </a:r>
          </a:p>
          <a:p xmlns:a="http://schemas.openxmlformats.org/drawingml/2006/main">
            <a:r>
              <a:t/>
            </a:r>
          </a:p>
          <a:p xmlns:a="http://schemas.openxmlformats.org/drawingml/2006/main">
            <a:r>
              <a:t>讲述：两个边界判断贯穿本课。AI Scientist 只在特定 ML 设置下验证，不外推为通用自主科研。自动评审只作循环内部 Evals，不替代同行共识。不外推清单中的表述都超出了来源证据的适用范围。在作业或 slides 中出现类似表述，都应标记为越界并改写为带边界的形式。</a:t>
            </a:r>
          </a:p>
          <a:p xmlns:a="http://schemas.openxmlformats.org/drawingml/2006/main">
            <a:r>
              <a:t/>
            </a:r>
          </a:p>
          <a:p xmlns:a="http://schemas.openxmlformats.org/drawingml/2006/main">
            <a:r>
              <a:t>学生动作：让学生检查自己第 10 课的 AI 使用记录中是否出现过清单中的表述。</a:t>
            </a:r>
          </a:p>
          <a:p xmlns:a="http://schemas.openxmlformats.org/drawingml/2006/main">
            <a:r>
              <a:t/>
            </a:r>
          </a:p>
          <a:p xmlns:a="http://schemas.openxmlformats.org/drawingml/2006/main">
            <a:r>
              <a:t>建议时间：3 分钟。</a:t>
            </a:r>
          </a:p>
          <a:p xmlns:a="http://schemas.openxmlformats.org/drawingml/2006/main">
            <a:r>
              <a:t/>
            </a:r>
          </a:p>
          <a:p xmlns:a="http://schemas.openxmlformats.org/drawingml/2006/main">
            <a:r>
              <a:t>[Sources]</a:t>
            </a:r>
          </a:p>
          <a:p xmlns:a="http://schemas.openxmlformats.org/drawingml/2006/main">
            <a:r>
              <a:t>lessons/lesson-11/slides.md P14</a:t>
            </a:r>
          </a:p>
          <a:p xmlns:a="http://schemas.openxmlformats.org/drawingml/2006/main">
            <a:r>
              <a:t>lessons/lesson-11/handout.md</a:t>
            </a:r>
          </a:p>
          <a:p xmlns:a="http://schemas.openxmlformats.org/drawingml/2006/main">
            <a:r>
              <a:t>handout §四·3-4；[AGENTS.md](../../AGENTS.md) 证据标准（关键结论至少绑定一项可核验直接证据）。</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P15｜同一工作流映射到两个分析对象</a:t>
            </a:r>
          </a:p>
          <a:p xmlns:a="http://schemas.openxmlformats.org/drawingml/2006/main">
            <a:r>
              <a:t/>
            </a:r>
          </a:p>
          <a:p xmlns:a="http://schemas.openxmlformats.org/drawingml/2006/main">
            <a:r>
              <a:t>讲述：只对比共同约束：指标、预算、停止与失败保留。AutoResearch 的候选方法优化不属于本课冻结生成队列；AI Scientist 的端到端链还包括想法、论文与评审，不能据此推断课程执行器拥有相同能力。主题价值、标注分歧与结论外推由研究者判断。</a:t>
            </a:r>
          </a:p>
          <a:p xmlns:a="http://schemas.openxmlformats.org/drawingml/2006/main">
            <a:r>
              <a:t/>
            </a:r>
          </a:p>
          <a:p xmlns:a="http://schemas.openxmlformats.org/drawingml/2006/main">
            <a:r>
              <a:t>学生动作：无。</a:t>
            </a:r>
          </a:p>
          <a:p xmlns:a="http://schemas.openxmlformats.org/drawingml/2006/main">
            <a:r>
              <a:t/>
            </a:r>
          </a:p>
          <a:p xmlns:a="http://schemas.openxmlformats.org/drawingml/2006/main">
            <a:r>
              <a:t>建议时间：2 分钟。</a:t>
            </a:r>
          </a:p>
          <a:p xmlns:a="http://schemas.openxmlformats.org/drawingml/2006/main">
            <a:r>
              <a:t/>
            </a:r>
          </a:p>
          <a:p xmlns:a="http://schemas.openxmlformats.org/drawingml/2006/main">
            <a:r>
              <a:t>[Sources]</a:t>
            </a:r>
          </a:p>
          <a:p xmlns:a="http://schemas.openxmlformats.org/drawingml/2006/main">
            <a:r>
              <a:t>lessons/lesson-11/slides.md P15</a:t>
            </a:r>
          </a:p>
          <a:p xmlns:a="http://schemas.openxmlformats.org/drawingml/2006/main">
            <a:r>
              <a:t>lessons/lesson-11/handout.md</a:t>
            </a:r>
          </a:p>
          <a:p xmlns:a="http://schemas.openxmlformats.org/drawingml/2006/main">
            <a:r>
              <a:t>handout §六·5；Karpathy AutoResearch（commit `228791f`）；Lu et al. 2026（Nature）。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P16｜把可重复动作改写为受限循环</a:t>
            </a:r>
          </a:p>
          <a:p xmlns:a="http://schemas.openxmlformats.org/drawingml/2006/main">
            <a:r>
              <a:t/>
            </a:r>
          </a:p>
          <a:p xmlns:a="http://schemas.openxmlformats.org/drawingml/2006/main">
            <a:r>
              <a:t>讲述：先标明自己的动作是冻结队列还是开发集上的优化循环。第一段只完成四约束与执行/失败恢复骨架，保留人工审核点；冻结队列不能强行画方法 Keep / Discard。三种 trace 和短分析可在后续实践补齐。</a:t>
            </a:r>
          </a:p>
          <a:p xmlns:a="http://schemas.openxmlformats.org/drawingml/2006/main">
            <a:r>
              <a:t/>
            </a:r>
          </a:p>
          <a:p xmlns:a="http://schemas.openxmlformats.org/drawingml/2006/main">
            <a:r>
              <a:t>学生动作：巡视。对每位学生至少问一次：你的循环在哪个位置需要人工确认？</a:t>
            </a:r>
          </a:p>
          <a:p xmlns:a="http://schemas.openxmlformats.org/drawingml/2006/main">
            <a:r>
              <a:t/>
            </a:r>
          </a:p>
          <a:p xmlns:a="http://schemas.openxmlformats.org/drawingml/2006/main">
            <a:r>
              <a:t>建议时间：10 分钟。</a:t>
            </a:r>
          </a:p>
          <a:p xmlns:a="http://schemas.openxmlformats.org/drawingml/2006/main">
            <a:r>
              <a:t/>
            </a:r>
          </a:p>
          <a:p xmlns:a="http://schemas.openxmlformats.org/drawingml/2006/main">
            <a:r>
              <a:t>[Sources]</a:t>
            </a:r>
          </a:p>
          <a:p xmlns:a="http://schemas.openxmlformats.org/drawingml/2006/main">
            <a:r>
              <a:t>lessons/lesson-11/slides.md P16</a:t>
            </a:r>
          </a:p>
          <a:p xmlns:a="http://schemas.openxmlformats.org/drawingml/2006/main">
            <a:r>
              <a:t>lessons/lesson-11/handout.md</a:t>
            </a:r>
          </a:p>
          <a:p xmlns:a="http://schemas.openxmlformats.org/drawingml/2006/main">
            <a:r>
              <a:t>handout §六·1-4；§八 练习 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P17｜失败 trace 连接停止与冻结配置恢复</a:t>
            </a:r>
          </a:p>
          <a:p xmlns:a="http://schemas.openxmlformats.org/drawingml/2006/main">
            <a:r>
              <a:t/>
            </a:r>
          </a:p>
          <a:p xmlns:a="http://schemas.openxmlformats.org/drawingml/2006/main">
            <a:r>
              <a:t>讲述：先用 5 分钟教师中点点评纠正三类共性卡点：把批量运行当优化、执行器自评、回退目标不稳定；再进行 10 分钟个人实践。样例是协议错误触发停止，human_review 表示人工已确认，恢复的是原冻结配置，不是看结果后重写参数。decision 字段记录停止与保留；优化循环可另记 Keep / Discard，但任何决定都不删除记录。</a:t>
            </a:r>
          </a:p>
          <a:p xmlns:a="http://schemas.openxmlformats.org/drawingml/2006/main">
            <a:r>
              <a:t/>
            </a:r>
          </a:p>
          <a:p xmlns:a="http://schemas.openxmlformats.org/drawingml/2006/main">
            <a:r>
              <a:t>学生动作：把这一页停留在屏幕上。巡视。</a:t>
            </a:r>
          </a:p>
          <a:p xmlns:a="http://schemas.openxmlformats.org/drawingml/2006/main">
            <a:r>
              <a:t/>
            </a:r>
          </a:p>
          <a:p xmlns:a="http://schemas.openxmlformats.org/drawingml/2006/main">
            <a:r>
              <a:t>建议时间：15 分钟（教师中点点评 5 分钟 + 个人实践 10 分钟）。</a:t>
            </a:r>
          </a:p>
          <a:p xmlns:a="http://schemas.openxmlformats.org/drawingml/2006/main">
            <a:r>
              <a:t/>
            </a:r>
          </a:p>
          <a:p xmlns:a="http://schemas.openxmlformats.org/drawingml/2006/main">
            <a:r>
              <a:t>[Sources]</a:t>
            </a:r>
          </a:p>
          <a:p xmlns:a="http://schemas.openxmlformats.org/drawingml/2006/main">
            <a:r>
              <a:t>lessons/lesson-11/slides.md P17</a:t>
            </a:r>
          </a:p>
          <a:p xmlns:a="http://schemas.openxmlformats.org/drawingml/2006/main">
            <a:r>
              <a:t>lessons/lesson-11/handout.md</a:t>
            </a:r>
          </a:p>
          <a:p xmlns:a="http://schemas.openxmlformats.org/drawingml/2006/main">
            <a:r>
              <a:t>handout §六·6；§八 练习 1-8；§五·2；第 13 课失败复盘将直接使用这些记录。</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P18｜同伴只问四个循环边界</a:t>
            </a:r>
          </a:p>
          <a:p xmlns:a="http://schemas.openxmlformats.org/drawingml/2006/main">
            <a:r>
              <a:t/>
            </a:r>
          </a:p>
          <a:p xmlns:a="http://schemas.openxmlformats.org/drawingml/2006/main">
            <a:r>
              <a:t>讲述：同伴互查只提问题，不替作者决定，不形成共同提交。重点检查四约束是否齐全、停止条件是否含禁止类、审核点是否标出、失败记录是否七字段、是否出现越界表述。同伴反馈由作者自己决定是否采纳，沿用第 8 课同伴组规则。</a:t>
            </a:r>
          </a:p>
          <a:p xmlns:a="http://schemas.openxmlformats.org/drawingml/2006/main">
            <a:r>
              <a:t/>
            </a:r>
          </a:p>
          <a:p xmlns:a="http://schemas.openxmlformats.org/drawingml/2006/main">
            <a:r>
              <a:t>学生动作：2–3 人互查，作者记录决定与理由；按本页建议时间完成。</a:t>
            </a:r>
          </a:p>
          <a:p xmlns:a="http://schemas.openxmlformats.org/drawingml/2006/main">
            <a:r>
              <a:t/>
            </a:r>
          </a:p>
          <a:p xmlns:a="http://schemas.openxmlformats.org/drawingml/2006/main">
            <a:r>
              <a:t>建议时间：15 分钟。</a:t>
            </a:r>
          </a:p>
          <a:p xmlns:a="http://schemas.openxmlformats.org/drawingml/2006/main">
            <a:r>
              <a:t/>
            </a:r>
          </a:p>
          <a:p xmlns:a="http://schemas.openxmlformats.org/drawingml/2006/main">
            <a:r>
              <a:t>[Sources]</a:t>
            </a:r>
          </a:p>
          <a:p xmlns:a="http://schemas.openxmlformats.org/drawingml/2006/main">
            <a:r>
              <a:t>lessons/lesson-11/slides.md P18</a:t>
            </a:r>
          </a:p>
          <a:p xmlns:a="http://schemas.openxmlformats.org/drawingml/2006/main">
            <a:r>
              <a:t>lessons/lesson-11/handout.md</a:t>
            </a:r>
          </a:p>
          <a:p xmlns:a="http://schemas.openxmlformats.org/drawingml/2006/main">
            <a:r>
              <a:t>handout §七 常见错误；第 8 课同伴反馈规则。</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P19｜本讲知识点总结</a:t>
            </a:r>
          </a:p>
          <a:p xmlns:a="http://schemas.openxmlformats.org/drawingml/2006/main">
            <a:r>
              <a:t/>
            </a:r>
          </a:p>
          <a:p xmlns:a="http://schemas.openxmlformats.org/drawingml/2006/main">
            <a:r>
              <a:t>讲述：回收循环结构、约束、失败追踪与人工审核的关系。本页不新增任务。</a:t>
            </a:r>
          </a:p>
          <a:p xmlns:a="http://schemas.openxmlformats.org/drawingml/2006/main">
            <a:r>
              <a:t/>
            </a:r>
          </a:p>
          <a:p xmlns:a="http://schemas.openxmlformats.org/drawingml/2006/main">
            <a:r>
              <a:t>学生动作：学生用一句话指出自己的循环最可能在哪项约束上失效。</a:t>
            </a:r>
          </a:p>
          <a:p xmlns:a="http://schemas.openxmlformats.org/drawingml/2006/main">
            <a:r>
              <a:t/>
            </a:r>
          </a:p>
          <a:p xmlns:a="http://schemas.openxmlformats.org/drawingml/2006/main">
            <a:r>
              <a:t>建议时间：2 分钟。</a:t>
            </a:r>
          </a:p>
          <a:p xmlns:a="http://schemas.openxmlformats.org/drawingml/2006/main">
            <a:r>
              <a:t/>
            </a:r>
          </a:p>
          <a:p xmlns:a="http://schemas.openxmlformats.org/drawingml/2006/main">
            <a:r>
              <a:t>[Sources]</a:t>
            </a:r>
          </a:p>
          <a:p xmlns:a="http://schemas.openxmlformats.org/drawingml/2006/main">
            <a:r>
              <a:t>lessons/lesson-11/slides.md P19</a:t>
            </a:r>
          </a:p>
          <a:p xmlns:a="http://schemas.openxmlformats.org/drawingml/2006/main">
            <a:r>
              <a:t>lessons/lesson-11/handout.md</a:t>
            </a:r>
          </a:p>
          <a:p xmlns:a="http://schemas.openxmlformats.org/drawingml/2006/main">
            <a:r>
              <a:t>[handout.md](./handout.md) §二-§五；[teaching-plan.md](./teaching-plan.md) 第四至六节。</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P20｜受限循环将升级为最小工作流</a:t>
            </a:r>
          </a:p>
          <a:p xmlns:a="http://schemas.openxmlformats.org/drawingml/2006/main">
            <a:r>
              <a:t/>
            </a:r>
          </a:p>
          <a:p xmlns:a="http://schemas.openxmlformats.org/drawingml/2006/main">
            <a:r>
              <a:t>讲述：退出卡让学生记录卡点。本课不正式提交。第 12 课会把本课的循环骨架重新组合为个人工作流设计——任务契约、Context、Memory、工具/MCP、权限、Evals、人工审核点会再次出现，但这次是你自己组合而非拆解别人的系统。第 13 课验证门统一检查实验记录与失败保留。</a:t>
            </a:r>
          </a:p>
          <a:p xmlns:a="http://schemas.openxmlformats.org/drawingml/2006/main">
            <a:r>
              <a:t/>
            </a:r>
          </a:p>
          <a:p xmlns:a="http://schemas.openxmlformats.org/drawingml/2006/main">
            <a:r>
              <a:t>学生动作：学生填写退出卡（2 分钟）。教师收回或学生自留。</a:t>
            </a:r>
          </a:p>
          <a:p xmlns:a="http://schemas.openxmlformats.org/drawingml/2006/main">
            <a:r>
              <a:t/>
            </a:r>
          </a:p>
          <a:p xmlns:a="http://schemas.openxmlformats.org/drawingml/2006/main">
            <a:r>
              <a:t>建议时间：3 分钟。</a:t>
            </a:r>
          </a:p>
          <a:p xmlns:a="http://schemas.openxmlformats.org/drawingml/2006/main">
            <a:r>
              <a:t/>
            </a:r>
          </a:p>
          <a:p xmlns:a="http://schemas.openxmlformats.org/drawingml/2006/main">
            <a:r>
              <a:t>[Sources]</a:t>
            </a:r>
          </a:p>
          <a:p xmlns:a="http://schemas.openxmlformats.org/drawingml/2006/main">
            <a:r>
              <a:t>lessons/lesson-11/slides.md P20</a:t>
            </a:r>
          </a:p>
          <a:p xmlns:a="http://schemas.openxmlformats.org/drawingml/2006/main">
            <a:r>
              <a:t>lessons/lesson-11/handout.md</a:t>
            </a:r>
          </a:p>
          <a:p xmlns:a="http://schemas.openxmlformats.org/drawingml/2006/main">
            <a:r>
              <a:t>[assignments.md](../../course/assignments.md) 验证门 Checkpoint 3 在第 13 课后；[syllabus.md](../../course/syllabus.md) 第 12 课主题。</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12189b6963433f" /><Relationship Type="http://schemas.openxmlformats.org/officeDocument/2006/relationships/image" Target="/ppt/media/image.png" Id="R7e2a19ea9e6d4fcb" /><Relationship Type="http://schemas.openxmlformats.org/officeDocument/2006/relationships/image" Target="/ppt/media/image2.png" Id="R22bd21bf1f054b98" /><Relationship Type="http://schemas.openxmlformats.org/officeDocument/2006/relationships/image" Target="/ppt/media/image3.png" Id="Rbc65e38627b74b94" /><Relationship Type="http://schemas.openxmlformats.org/officeDocument/2006/relationships/image" Target="/ppt/media/image4.png" Id="R1e60effa69e249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04b7c763fa44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fa4b2e85b64363" /><Relationship Type="http://schemas.openxmlformats.org/officeDocument/2006/relationships/image" Target="/ppt/media/image2.png" Id="Rc19e4b86da1f43cf" /><Relationship Type="http://schemas.openxmlformats.org/officeDocument/2006/relationships/image" Target="/ppt/media/image5.png" Id="R45d1740e22464fd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1f72454cbd4145" /><Relationship Type="http://schemas.openxmlformats.org/officeDocument/2006/relationships/image" Target="/ppt/media/image.png" Id="Rc74311c37af04f09" /><Relationship Type="http://schemas.openxmlformats.org/officeDocument/2006/relationships/image" Target="/ppt/media/image3.png" Id="Ra5f93de5d7694006" /></Relationships>
</file>

<file path=ppt/slideLayouts/slideLayout1.xml><?xml version="1.0" encoding="utf-8"?>
<p:sldLayout xmlns:p="http://schemas.openxmlformats.org/presentationml/2006/main" preserve="1" userDrawn="1">
  <p:cSld name="封面">
    <p:spTree>
      <p:nvGrpSpPr>
        <p:cNvPr id="1" name=""/>
        <p:cNvGrpSpPr/>
        <p:nvPr/>
      </p:nvGrpSpPr>
      <p:grpSpPr>
        <a:xfrm xmlns:a="http://schemas.openxmlformats.org/drawingml/2006/main"/>
      </p:grpSpPr>
      <p:pic>
        <p:nvPicPr>
          <p:cNvPr id="46" name="图片 7"/>
          <p:cNvPicPr>
            <a:picLocks xmlns:a="http://schemas.openxmlformats.org/drawingml/2006/main" noChangeAspect="1"/>
          </p:cNvPicPr>
          <p:nvPr/>
        </p:nvPicPr>
        <p:blipFill>
          <a:blip xmlns:r="http://schemas.openxmlformats.org/officeDocument/2006/relationships" xmlns:a="http://schemas.openxmlformats.org/drawingml/2006/main" r:embed="R7e2a19ea9e6d4fcb">
            <a:duotone>
              <a:prstClr val="black"/>
              <a:schemeClr val="accent1">
                <a:tint val="45000"/>
                <a:satMod val="400000"/>
              </a:schemeClr>
            </a:duotone>
            <a:alphaModFix amt="5000"/>
          </a:blip>
          <a:stretch xmlns:a="http://schemas.openxmlformats.org/drawingml/2006/main">
            <a:fillRect l="0" t="0" r="0" b="0"/>
          </a:stretch>
        </p:blipFill>
        <p:spPr>
          <a:xfrm xmlns:a="http://schemas.openxmlformats.org/drawingml/2006/main">
            <a:off x="-50417" y="2900149"/>
            <a:ext cx="12292835" cy="3957851"/>
          </a:xfrm>
          <a:prstGeom xmlns:a="http://schemas.openxmlformats.org/drawingml/2006/main" prst="rect">
            <a:avLst/>
          </a:prstGeom>
        </p:spPr>
      </p:pic>
      <p:sp>
        <p:nvSpPr>
          <p:cNvPr id="22" name="标题 1">
            <a:extLst xmlns:a="http://schemas.openxmlformats.org/drawingml/2006/main">
              <a:ext uri="{FF2B5EF4-FFF2-40B4-BE49-F238E27FC236}">
                <a16:creationId xmlns:a16="http://schemas.microsoft.com/office/drawing/2014/main" id="{9AF74CDA-19DD-45C1-88FF-2379736830CB}"/>
              </a:ext>
            </a:extLst>
          </p:cNvPr>
          <p:cNvSpPr>
            <a:spLocks xmlns:a="http://schemas.openxmlformats.org/drawingml/2006/main" noGrp="1"/>
          </p:cNvSpPr>
          <p:nvPr>
            <p:ph type="title" idx="0" hasCustomPrompt="1"/>
          </p:nvPr>
        </p:nvSpPr>
        <p:spPr>
          <a:xfrm xmlns:a="http://schemas.openxmlformats.org/drawingml/2006/main">
            <a:off x="1069561" y="2016174"/>
            <a:ext cx="10052879" cy="1060855"/>
          </a:xfrm>
          <a:prstGeom xmlns:a="http://schemas.openxmlformats.org/drawingml/2006/main" prst="rect">
            <a:avLst/>
          </a:prstGeom>
        </p:spPr>
        <p:txBody>
          <a:bodyPr xmlns:a="http://schemas.openxmlformats.org/drawingml/2006/main" anchor="ctr">
            <a:noAutofit/>
          </a:bodyPr>
          <a:lstStyle xmlns:a="http://schemas.openxmlformats.org/drawingml/2006/main">
            <a:lvl1pPr algn="ctr">
              <a:buNone/>
              <a:defRPr sz="5400" b="1">
                <a:solidFill>
                  <a:schemeClr val="accent1"/>
                </a:solidFill>
              </a:defRPr>
            </a:lvl1pPr>
          </a:lstStyle>
          <a:p xmlns:a="http://schemas.openxmlformats.org/drawingml/2006/main">
            <a:r>
              <a:t>单击此处编辑标题样式</a:t>
            </a:r>
          </a:p>
        </p:txBody>
      </p:sp>
      <p:sp>
        <p:nvSpPr>
          <p:cNvPr id="26" name="内容占位符 25">
            <a:extLst xmlns:a="http://schemas.openxmlformats.org/drawingml/2006/main">
              <a:ext uri="{FF2B5EF4-FFF2-40B4-BE49-F238E27FC236}">
                <a16:creationId xmlns:a16="http://schemas.microsoft.com/office/drawing/2014/main" id="{981273AB-3D30-4A7E-951D-B80D3185213B}"/>
              </a:ext>
            </a:extLst>
          </p:cNvPr>
          <p:cNvSpPr>
            <a:spLocks xmlns:a="http://schemas.openxmlformats.org/drawingml/2006/main" noGrp="1"/>
          </p:cNvSpPr>
          <p:nvPr>
            <p:ph idx="10" hasCustomPrompt="1"/>
          </p:nvPr>
        </p:nvSpPr>
        <p:spPr>
          <a:xfrm xmlns:a="http://schemas.openxmlformats.org/drawingml/2006/main">
            <a:off x="4644345" y="5196924"/>
            <a:ext cx="2903311" cy="454025"/>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2400">
                <a:solidFill>
                  <a:schemeClr val="accent2"/>
                </a:solidFill>
              </a:defRPr>
            </a:lvl1pPr>
          </a:lstStyle>
          <a:p xmlns:a="http://schemas.openxmlformats.org/drawingml/2006/main">
            <a:pPr lvl="0">
              <a:buNone/>
            </a:pPr>
            <a:fld id="{DE506FFD-8B27-444A-964F-E64D0BB3DAF0}" type="datetime2">
              <a:t>2019年1月28日</a:t>
            </a:fld>
            <a:endParaRPr/>
          </a:p>
        </p:txBody>
      </p:sp>
      <p:sp>
        <p:nvSpPr>
          <p:cNvPr id="32" name="文本占位符 31">
            <a:extLst xmlns:a="http://schemas.openxmlformats.org/drawingml/2006/main">
              <a:ext uri="{FF2B5EF4-FFF2-40B4-BE49-F238E27FC236}">
                <a16:creationId xmlns:a16="http://schemas.microsoft.com/office/drawing/2014/main" id="{F905EEBF-8ACE-4D30-A4F5-C5796F8343A2}"/>
              </a:ext>
            </a:extLst>
          </p:cNvPr>
          <p:cNvSpPr>
            <a:spLocks xmlns:a="http://schemas.openxmlformats.org/drawingml/2006/main" noGrp="1"/>
          </p:cNvSpPr>
          <p:nvPr>
            <p:ph type="body" idx="11"/>
          </p:nvPr>
        </p:nvSpPr>
        <p:spPr>
          <a:xfrm xmlns:a="http://schemas.openxmlformats.org/drawingml/2006/main">
            <a:off x="4034910" y="4407403"/>
            <a:ext cx="4122181" cy="598488"/>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3200" b="1">
                <a:solidFill>
                  <a:schemeClr val="accent2"/>
                </a:solidFill>
              </a:defRPr>
            </a:lvl1pPr>
          </a:lstStyle>
          <a:p xmlns:a="http://schemas.openxmlformats.org/drawingml/2006/main">
            <a:pPr lvl="0">
              <a:buNone/>
            </a:pPr>
            <a:endParaRPr/>
          </a:p>
        </p:txBody>
      </p:sp>
      <p:pic>
        <p:nvPicPr>
          <p:cNvPr id="50" name="图片 34"/>
          <p:cNvPicPr>
            <a:picLocks xmlns:a="http://schemas.openxmlformats.org/drawingml/2006/main" noChangeAspect="1"/>
          </p:cNvPicPr>
          <p:nvPr/>
        </p:nvPicPr>
        <p:blipFill rotWithShape="1">
          <a:blip xmlns:r="http://schemas.openxmlformats.org/officeDocument/2006/relationships" xmlns:a="http://schemas.openxmlformats.org/drawingml/2006/main" r:embed="R22bd21bf1f054b98"/>
          <a:srcRect xmlns:a="http://schemas.openxmlformats.org/drawingml/2006/main" l="74359" t="0" r="1346" b="0"/>
          <a:stretch xmlns:a="http://schemas.openxmlformats.org/drawingml/2006/main"/>
        </p:blipFill>
        <p:spPr>
          <a:xfrm xmlns:a="http://schemas.openxmlformats.org/drawingml/2006/main">
            <a:off x="8870172" y="274183"/>
            <a:ext cx="3002280" cy="411617"/>
          </a:xfrm>
          <a:prstGeom xmlns:a="http://schemas.openxmlformats.org/drawingml/2006/main" prst="rect">
            <a:avLst/>
          </a:prstGeom>
        </p:spPr>
      </p:pic>
      <p:pic>
        <p:nvPicPr>
          <p:cNvPr id="51" name="图片 17"/>
          <p:cNvPicPr>
            <a:picLocks xmlns:a="http://schemas.openxmlformats.org/drawingml/2006/main" noChangeAspect="1"/>
          </p:cNvPicPr>
          <p:nvPr/>
        </p:nvPicPr>
        <p:blipFill rotWithShape="1">
          <a:blip xmlns:r="http://schemas.openxmlformats.org/officeDocument/2006/relationships" xmlns:a="http://schemas.openxmlformats.org/drawingml/2006/main" r:embed="Rbc65e38627b74b94">
            <a:alphaModFix amt="35000"/>
          </a:blip>
          <a:srcRect xmlns:a="http://schemas.openxmlformats.org/drawingml/2006/main" l="0" t="9831" r="0" b="36385"/>
          <a:stretch xmlns:a="http://schemas.openxmlformats.org/drawingml/2006/main"/>
        </p:blipFill>
        <p:spPr>
          <a:xfrm xmlns:a="http://schemas.openxmlformats.org/drawingml/2006/main" rot="0" flipH="0" flipV="0">
            <a:off x="3352562" y="6244170"/>
            <a:ext cx="5486876" cy="406590"/>
          </a:xfrm>
          <a:prstGeom xmlns:a="http://schemas.openxmlformats.org/drawingml/2006/main" prst="rect">
            <a:avLst/>
          </a:prstGeom>
        </p:spPr>
      </p:pic>
      <p:sp>
        <p:nvSpPr>
          <p:cNvPr id="37" name="椭圆 36">
            <a:extLst xmlns:a="http://schemas.openxmlformats.org/drawingml/2006/main">
              <a:ext uri="{FF2B5EF4-FFF2-40B4-BE49-F238E27FC236}">
                <a16:creationId xmlns:a16="http://schemas.microsoft.com/office/drawing/2014/main" id="{53D809C0-A4EF-44AF-AECA-4A85E4BA2C9D}"/>
              </a:ext>
            </a:extLst>
          </p:cNvPr>
          <p:cNvSpPr>
            <a:spLocks xmlns:a="http://schemas.openxmlformats.org/drawingml/2006/main" noGrp="1"/>
          </p:cNvSpPr>
          <p:nvPr/>
        </p:nvSpPr>
        <p:spPr>
          <a:xfrm xmlns:a="http://schemas.openxmlformats.org/drawingml/2006/main" rot="0" flipH="0" flipV="0">
            <a:off x="6051000" y="6430138"/>
            <a:ext cx="90000" cy="90000"/>
          </a:xfrm>
          <a:prstGeom xmlns:a="http://schemas.openxmlformats.org/drawingml/2006/main" prst="ellipse">
            <a:avLst/>
          </a:prstGeom>
          <a:solidFill xmlns:a="http://schemas.openxmlformats.org/drawingml/2006/main">
            <a:schemeClr val="accent6">
              <a:lumMod val="60000"/>
              <a:lumOff val="4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9" name="直接连接符 38">
            <a:extLst xmlns:a="http://schemas.openxmlformats.org/drawingml/2006/main">
              <a:ext uri="{FF2B5EF4-FFF2-40B4-BE49-F238E27FC236}">
                <a16:creationId xmlns:a16="http://schemas.microsoft.com/office/drawing/2014/main" id="{31F7CAE3-0209-4DA4-9A92-731CC272B6B0}"/>
              </a:ext>
            </a:extLst>
          </p:cNvPr>
          <p:cNvSpPr>
            <a:spLocks xmlns:a="http://schemas.openxmlformats.org/drawingml/2006/main" noGrp="1"/>
          </p:cNvSpPr>
          <p:nvPr/>
        </p:nvSpPr>
        <p:spPr>
          <a:xfrm xmlns:a="http://schemas.openxmlformats.org/drawingml/2006/main" rot="0" flipH="0" flipV="0">
            <a:off x="2328587" y="6487838"/>
            <a:ext cx="900000" cy="0"/>
          </a:xfrm>
          <a:prstGeom xmlns:a="http://schemas.openxmlformats.org/drawingml/2006/main" prst="line">
            <a:avLst/>
          </a:prstGeom>
          <a:ln xmlns:a="http://schemas.openxmlformats.org/drawingml/2006/main" w="12700">
            <a:solidFill>
              <a:schemeClr val="accent6">
                <a:lumMod val="60000"/>
                <a:lumOff val="40000"/>
              </a:scheme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1" name="直接连接符 40">
            <a:extLst xmlns:a="http://schemas.openxmlformats.org/drawingml/2006/main">
              <a:ext uri="{FF2B5EF4-FFF2-40B4-BE49-F238E27FC236}">
                <a16:creationId xmlns:a16="http://schemas.microsoft.com/office/drawing/2014/main" id="{B3FF25BF-0A81-4E7C-A868-79A201F0DE02}"/>
              </a:ext>
            </a:extLst>
          </p:cNvPr>
          <p:cNvSpPr>
            <a:spLocks xmlns:a="http://schemas.openxmlformats.org/drawingml/2006/main" noGrp="1"/>
          </p:cNvSpPr>
          <p:nvPr/>
        </p:nvSpPr>
        <p:spPr>
          <a:xfrm xmlns:a="http://schemas.openxmlformats.org/drawingml/2006/main" rot="0" flipH="0" flipV="0">
            <a:off x="8983387" y="6487838"/>
            <a:ext cx="900000" cy="0"/>
          </a:xfrm>
          <a:prstGeom xmlns:a="http://schemas.openxmlformats.org/drawingml/2006/main" prst="line">
            <a:avLst/>
          </a:prstGeom>
          <a:ln xmlns:a="http://schemas.openxmlformats.org/drawingml/2006/main" w="12700">
            <a:solidFill>
              <a:schemeClr val="accent6">
                <a:lumMod val="60000"/>
                <a:lumOff val="40000"/>
              </a:scheme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2" name="直接连接符 11">
            <a:extLst xmlns:a="http://schemas.openxmlformats.org/drawingml/2006/main">
              <a:ext uri="{FF2B5EF4-FFF2-40B4-BE49-F238E27FC236}">
                <a16:creationId xmlns:a16="http://schemas.microsoft.com/office/drawing/2014/main" id="{84931B68-BEBE-4F6A-A7A3-EB2B855A6B91}"/>
              </a:ext>
            </a:extLst>
          </p:cNvPr>
          <p:cNvSpPr>
            <a:spLocks xmlns:a="http://schemas.openxmlformats.org/drawingml/2006/main" noGrp="1"/>
          </p:cNvSpPr>
          <p:nvPr/>
        </p:nvSpPr>
        <p:spPr>
          <a:xfrm xmlns:a="http://schemas.openxmlformats.org/drawingml/2006/main">
            <a:off x="2046000" y="1712549"/>
            <a:ext cx="8100000" cy="0"/>
          </a:xfrm>
          <a:prstGeom xmlns:a="http://schemas.openxmlformats.org/drawingml/2006/main" prst="line">
            <a:avLst/>
          </a:prstGeom>
          <a:ln xmlns:a="http://schemas.openxmlformats.org/drawingml/2006/main">
            <a:solidFill>
              <a:schemeClr val="accent6"/>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3" name="直接连接符 12">
            <a:extLst xmlns:a="http://schemas.openxmlformats.org/drawingml/2006/main">
              <a:ext uri="{FF2B5EF4-FFF2-40B4-BE49-F238E27FC236}">
                <a16:creationId xmlns:a16="http://schemas.microsoft.com/office/drawing/2014/main" id="{26218CD3-8CA7-49E2-A133-F31724416924}"/>
              </a:ext>
            </a:extLst>
          </p:cNvPr>
          <p:cNvSpPr>
            <a:spLocks xmlns:a="http://schemas.openxmlformats.org/drawingml/2006/main" noGrp="1"/>
          </p:cNvSpPr>
          <p:nvPr/>
        </p:nvSpPr>
        <p:spPr>
          <a:xfrm xmlns:a="http://schemas.openxmlformats.org/drawingml/2006/main">
            <a:off x="2046000" y="3428810"/>
            <a:ext cx="8100000" cy="0"/>
          </a:xfrm>
          <a:prstGeom xmlns:a="http://schemas.openxmlformats.org/drawingml/2006/main" prst="line">
            <a:avLst/>
          </a:prstGeom>
          <a:ln xmlns:a="http://schemas.openxmlformats.org/drawingml/2006/main">
            <a:solidFill>
              <a:schemeClr val="accent6"/>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pic>
        <p:nvPicPr>
          <p:cNvPr id="57" name="图片 3"/>
          <p:cNvPicPr>
            <a:picLocks xmlns:a="http://schemas.openxmlformats.org/drawingml/2006/main" noChangeAspect="1"/>
          </p:cNvPicPr>
          <p:nvPr/>
        </p:nvPicPr>
        <p:blipFill>
          <a:blip xmlns:r="http://schemas.openxmlformats.org/officeDocument/2006/relationships" xmlns:a="http://schemas.openxmlformats.org/drawingml/2006/main" r:embed="R1e60effa69e24918"/>
          <a:srcRect xmlns:a="http://schemas.openxmlformats.org/drawingml/2006/main" l="0" t="0" r="54251" b="0"/>
          <a:stretch xmlns:a="http://schemas.openxmlformats.org/drawingml/2006/main"/>
        </p:blipFill>
        <p:spPr>
          <a:xfrm xmlns:a="http://schemas.openxmlformats.org/drawingml/2006/main">
            <a:off x="332010" y="251357"/>
            <a:ext cx="1934780" cy="482598"/>
          </a:xfrm>
          <a:prstGeom xmlns:a="http://schemas.openxmlformats.org/drawingml/2006/main" prst="rect">
            <a:avLst/>
          </a:prstGeom>
        </p:spPr>
      </p:pic>
    </p:spTree>
  </p:cSld>
</p:sldLayout>
</file>

<file path=ppt/slideLayouts/slideLayout2.xml><?xml version="1.0" encoding="utf-8"?>
<p:sldLayout xmlns:p="http://schemas.openxmlformats.org/presentationml/2006/main" preserve="1" userDrawn="1">
  <p:cSld name="目录-1">
    <p:spTree>
      <p:nvGrpSpPr>
        <p:cNvPr id="1" name=""/>
        <p:cNvGrpSpPr/>
        <p:nvPr/>
      </p:nvGrpSpPr>
      <p:grpSpPr>
        <a:xfrm xmlns:a="http://schemas.openxmlformats.org/drawingml/2006/main"/>
      </p:grpSpPr>
      <p:sp>
        <p:nvSpPr>
          <p:cNvPr id="10" name="矩形 9">
            <a:extLst xmlns:a="http://schemas.openxmlformats.org/drawingml/2006/main">
              <a:ext uri="{FF2B5EF4-FFF2-40B4-BE49-F238E27FC236}">
                <a16:creationId xmlns:a16="http://schemas.microsoft.com/office/drawing/2014/main" id="{CD1F02EB-A5F5-4A25-8E13-33D76C3997D5}"/>
              </a:ext>
            </a:extLst>
          </p:cNvPr>
          <p:cNvSpPr>
            <a:spLocks xmlns:a="http://schemas.openxmlformats.org/drawingml/2006/main" noGrp="1"/>
          </p:cNvSpPr>
          <p:nvPr/>
        </p:nvSpPr>
        <p:spPr>
          <a:xfrm xmlns:a="http://schemas.openxmlformats.org/drawingml/2006/main">
            <a:off x="304801" y="2455636"/>
            <a:ext cx="2960913" cy="1438728"/>
          </a:xfrm>
          <a:prstGeom xmlns:a="http://schemas.openxmlformats.org/drawingml/2006/main" prst="rect">
            <a:avLst/>
          </a:prstGeom>
          <a:solidFill xmlns:a="http://schemas.openxmlformats.org/drawingml/2006/main">
            <a:schemeClr val="bg1"/>
          </a:solidFill>
          <a:ln xmlns:a="http://schemas.openxmlformats.org/drawingml/2006/main">
            <a:noFill/>
          </a:ln>
          <a:effectLst xmlns:a="http://schemas.openxmlformats.org/drawingml/2006/main">
            <a:outerShdw blurRad="50800" dist="38100" dir="2700000" algn="tl" rotWithShape="0">
              <a:prstClr val="black">
                <a:alpha val="40000"/>
              </a:prstClr>
            </a:outerShdw>
          </a:effectLst>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矩形 8">
            <a:extLst xmlns:a="http://schemas.openxmlformats.org/drawingml/2006/main">
              <a:ext uri="{FF2B5EF4-FFF2-40B4-BE49-F238E27FC236}">
                <a16:creationId xmlns:a16="http://schemas.microsoft.com/office/drawing/2014/main" id="{9DBDFDE5-938B-46BA-BF04-52626678C645}"/>
              </a:ext>
            </a:extLst>
          </p:cNvPr>
          <p:cNvSpPr>
            <a:spLocks xmlns:a="http://schemas.openxmlformats.org/drawingml/2006/main" noGrp="1"/>
          </p:cNvSpPr>
          <p:nvPr/>
        </p:nvSpPr>
        <p:spPr>
          <a:xfrm xmlns:a="http://schemas.openxmlformats.org/drawingml/2006/main" rot="16200000">
            <a:off x="1736542" y="2389144"/>
            <a:ext cx="97430" cy="2960914"/>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2" name="矩形 21">
            <a:extLst xmlns:a="http://schemas.openxmlformats.org/drawingml/2006/main">
              <a:ext uri="{FF2B5EF4-FFF2-40B4-BE49-F238E27FC236}">
                <a16:creationId xmlns:a16="http://schemas.microsoft.com/office/drawing/2014/main" id="{DE1AFFB6-310A-466D-BAD1-F84A11C9C967}"/>
              </a:ext>
            </a:extLst>
          </p:cNvPr>
          <p:cNvSpPr>
            <a:spLocks xmlns:a="http://schemas.openxmlformats.org/drawingml/2006/main" noGrp="1"/>
          </p:cNvSpPr>
          <p:nvPr/>
        </p:nvSpPr>
        <p:spPr>
          <a:xfrm xmlns:a="http://schemas.openxmlformats.org/drawingml/2006/main" flipV="1">
            <a:off x="3478991" y="0"/>
            <a:ext cx="90000" cy="6858000"/>
          </a:xfrm>
          <a:prstGeom xmlns:a="http://schemas.openxmlformats.org/drawingml/2006/main" prst="rect">
            <a:avLst/>
          </a:prstGeom>
          <a:solidFill xmlns:a="http://schemas.openxmlformats.org/drawingml/2006/main">
            <a:schemeClr val="accent6"/>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xml><?xml version="1.0" encoding="utf-8"?>
<p:sldLayout xmlns:p="http://schemas.openxmlformats.org/presentationml/2006/main" preserve="1" userDrawn="1">
  <p:cSld name="1_仅标题">
    <p:spTree>
      <p:nvGrpSpPr>
        <p:cNvPr id="1" name=""/>
        <p:cNvGrpSpPr/>
        <p:nvPr/>
      </p:nvGrpSpPr>
      <p:grpSpPr>
        <a:xfrm xmlns:a="http://schemas.openxmlformats.org/drawingml/2006/main"/>
      </p:grpSpPr>
      <p:sp>
        <p:nvSpPr>
          <p:cNvPr id="3" name="灯片编号占位符 2">
            <a:extLst xmlns:a="http://schemas.openxmlformats.org/drawingml/2006/main">
              <a:ext uri="{FF2B5EF4-FFF2-40B4-BE49-F238E27FC236}">
                <a16:creationId xmlns:a16="http://schemas.microsoft.com/office/drawing/2014/main" id="{C1D5E491-4859-47A4-8F29-DAACA1914DB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6C53781C-E1F6-4315-A39D-61273F2E0596}" type="slidenum">
              <a:t>‹#›</a:t>
            </a:fld>
            <a:endParaRPr/>
          </a:p>
        </p:txBody>
      </p:sp>
      <p:pic>
        <p:nvPicPr>
          <p:cNvPr id="25" name="图片 3"/>
          <p:cNvPicPr>
            <a:picLocks xmlns:a="http://schemas.openxmlformats.org/drawingml/2006/main" noChangeAspect="1"/>
          </p:cNvPicPr>
          <p:nvPr/>
        </p:nvPicPr>
        <p:blipFill rotWithShape="1">
          <a:blip xmlns:r="http://schemas.openxmlformats.org/officeDocument/2006/relationships" xmlns:a="http://schemas.openxmlformats.org/drawingml/2006/main" r:embed="Rc19e4b86da1f43cf"/>
          <a:srcRect xmlns:a="http://schemas.openxmlformats.org/drawingml/2006/main" l="0" t="0" r="1346" b="0"/>
          <a:stretch xmlns:a="http://schemas.openxmlformats.org/drawingml/2006/main"/>
        </p:blipFill>
        <p:spPr>
          <a:xfrm xmlns:a="http://schemas.openxmlformats.org/drawingml/2006/main">
            <a:off x="516" y="6041797"/>
            <a:ext cx="12166903" cy="411617"/>
          </a:xfrm>
          <a:prstGeom xmlns:a="http://schemas.openxmlformats.org/drawingml/2006/main" prst="rect">
            <a:avLst/>
          </a:prstGeom>
        </p:spPr>
      </p:pic>
      <p:sp>
        <p:nvSpPr>
          <p:cNvPr id="9" name="文本占位符 31">
            <a:extLst xmlns:a="http://schemas.openxmlformats.org/drawingml/2006/main">
              <a:ext uri="{FF2B5EF4-FFF2-40B4-BE49-F238E27FC236}">
                <a16:creationId xmlns:a16="http://schemas.microsoft.com/office/drawing/2014/main" id="{56FC8349-67FC-4E3B-B988-7A27FDAE9D24}"/>
              </a:ext>
            </a:extLst>
          </p:cNvPr>
          <p:cNvSpPr>
            <a:spLocks xmlns:a="http://schemas.openxmlformats.org/drawingml/2006/main" noGrp="1"/>
          </p:cNvSpPr>
          <p:nvPr>
            <p:ph type="body" idx="12"/>
          </p:nvPr>
        </p:nvSpPr>
        <p:spPr>
          <a:xfrm xmlns:a="http://schemas.openxmlformats.org/drawingml/2006/main">
            <a:off x="319056" y="6438900"/>
            <a:ext cx="4151344" cy="41910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buNone/>
              <a:defRPr sz="2000" b="0">
                <a:solidFill>
                  <a:schemeClr val="tx1">
                    <a:lumMod val="75000"/>
                    <a:lumOff val="25000"/>
                  </a:schemeClr>
                </a:solidFill>
              </a:defRPr>
            </a:lvl1pPr>
          </a:lstStyle>
          <a:p xmlns:a="http://schemas.openxmlformats.org/drawingml/2006/main">
            <a:pPr lvl="0">
              <a:buNone/>
            </a:pPr>
            <a:endParaRPr/>
          </a:p>
        </p:txBody>
      </p:sp>
      <p:sp>
        <p:nvSpPr>
          <p:cNvPr id="10" name="文本占位符 31">
            <a:extLst xmlns:a="http://schemas.openxmlformats.org/drawingml/2006/main">
              <a:ext uri="{FF2B5EF4-FFF2-40B4-BE49-F238E27FC236}">
                <a16:creationId xmlns:a16="http://schemas.microsoft.com/office/drawing/2014/main" id="{85368C87-925C-44AC-B001-5C4EE6F00645}"/>
              </a:ext>
            </a:extLst>
          </p:cNvPr>
          <p:cNvSpPr>
            <a:spLocks xmlns:a="http://schemas.openxmlformats.org/drawingml/2006/main" noGrp="1"/>
          </p:cNvSpPr>
          <p:nvPr>
            <p:ph type="body" idx="13"/>
          </p:nvPr>
        </p:nvSpPr>
        <p:spPr>
          <a:xfrm xmlns:a="http://schemas.openxmlformats.org/drawingml/2006/main">
            <a:off x="4788940" y="6438900"/>
            <a:ext cx="4151344" cy="41910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buNone/>
              <a:defRPr sz="2000" b="0">
                <a:solidFill>
                  <a:schemeClr val="tx1">
                    <a:lumMod val="75000"/>
                    <a:lumOff val="25000"/>
                  </a:schemeClr>
                </a:solidFill>
              </a:defRPr>
            </a:lvl1pPr>
          </a:lstStyle>
          <a:p xmlns:a="http://schemas.openxmlformats.org/drawingml/2006/main">
            <a:pPr lvl="0">
              <a:buNone/>
            </a:pPr>
            <a:endParaRPr/>
          </a:p>
        </p:txBody>
      </p:sp>
      <p:sp>
        <p:nvSpPr>
          <p:cNvPr id="19" name="平行四边形 18">
            <a:extLst xmlns:a="http://schemas.openxmlformats.org/drawingml/2006/main">
              <a:ext uri="{FF2B5EF4-FFF2-40B4-BE49-F238E27FC236}">
                <a16:creationId xmlns:a16="http://schemas.microsoft.com/office/drawing/2014/main" id="{9AE407FD-1006-4AC4-B10B-CB7686E66A86}"/>
              </a:ext>
            </a:extLst>
          </p:cNvPr>
          <p:cNvSpPr>
            <a:spLocks xmlns:a="http://schemas.openxmlformats.org/drawingml/2006/main" noGrp="1"/>
          </p:cNvSpPr>
          <p:nvPr/>
        </p:nvSpPr>
        <p:spPr>
          <a:xfrm xmlns:a="http://schemas.openxmlformats.org/drawingml/2006/main">
            <a:off x="0" y="1"/>
            <a:ext cx="12191483" cy="685800"/>
          </a:xfrm>
          <a:prstGeom xmlns:a="http://schemas.openxmlformats.org/drawingml/2006/main" prst="parallelogram">
            <a:avLst>
              <a:gd name="adj" fmla="val 4305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9" name="图片 19"/>
          <p:cNvPicPr>
            <a:picLocks xmlns:a="http://schemas.openxmlformats.org/drawingml/2006/main" noChangeAspect="1"/>
          </p:cNvPicPr>
          <p:nvPr/>
        </p:nvPicPr>
        <p:blipFill>
          <a:blip xmlns:r="http://schemas.openxmlformats.org/officeDocument/2006/relationships" xmlns:a="http://schemas.openxmlformats.org/drawingml/2006/main" r:embed="R45d1740e22464fd2"/>
          <a:stretch xmlns:a="http://schemas.openxmlformats.org/drawingml/2006/main">
            <a:fillRect l="0" t="0" r="0" b="0"/>
          </a:stretch>
        </p:blipFill>
        <p:spPr>
          <a:xfrm xmlns:a="http://schemas.openxmlformats.org/drawingml/2006/main">
            <a:off x="319056" y="73482"/>
            <a:ext cx="538838" cy="538838"/>
          </a:xfrm>
          <a:prstGeom xmlns:a="http://schemas.openxmlformats.org/drawingml/2006/main" prst="rect">
            <a:avLst/>
          </a:prstGeom>
        </p:spPr>
      </p:pic>
      <p:sp>
        <p:nvSpPr>
          <p:cNvPr id="21" name="文本占位符 31">
            <a:extLst xmlns:a="http://schemas.openxmlformats.org/drawingml/2006/main">
              <a:ext uri="{FF2B5EF4-FFF2-40B4-BE49-F238E27FC236}">
                <a16:creationId xmlns:a16="http://schemas.microsoft.com/office/drawing/2014/main" id="{C2D49473-9331-4572-8AFC-3A905D765CF9}"/>
              </a:ext>
            </a:extLst>
          </p:cNvPr>
          <p:cNvSpPr>
            <a:spLocks xmlns:a="http://schemas.openxmlformats.org/drawingml/2006/main" noGrp="1"/>
          </p:cNvSpPr>
          <p:nvPr>
            <p:ph type="body" idx="14"/>
          </p:nvPr>
        </p:nvSpPr>
        <p:spPr>
          <a:xfrm xmlns:a="http://schemas.openxmlformats.org/drawingml/2006/main">
            <a:off x="1075351" y="43657"/>
            <a:ext cx="7081677" cy="598488"/>
          </a:xfrm>
          <a:prstGeom xmlns:a="http://schemas.openxmlformats.org/drawingml/2006/main" prst="rect">
            <a:avLst/>
          </a:prstGeom>
        </p:spPr>
        <p:txBody>
          <a:bodyPr xmlns:a="http://schemas.openxmlformats.org/drawingml/2006/main" anchor="ctr"/>
          <a:lstStyle xmlns:a="http://schemas.openxmlformats.org/drawingml/2006/main">
            <a:lvl1pPr marL="0" indent="0" algn="l">
              <a:lnSpc>
                <a:spcPct val="100000"/>
              </a:lnSpc>
              <a:buNone/>
              <a:defRPr sz="3200" b="1">
                <a:solidFill>
                  <a:schemeClr val="bg1"/>
                </a:solidFill>
              </a:defRPr>
            </a:lvl1pPr>
          </a:lstStyle>
          <a:p xmlns:a="http://schemas.openxmlformats.org/drawingml/2006/main">
            <a:pPr lvl="0">
              <a:buNone/>
            </a:pPr>
            <a:endParaRPr/>
          </a:p>
        </p:txBody>
      </p:sp>
    </p:spTree>
  </p:cSld>
</p:sldLayout>
</file>

<file path=ppt/slideLayouts/slideLayout4.xml><?xml version="1.0" encoding="utf-8"?>
<p:sldLayout xmlns:p="http://schemas.openxmlformats.org/presentationml/2006/main" preserve="1" userDrawn="1">
  <p:cSld name="封底">
    <p:bg>
      <p:bgPr>
        <a:solidFill xmlns:a="http://schemas.openxmlformats.org/drawingml/2006/main">
          <a:schemeClr val="accent1"/>
        </a:solidFill>
      </p:bgPr>
    </p:bg>
    <p:spTree>
      <p:nvGrpSpPr>
        <p:cNvPr id="1" name=""/>
        <p:cNvGrpSpPr/>
        <p:nvPr/>
      </p:nvGrpSpPr>
      <p:grpSpPr>
        <a:xfrm xmlns:a="http://schemas.openxmlformats.org/drawingml/2006/main"/>
      </p:grpSpPr>
      <p:pic>
        <p:nvPicPr>
          <p:cNvPr id="23" name="图片 16"/>
          <p:cNvPicPr>
            <a:picLocks xmlns:a="http://schemas.openxmlformats.org/drawingml/2006/main" noChangeAspect="1"/>
          </p:cNvPicPr>
          <p:nvPr/>
        </p:nvPicPr>
        <p:blipFill>
          <a:blip xmlns:r="http://schemas.openxmlformats.org/officeDocument/2006/relationships" xmlns:a="http://schemas.openxmlformats.org/drawingml/2006/main" r:embed="Rc74311c37af04f09">
            <a:duotone>
              <a:prstClr val="black"/>
              <a:schemeClr val="accent1">
                <a:tint val="45000"/>
                <a:satMod val="400000"/>
              </a:schemeClr>
            </a:duotone>
            <a:alphaModFix amt="20000"/>
          </a:blip>
          <a:stretch xmlns:a="http://schemas.openxmlformats.org/drawingml/2006/main">
            <a:fillRect l="0" t="0" r="0" b="0"/>
          </a:stretch>
        </p:blipFill>
        <p:spPr>
          <a:xfrm xmlns:a="http://schemas.openxmlformats.org/drawingml/2006/main">
            <a:off x="-50417" y="2900149"/>
            <a:ext cx="12292835" cy="3957851"/>
          </a:xfrm>
          <a:prstGeom xmlns:a="http://schemas.openxmlformats.org/drawingml/2006/main" prst="rect">
            <a:avLst/>
          </a:prstGeom>
        </p:spPr>
      </p:pic>
      <p:sp>
        <p:nvSpPr>
          <p:cNvPr id="13" name="直接连接符 12">
            <a:extLst xmlns:a="http://schemas.openxmlformats.org/drawingml/2006/main">
              <a:ext uri="{FF2B5EF4-FFF2-40B4-BE49-F238E27FC236}">
                <a16:creationId xmlns:a16="http://schemas.microsoft.com/office/drawing/2014/main" id="{0F60F5A8-3022-49D5-A1B7-18CDA62C785A}"/>
              </a:ext>
            </a:extLst>
          </p:cNvPr>
          <p:cNvSpPr>
            <a:spLocks xmlns:a="http://schemas.openxmlformats.org/drawingml/2006/main" noGrp="1"/>
          </p:cNvSpPr>
          <p:nvPr/>
        </p:nvSpPr>
        <p:spPr>
          <a:xfrm xmlns:a="http://schemas.openxmlformats.org/drawingml/2006/main">
            <a:off x="304800" y="3429000"/>
            <a:ext cx="2197510" cy="0"/>
          </a:xfrm>
          <a:prstGeom xmlns:a="http://schemas.openxmlformats.org/drawingml/2006/main" prst="line">
            <a:avLst/>
          </a:prstGeom>
          <a:ln xmlns:a="http://schemas.openxmlformats.org/drawingml/2006/main">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4" name="直接连接符 13">
            <a:extLst xmlns:a="http://schemas.openxmlformats.org/drawingml/2006/main">
              <a:ext uri="{FF2B5EF4-FFF2-40B4-BE49-F238E27FC236}">
                <a16:creationId xmlns:a16="http://schemas.microsoft.com/office/drawing/2014/main" id="{2989B7D2-D2DE-4D77-870B-585E51853788}"/>
              </a:ext>
            </a:extLst>
          </p:cNvPr>
          <p:cNvSpPr>
            <a:spLocks xmlns:a="http://schemas.openxmlformats.org/drawingml/2006/main" noGrp="1"/>
          </p:cNvSpPr>
          <p:nvPr/>
        </p:nvSpPr>
        <p:spPr>
          <a:xfrm xmlns:a="http://schemas.openxmlformats.org/drawingml/2006/main">
            <a:off x="9689690" y="3429000"/>
            <a:ext cx="2197510" cy="0"/>
          </a:xfrm>
          <a:prstGeom xmlns:a="http://schemas.openxmlformats.org/drawingml/2006/main" prst="line">
            <a:avLst/>
          </a:prstGeom>
          <a:ln xmlns:a="http://schemas.openxmlformats.org/drawingml/2006/main">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0" name="文本占位符 31">
            <a:extLst xmlns:a="http://schemas.openxmlformats.org/drawingml/2006/main">
              <a:ext uri="{FF2B5EF4-FFF2-40B4-BE49-F238E27FC236}">
                <a16:creationId xmlns:a16="http://schemas.microsoft.com/office/drawing/2014/main" id="{4EB0A957-E3E4-47EE-9713-82509E17FD51}"/>
              </a:ext>
            </a:extLst>
          </p:cNvPr>
          <p:cNvSpPr>
            <a:spLocks xmlns:a="http://schemas.openxmlformats.org/drawingml/2006/main" noGrp="1"/>
          </p:cNvSpPr>
          <p:nvPr>
            <p:ph type="body" idx="11"/>
          </p:nvPr>
        </p:nvSpPr>
        <p:spPr>
          <a:xfrm xmlns:a="http://schemas.openxmlformats.org/drawingml/2006/main">
            <a:off x="2555162" y="3129756"/>
            <a:ext cx="7081677" cy="598488"/>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6000" b="1" spc="600">
                <a:solidFill>
                  <a:schemeClr val="bg1"/>
                </a:solidFill>
              </a:defRPr>
            </a:lvl1pPr>
          </a:lstStyle>
          <a:p xmlns:a="http://schemas.openxmlformats.org/drawingml/2006/main">
            <a:pPr lvl="0">
              <a:buNone/>
            </a:pPr>
            <a:endParaRPr/>
          </a:p>
        </p:txBody>
      </p:sp>
      <p:pic>
        <p:nvPicPr>
          <p:cNvPr id="27" name="图片 6"/>
          <p:cNvPicPr>
            <a:picLocks xmlns:a="http://schemas.openxmlformats.org/drawingml/2006/main" noChangeAspect="1"/>
          </p:cNvPicPr>
          <p:nvPr/>
        </p:nvPicPr>
        <p:blipFill rotWithShape="1">
          <a:blip xmlns:r="http://schemas.openxmlformats.org/officeDocument/2006/relationships" xmlns:a="http://schemas.openxmlformats.org/drawingml/2006/main" r:embed="Ra5f93de5d7694006">
            <a:alphaModFix amt="20000"/>
            <a:duotone>
              <a:schemeClr val="accent4">
                <a:shade val="45000"/>
                <a:satMod val="135000"/>
              </a:schemeClr>
              <a:prstClr val="white"/>
            </a:duotone>
          </a:blip>
          <a:srcRect xmlns:a="http://schemas.openxmlformats.org/drawingml/2006/main" l="0" t="9831" r="0" b="36385"/>
          <a:stretch xmlns:a="http://schemas.openxmlformats.org/drawingml/2006/main"/>
        </p:blipFill>
        <p:spPr>
          <a:xfrm xmlns:a="http://schemas.openxmlformats.org/drawingml/2006/main">
            <a:off x="3352562" y="6146610"/>
            <a:ext cx="5486876" cy="406590"/>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80ebb351184c79" /><Relationship Type="http://schemas.openxmlformats.org/officeDocument/2006/relationships/slideLayout" Target="/ppt/slideLayouts/slideLayout1.xml" Id="Rda77c6b3fdb24bc2" /><Relationship Type="http://schemas.openxmlformats.org/officeDocument/2006/relationships/slideLayout" Target="/ppt/slideLayouts/slideLayout2.xml" Id="Rf445b2bf34f54f70" /><Relationship Type="http://schemas.openxmlformats.org/officeDocument/2006/relationships/slideLayout" Target="/ppt/slideLayouts/slideLayout3.xml" Id="Rb5c7b080de67478c" /><Relationship Type="http://schemas.openxmlformats.org/officeDocument/2006/relationships/slideLayout" Target="/ppt/slideLayouts/slideLayout4.xml" Id="R7206cbe87be042d5" /></Relationships>
</file>

<file path=ppt/slideMasters/slideMaster1.xml><?xml version="1.0" encoding="utf-8"?>
<p:sldMaster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sp>
        <p:nvSpPr>
          <p:cNvPr id="6" name="灯片编号占位符 5">
            <a:extLst xmlns:a="http://schemas.openxmlformats.org/drawingml/2006/main">
              <a:ext uri="{FF2B5EF4-FFF2-40B4-BE49-F238E27FC236}">
                <a16:creationId xmlns:a16="http://schemas.microsoft.com/office/drawing/2014/main" id="{DF26411B-55E1-4CE5-B9CA-4734B17AE0EC}"/>
              </a:ext>
            </a:extLst>
          </p:cNvPr>
          <p:cNvSpPr>
            <a:spLocks xmlns:a="http://schemas.openxmlformats.org/drawingml/2006/main" noGrp="1"/>
          </p:cNvSpPr>
          <p:nvPr>
            <p:ph type="sldNum" idx="4"/>
          </p:nvPr>
        </p:nvSpPr>
        <p:spPr>
          <a:xfrm xmlns:a="http://schemas.openxmlformats.org/drawingml/2006/main">
            <a:off x="10849970" y="6515101"/>
            <a:ext cx="1037230" cy="3429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548644C6-89F0-466C-949F-E70AD72679A8}"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77c6b3fdb24bc2"/>
    <p:sldLayoutId xmlns:r="http://schemas.openxmlformats.org/officeDocument/2006/relationships" id="2147483650" r:id="Rf445b2bf34f54f70"/>
    <p:sldLayoutId xmlns:r="http://schemas.openxmlformats.org/officeDocument/2006/relationships" id="2147483651" r:id="Rb5c7b080de67478c"/>
    <p:sldLayoutId xmlns:r="http://schemas.openxmlformats.org/officeDocument/2006/relationships" id="2147483652" r:id="R7206cbe87be042d5"/>
  </p:sldLayoutIdLst>
  <p:hf hdr="0" ftr="0" dt="0"/>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pos="192">
          <p15:clr>
            <a:srgbClr xmlns:a="http://schemas.openxmlformats.org/drawingml/2006/main" val="F26B43"/>
          </p15:clr>
        </p15:guide>
        <p15:guide id="2" pos="7488">
          <p15:clr>
            <a:srgbClr xmlns:a="http://schemas.openxmlformats.org/drawingml/2006/main" val="F26B43"/>
          </p15:clr>
        </p15:guide>
        <p15:guide id="3" orient="horz" pos="432">
          <p15:clr>
            <a:srgbClr xmlns:a="http://schemas.openxmlformats.org/drawingml/2006/main" val="F26B43"/>
          </p15:clr>
        </p15:guide>
        <p15:guide id="4" orient="horz" pos="472">
          <p15:clr>
            <a:srgbClr xmlns:a="http://schemas.openxmlformats.org/drawingml/2006/main" val="F26B43"/>
          </p15:clr>
        </p15:guide>
        <p15:guide id="5" orient="horz" pos="4104">
          <p15:clr>
            <a:srgbClr xmlns:a="http://schemas.openxmlformats.org/drawingml/2006/main" val="F26B43"/>
          </p15:clr>
        </p15:guide>
        <p15:guide id="6" orient="horz" pos="4056">
          <p15:clr>
            <a:srgbClr xmlns:a="http://schemas.openxmlformats.org/drawingml/2006/main" val="F26B43"/>
          </p15:clr>
        </p15:guide>
      </p15:sldGuideLst>
    </p:ext>
  </p:extLst>
</p:sldMaster>
</file>

<file path=ppt/slideMasters/theme/theme2.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8fba0b079e74403" /><Relationship Type="http://schemas.openxmlformats.org/officeDocument/2006/relationships/notesSlide" Target="/ppt/notesSlides/notesSlide1.xml" Id="R9b2accf09c9147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06fceb88a7854db6" /><Relationship Type="http://schemas.openxmlformats.org/officeDocument/2006/relationships/image" Target="/ppt/media/image6.png" Id="R0865613b385e4c6c" /><Relationship Type="http://schemas.openxmlformats.org/officeDocument/2006/relationships/notesSlide" Target="/ppt/notesSlides/notesSlide2.xml" Id="R574794bb1bd741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a9f7d885a36c40f8" /><Relationship Type="http://schemas.openxmlformats.org/officeDocument/2006/relationships/image" Target="/ppt/media/image7.png" Id="Rca211510f54b432c" /><Relationship Type="http://schemas.openxmlformats.org/officeDocument/2006/relationships/notesSlide" Target="/ppt/notesSlides/notesSlide3.xml" Id="R782cf2da76e74b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f665b49f85f44a6d" /><Relationship Type="http://schemas.openxmlformats.org/officeDocument/2006/relationships/image" Target="/ppt/media/image8.png" Id="Rb9df01cd71344ed4" /><Relationship Type="http://schemas.openxmlformats.org/officeDocument/2006/relationships/notesSlide" Target="/ppt/notesSlides/notesSlide4.xml" Id="Rffca57b07b754e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202d3f34e94a41ac" /><Relationship Type="http://schemas.openxmlformats.org/officeDocument/2006/relationships/image" Target="/ppt/media/image9.png" Id="R8b492c3ef4914888" /><Relationship Type="http://schemas.openxmlformats.org/officeDocument/2006/relationships/notesSlide" Target="/ppt/notesSlides/notesSlide5.xml" Id="R6fe427228aaf41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a4340703f37249f9" /><Relationship Type="http://schemas.openxmlformats.org/officeDocument/2006/relationships/image" Target="/ppt/media/image10.png" Id="R618ca08bcae44709" /><Relationship Type="http://schemas.openxmlformats.org/officeDocument/2006/relationships/notesSlide" Target="/ppt/notesSlides/notesSlide6.xml" Id="R899e510ff31446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75d3cab8cd084d48" /><Relationship Type="http://schemas.openxmlformats.org/officeDocument/2006/relationships/image" Target="/ppt/media/image11.png" Id="R2693de53bd764c04" /><Relationship Type="http://schemas.openxmlformats.org/officeDocument/2006/relationships/notesSlide" Target="/ppt/notesSlides/notesSlide7.xml" Id="Rc4a83b587b7e4211"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76110133d0e94d1f" /><Relationship Type="http://schemas.openxmlformats.org/officeDocument/2006/relationships/image" Target="/ppt/media/image12.png" Id="R1547e6306d6143a6" /><Relationship Type="http://schemas.openxmlformats.org/officeDocument/2006/relationships/notesSlide" Target="/ppt/notesSlides/notesSlide8.xml" Id="R4dbcf28ec26b48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ed20ccad17864c1f" /><Relationship Type="http://schemas.openxmlformats.org/officeDocument/2006/relationships/image" Target="/ppt/media/image13.png" Id="R82c4a0703cee482b" /><Relationship Type="http://schemas.openxmlformats.org/officeDocument/2006/relationships/notesSlide" Target="/ppt/notesSlides/notesSlide9.xml" Id="R4bf74109feb34c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dabbf4c067604787" /><Relationship Type="http://schemas.openxmlformats.org/officeDocument/2006/relationships/image" Target="/ppt/media/image14.png" Id="Re6a3d7f73ee742cc" /><Relationship Type="http://schemas.openxmlformats.org/officeDocument/2006/relationships/notesSlide" Target="/ppt/notesSlides/notesSlide10.xml" Id="Rc3bdcafc2aa941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49f5374b9e6e470c" /><Relationship Type="http://schemas.openxmlformats.org/officeDocument/2006/relationships/image" Target="/ppt/media/image15.png" Id="R4e059fbce28547b7" /><Relationship Type="http://schemas.openxmlformats.org/officeDocument/2006/relationships/notesSlide" Target="/ppt/notesSlides/notesSlide11.xml" Id="R110b3505d4c3450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7ad3a89de4634024" /><Relationship Type="http://schemas.openxmlformats.org/officeDocument/2006/relationships/image" Target="/ppt/media/image16.png" Id="Re007e5ea75b24b96" /><Relationship Type="http://schemas.openxmlformats.org/officeDocument/2006/relationships/notesSlide" Target="/ppt/notesSlides/notesSlide12.xml" Id="Rd1ac9197ecae4b6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3e2769c27c534f7f" /><Relationship Type="http://schemas.openxmlformats.org/officeDocument/2006/relationships/image" Target="/ppt/media/image17.png" Id="R8dc49a4c51b040d4" /><Relationship Type="http://schemas.openxmlformats.org/officeDocument/2006/relationships/notesSlide" Target="/ppt/notesSlides/notesSlide13.xml" Id="Re2d850f0826b4c6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9c6a98d7f1634985" /><Relationship Type="http://schemas.openxmlformats.org/officeDocument/2006/relationships/image" Target="/ppt/media/image18.png" Id="R3c5ec5b18bc2433a" /><Relationship Type="http://schemas.openxmlformats.org/officeDocument/2006/relationships/notesSlide" Target="/ppt/notesSlides/notesSlide14.xml" Id="Rf480bdc1b8db467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10828717e32a468e" /><Relationship Type="http://schemas.openxmlformats.org/officeDocument/2006/relationships/image" Target="/ppt/media/image19.png" Id="Reecfe6c616c74b9e" /><Relationship Type="http://schemas.openxmlformats.org/officeDocument/2006/relationships/notesSlide" Target="/ppt/notesSlides/notesSlide15.xml" Id="Rf9758b268bd441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63e43915bc384879" /><Relationship Type="http://schemas.openxmlformats.org/officeDocument/2006/relationships/image" Target="/ppt/media/image20.png" Id="Rc351bb2c6b614a4e" /><Relationship Type="http://schemas.openxmlformats.org/officeDocument/2006/relationships/notesSlide" Target="/ppt/notesSlides/notesSlide16.xml" Id="R52354fa4a643438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5cdf2580f36249eb" /><Relationship Type="http://schemas.openxmlformats.org/officeDocument/2006/relationships/image" Target="/ppt/media/image21.png" Id="R567768211c9e4c3b" /><Relationship Type="http://schemas.openxmlformats.org/officeDocument/2006/relationships/notesSlide" Target="/ppt/notesSlides/notesSlide17.xml" Id="Rbfc81494d777425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3.xml" Id="R6c5db2a92ac14232" /><Relationship Type="http://schemas.openxmlformats.org/officeDocument/2006/relationships/image" Target="/ppt/media/image22.png" Id="Ra0ff7f4d3fc84eef" /><Relationship Type="http://schemas.openxmlformats.org/officeDocument/2006/relationships/notesSlide" Target="/ppt/notesSlides/notesSlide18.xml" Id="R4ae057bc7fcf45a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3.xml" Id="R27f18bd0af0b4f4c" /><Relationship Type="http://schemas.openxmlformats.org/officeDocument/2006/relationships/image" Target="/ppt/media/image23.png" Id="R3301b66dbf364e13" /><Relationship Type="http://schemas.openxmlformats.org/officeDocument/2006/relationships/notesSlide" Target="/ppt/notesSlides/notesSlide19.xml" Id="R38c18334a56c46b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3.xml" Id="R6c138c89514a4646" /><Relationship Type="http://schemas.openxmlformats.org/officeDocument/2006/relationships/image" Target="/ppt/media/image24.png" Id="R4a03f87a7c6a4320" /><Relationship Type="http://schemas.openxmlformats.org/officeDocument/2006/relationships/notesSlide" Target="/ppt/notesSlides/notesSlide20.xml" Id="R1d5eec163596412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cover-title">
            <a:extLst xmlns:a="http://schemas.openxmlformats.org/drawingml/2006/main">
              <a:ext uri="{FF2B5EF4-FFF2-40B4-BE49-F238E27FC236}">
                <a16:creationId xmlns:a16="http://schemas.microsoft.com/office/drawing/2014/main" id="{1698D383-E450-42E0-8CAE-F574491278E5}"/>
              </a:ext>
            </a:extLst>
          </p:cNvPr>
          <p:cNvSpPr>
            <a:spLocks xmlns:a="http://schemas.openxmlformats.org/drawingml/2006/main" noGrp="1"/>
          </p:cNvSpPr>
          <p:nvPr/>
        </p:nvSpPr>
        <p:spPr>
          <a:xfrm xmlns:a="http://schemas.openxmlformats.org/drawingml/2006/main">
            <a:off x="1143000" y="1790700"/>
            <a:ext cx="9906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3200" b="1">
                <a:solidFill>
                  <a:srgbClr val="C8161E"/>
                </a:solidFill>
                <a:latin typeface="微软雅黑"/>
                <a:ea typeface="微软雅黑"/>
                <a:cs typeface="微软雅黑"/>
              </a:defRPr>
            </a:pPr>
            <a:r>
              <a:rPr sz="3200" b="1">
                <a:solidFill>
                  <a:srgbClr val="C8161E"/>
                </a:solidFill>
                <a:latin typeface="微软雅黑"/>
                <a:ea typeface="微软雅黑"/>
                <a:cs typeface="微软雅黑"/>
              </a:rPr>
              <a:t>第11讲 实验自动化与 AutoResearch 循环</a:t>
            </a:r>
          </a:p>
        </p:txBody>
      </p:sp>
    </p:spTree>
    <p:extLst>
      <p:ext uri="{BB962C8B-B14F-4D97-AF65-F5344CB8AC3E}">
        <p14:creationId xmlns:p14="http://schemas.microsoft.com/office/powerpoint/2010/main" val="345004539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从一次受限执行到冻结运行队列</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2598689-54C9-18A7-3A19-ED76AA08988F}" type="slidenum">
              <a:t>2</a:t>
            </a:fld>
            <a:endParaRPr/>
          </a:p>
        </p:txBody>
      </p:sp>
      <p:sp>
        <p:nvSpPr>
          <p:cNvPr id="6" name="brand-header">
            <a:extLst xmlns:a="http://schemas.openxmlformats.org/drawingml/2006/main">
              <a:ext uri="{FF2B5EF4-FFF2-40B4-BE49-F238E27FC236}">
                <a16:creationId xmlns:a16="http://schemas.microsoft.com/office/drawing/2014/main" id="{351FED7B-F2ED-45E1-AF94-972E9E104B38}"/>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0865613b385e4c6c"/>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E860BAC-ECE1-445F-8F28-2A0B3683CB55}"/>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从一次受限执行到冻结运行队列</a:t>
            </a:r>
          </a:p>
        </p:txBody>
      </p:sp>
      <p:sp>
        <p:nvSpPr>
          <p:cNvPr id="9" name="source">
            <a:extLst xmlns:a="http://schemas.openxmlformats.org/drawingml/2006/main">
              <a:ext uri="{FF2B5EF4-FFF2-40B4-BE49-F238E27FC236}">
                <a16:creationId xmlns:a16="http://schemas.microsoft.com/office/drawing/2014/main" id="{F799280E-E700-4B73-90A3-33B6297521E9}"/>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217EDAC9-2047-4F9D-8FAC-3D105C4BB2AE}"/>
              </a:ext>
            </a:extLst>
          </p:cNvPr>
          <p:cNvSpPr>
            <a:spLocks xmlns:a="http://schemas.openxmlformats.org/drawingml/2006/main" noGrp="1"/>
          </p:cNvSpPr>
          <p:nvPr/>
        </p:nvSpPr>
        <p:spPr>
          <a:xfrm xmlns:a="http://schemas.openxmlformats.org/drawingml/2006/main">
            <a:off x="666750" y="3105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54EE1F02-75C3-47A5-BC50-3D800E2B613E}"/>
              </a:ext>
            </a:extLst>
          </p:cNvPr>
          <p:cNvSpPr>
            <a:spLocks xmlns:a="http://schemas.openxmlformats.org/drawingml/2006/main" noGrp="1"/>
          </p:cNvSpPr>
          <p:nvPr/>
        </p:nvSpPr>
        <p:spPr>
          <a:xfrm xmlns:a="http://schemas.openxmlformats.org/drawingml/2006/main">
            <a:off x="6667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task-01</a:t>
            </a:r>
          </a:p>
        </p:txBody>
      </p:sp>
      <p:sp>
        <p:nvSpPr>
          <p:cNvPr id="12" name="chain-arrow-0">
            <a:extLst xmlns:a="http://schemas.openxmlformats.org/drawingml/2006/main">
              <a:ext uri="{FF2B5EF4-FFF2-40B4-BE49-F238E27FC236}">
                <a16:creationId xmlns:a16="http://schemas.microsoft.com/office/drawing/2014/main" id="{CD9E4C4F-1754-4676-994C-49CCF4B20493}"/>
              </a:ext>
            </a:extLst>
          </p:cNvPr>
          <p:cNvSpPr>
            <a:spLocks xmlns:a="http://schemas.openxmlformats.org/drawingml/2006/main" noGrp="1"/>
          </p:cNvSpPr>
          <p:nvPr/>
        </p:nvSpPr>
        <p:spPr>
          <a:xfrm xmlns:a="http://schemas.openxmlformats.org/drawingml/2006/main">
            <a:off x="2381250" y="2552700"/>
            <a:ext cx="127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560E037C-2643-4927-8A5D-D7B585A157DB}"/>
              </a:ext>
            </a:extLst>
          </p:cNvPr>
          <p:cNvSpPr>
            <a:spLocks xmlns:a="http://schemas.openxmlformats.org/drawingml/2006/main" noGrp="1"/>
          </p:cNvSpPr>
          <p:nvPr/>
        </p:nvSpPr>
        <p:spPr>
          <a:xfrm xmlns:a="http://schemas.openxmlformats.org/drawingml/2006/main">
            <a:off x="6667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契约 + diff</a:t>
            </a:r>
          </a:p>
        </p:txBody>
      </p:sp>
      <p:sp>
        <p:nvSpPr>
          <p:cNvPr id="14" name="chain-line-1">
            <a:extLst xmlns:a="http://schemas.openxmlformats.org/drawingml/2006/main">
              <a:ext uri="{FF2B5EF4-FFF2-40B4-BE49-F238E27FC236}">
                <a16:creationId xmlns:a16="http://schemas.microsoft.com/office/drawing/2014/main" id="{6E89C65D-AFEA-4B39-BEFB-66879DA70BC9}"/>
              </a:ext>
            </a:extLst>
          </p:cNvPr>
          <p:cNvSpPr>
            <a:spLocks xmlns:a="http://schemas.openxmlformats.org/drawingml/2006/main" noGrp="1"/>
          </p:cNvSpPr>
          <p:nvPr/>
        </p:nvSpPr>
        <p:spPr>
          <a:xfrm xmlns:a="http://schemas.openxmlformats.org/drawingml/2006/main">
            <a:off x="3651250" y="3105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01117F50-DFAB-4587-A1AD-39EA3B4521D1}"/>
              </a:ext>
            </a:extLst>
          </p:cNvPr>
          <p:cNvSpPr>
            <a:spLocks xmlns:a="http://schemas.openxmlformats.org/drawingml/2006/main" noGrp="1"/>
          </p:cNvSpPr>
          <p:nvPr/>
        </p:nvSpPr>
        <p:spPr>
          <a:xfrm xmlns:a="http://schemas.openxmlformats.org/drawingml/2006/main">
            <a:off x="36512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run-001</a:t>
            </a:r>
          </a:p>
        </p:txBody>
      </p:sp>
      <p:sp>
        <p:nvSpPr>
          <p:cNvPr id="16" name="chain-arrow-1">
            <a:extLst xmlns:a="http://schemas.openxmlformats.org/drawingml/2006/main">
              <a:ext uri="{FF2B5EF4-FFF2-40B4-BE49-F238E27FC236}">
                <a16:creationId xmlns:a16="http://schemas.microsoft.com/office/drawing/2014/main" id="{8C8B86CA-D1FF-4293-AD37-1ADB885A967A}"/>
              </a:ext>
            </a:extLst>
          </p:cNvPr>
          <p:cNvSpPr>
            <a:spLocks xmlns:a="http://schemas.openxmlformats.org/drawingml/2006/main" noGrp="1"/>
          </p:cNvSpPr>
          <p:nvPr/>
        </p:nvSpPr>
        <p:spPr>
          <a:xfrm xmlns:a="http://schemas.openxmlformats.org/drawingml/2006/main">
            <a:off x="5365750" y="2552700"/>
            <a:ext cx="127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1388CF72-B830-4BA0-B06C-183D3C68BF9C}"/>
              </a:ext>
            </a:extLst>
          </p:cNvPr>
          <p:cNvSpPr>
            <a:spLocks xmlns:a="http://schemas.openxmlformats.org/drawingml/2006/main" noGrp="1"/>
          </p:cNvSpPr>
          <p:nvPr/>
        </p:nvSpPr>
        <p:spPr>
          <a:xfrm xmlns:a="http://schemas.openxmlformats.org/drawingml/2006/main">
            <a:off x="36512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正常</a:t>
            </a:r>
          </a:p>
        </p:txBody>
      </p:sp>
      <p:sp>
        <p:nvSpPr>
          <p:cNvPr id="18" name="chain-line-2">
            <a:extLst xmlns:a="http://schemas.openxmlformats.org/drawingml/2006/main">
              <a:ext uri="{FF2B5EF4-FFF2-40B4-BE49-F238E27FC236}">
                <a16:creationId xmlns:a16="http://schemas.microsoft.com/office/drawing/2014/main" id="{BFCC3EEC-F872-40B0-9C0F-1EE473A095DF}"/>
              </a:ext>
            </a:extLst>
          </p:cNvPr>
          <p:cNvSpPr>
            <a:spLocks xmlns:a="http://schemas.openxmlformats.org/drawingml/2006/main" noGrp="1"/>
          </p:cNvSpPr>
          <p:nvPr/>
        </p:nvSpPr>
        <p:spPr>
          <a:xfrm xmlns:a="http://schemas.openxmlformats.org/drawingml/2006/main">
            <a:off x="6635750" y="3105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A5C9FFF0-74D9-497C-B8F6-940EBB93A397}"/>
              </a:ext>
            </a:extLst>
          </p:cNvPr>
          <p:cNvSpPr>
            <a:spLocks xmlns:a="http://schemas.openxmlformats.org/drawingml/2006/main" noGrp="1"/>
          </p:cNvSpPr>
          <p:nvPr/>
        </p:nvSpPr>
        <p:spPr>
          <a:xfrm xmlns:a="http://schemas.openxmlformats.org/drawingml/2006/main">
            <a:off x="66357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run-002</a:t>
            </a:r>
          </a:p>
        </p:txBody>
      </p:sp>
      <p:sp>
        <p:nvSpPr>
          <p:cNvPr id="20" name="chain-arrow-2">
            <a:extLst xmlns:a="http://schemas.openxmlformats.org/drawingml/2006/main">
              <a:ext uri="{FF2B5EF4-FFF2-40B4-BE49-F238E27FC236}">
                <a16:creationId xmlns:a16="http://schemas.microsoft.com/office/drawing/2014/main" id="{D1A40D5D-0974-450A-9F95-5E99AF56207C}"/>
              </a:ext>
            </a:extLst>
          </p:cNvPr>
          <p:cNvSpPr>
            <a:spLocks xmlns:a="http://schemas.openxmlformats.org/drawingml/2006/main" noGrp="1"/>
          </p:cNvSpPr>
          <p:nvPr/>
        </p:nvSpPr>
        <p:spPr>
          <a:xfrm xmlns:a="http://schemas.openxmlformats.org/drawingml/2006/main">
            <a:off x="8350250" y="2552700"/>
            <a:ext cx="127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D2A79B20-151C-43BE-8F63-487A63F618F5}"/>
              </a:ext>
            </a:extLst>
          </p:cNvPr>
          <p:cNvSpPr>
            <a:spLocks xmlns:a="http://schemas.openxmlformats.org/drawingml/2006/main" noGrp="1"/>
          </p:cNvSpPr>
          <p:nvPr/>
        </p:nvSpPr>
        <p:spPr>
          <a:xfrm xmlns:a="http://schemas.openxmlformats.org/drawingml/2006/main">
            <a:off x="66357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无改善</a:t>
            </a:r>
          </a:p>
        </p:txBody>
      </p:sp>
      <p:sp>
        <p:nvSpPr>
          <p:cNvPr id="22" name="chain-line-3">
            <a:extLst xmlns:a="http://schemas.openxmlformats.org/drawingml/2006/main">
              <a:ext uri="{FF2B5EF4-FFF2-40B4-BE49-F238E27FC236}">
                <a16:creationId xmlns:a16="http://schemas.microsoft.com/office/drawing/2014/main" id="{10A766F6-29C1-471B-9956-C96341987196}"/>
              </a:ext>
            </a:extLst>
          </p:cNvPr>
          <p:cNvSpPr>
            <a:spLocks xmlns:a="http://schemas.openxmlformats.org/drawingml/2006/main" noGrp="1"/>
          </p:cNvSpPr>
          <p:nvPr/>
        </p:nvSpPr>
        <p:spPr>
          <a:xfrm xmlns:a="http://schemas.openxmlformats.org/drawingml/2006/main">
            <a:off x="9620250" y="3105150"/>
            <a:ext cx="1714500" cy="14288"/>
          </a:xfrm>
          <a:prstGeom xmlns:a="http://schemas.openxmlformats.org/drawingml/2006/main" prst="rect">
            <a:avLst/>
          </a:prstGeom>
          <a:solidFill xmlns:a="http://schemas.openxmlformats.org/drawingml/2006/main">
            <a:srgbClr val="C8161E"/>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A7131901-BE9B-4911-BFEB-7CF271EB5515}"/>
              </a:ext>
            </a:extLst>
          </p:cNvPr>
          <p:cNvSpPr>
            <a:spLocks xmlns:a="http://schemas.openxmlformats.org/drawingml/2006/main" noGrp="1"/>
          </p:cNvSpPr>
          <p:nvPr/>
        </p:nvSpPr>
        <p:spPr>
          <a:xfrm xmlns:a="http://schemas.openxmlformats.org/drawingml/2006/main">
            <a:off x="96202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C8161E"/>
                </a:solidFill>
                <a:latin typeface="微软雅黑"/>
                <a:ea typeface="微软雅黑"/>
                <a:cs typeface="微软雅黑"/>
              </a:defRPr>
            </a:pPr>
            <a:r>
              <a:rPr sz="2200" b="0">
                <a:solidFill>
                  <a:srgbClr val="C8161E"/>
                </a:solidFill>
                <a:latin typeface="微软雅黑"/>
                <a:ea typeface="微软雅黑"/>
                <a:cs typeface="微软雅黑"/>
              </a:rPr>
              <a:t>run-003</a:t>
            </a:r>
          </a:p>
        </p:txBody>
      </p:sp>
      <p:sp>
        <p:nvSpPr>
          <p:cNvPr id="24" name="chain-sub-3">
            <a:extLst xmlns:a="http://schemas.openxmlformats.org/drawingml/2006/main">
              <a:ext uri="{FF2B5EF4-FFF2-40B4-BE49-F238E27FC236}">
                <a16:creationId xmlns:a16="http://schemas.microsoft.com/office/drawing/2014/main" id="{C71006C8-88D2-482B-9DAB-5C24AB80DC45}"/>
              </a:ext>
            </a:extLst>
          </p:cNvPr>
          <p:cNvSpPr>
            <a:spLocks xmlns:a="http://schemas.openxmlformats.org/drawingml/2006/main" noGrp="1"/>
          </p:cNvSpPr>
          <p:nvPr/>
        </p:nvSpPr>
        <p:spPr>
          <a:xfrm xmlns:a="http://schemas.openxmlformats.org/drawingml/2006/main">
            <a:off x="96202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失败保留</a:t>
            </a:r>
          </a:p>
        </p:txBody>
      </p:sp>
      <p:sp>
        <p:nvSpPr>
          <p:cNvPr id="25" name="gaps">
            <a:extLst xmlns:a="http://schemas.openxmlformats.org/drawingml/2006/main">
              <a:ext uri="{FF2B5EF4-FFF2-40B4-BE49-F238E27FC236}">
                <a16:creationId xmlns:a16="http://schemas.microsoft.com/office/drawing/2014/main" id="{544C62F5-16F2-4CA4-AEF4-3A8600765931}"/>
              </a:ext>
            </a:extLst>
          </p:cNvPr>
          <p:cNvSpPr>
            <a:spLocks xmlns:a="http://schemas.openxmlformats.org/drawingml/2006/main" noGrp="1"/>
          </p:cNvSpPr>
          <p:nvPr/>
        </p:nvSpPr>
        <p:spPr>
          <a:xfrm xmlns:a="http://schemas.openxmlformats.org/drawingml/2006/main">
            <a:off x="2000250" y="4286250"/>
            <a:ext cx="819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600" b="1">
                <a:solidFill>
                  <a:srgbClr val="C8161E"/>
                </a:solidFill>
                <a:latin typeface="微软雅黑"/>
                <a:ea typeface="微软雅黑"/>
                <a:cs typeface="微软雅黑"/>
              </a:defRPr>
            </a:pPr>
            <a:r>
              <a:rPr sz="2600" b="1">
                <a:solidFill>
                  <a:srgbClr val="C8161E"/>
                </a:solidFill>
                <a:latin typeface="微软雅黑"/>
                <a:ea typeface="微软雅黑"/>
                <a:cs typeface="微软雅黑"/>
              </a:rPr>
              <a:t>循环还缺：固定指标｜预算｜停止条件｜回退</a:t>
            </a:r>
          </a:p>
        </p:txBody>
      </p:sp>
    </p:spTree>
    <p:extLst>
      <p:ext uri="{BB962C8B-B14F-4D97-AF65-F5344CB8AC3E}">
        <p14:creationId xmlns:p14="http://schemas.microsoft.com/office/powerpoint/2010/main" val="144372840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本课形成三件可交给第 12 课的工件</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202359C0-8A7A-196E-DD58-8E6569619F09}" type="slidenum">
              <a:t>3</a:t>
            </a:fld>
            <a:endParaRPr/>
          </a:p>
        </p:txBody>
      </p:sp>
      <p:sp>
        <p:nvSpPr>
          <p:cNvPr id="6" name="brand-header">
            <a:extLst xmlns:a="http://schemas.openxmlformats.org/drawingml/2006/main">
              <a:ext uri="{FF2B5EF4-FFF2-40B4-BE49-F238E27FC236}">
                <a16:creationId xmlns:a16="http://schemas.microsoft.com/office/drawing/2014/main" id="{72CE762E-758E-4684-A82E-BB5390AEBABF}"/>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a211510f54b432c"/>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ECB0A77E-C355-402A-B450-E0686328B6E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本课形成三件可交给第 12 课的工件</a:t>
            </a:r>
          </a:p>
        </p:txBody>
      </p:sp>
      <p:sp>
        <p:nvSpPr>
          <p:cNvPr id="9" name="source">
            <a:extLst xmlns:a="http://schemas.openxmlformats.org/drawingml/2006/main">
              <a:ext uri="{FF2B5EF4-FFF2-40B4-BE49-F238E27FC236}">
                <a16:creationId xmlns:a16="http://schemas.microsoft.com/office/drawing/2014/main" id="{DC6D4ABE-25E0-4566-ABE4-24A486AC1A66}"/>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3EAA5851-C628-4A3C-83A5-620E95443439}"/>
              </a:ext>
            </a:extLst>
          </p:cNvPr>
          <p:cNvSpPr>
            <a:spLocks xmlns:a="http://schemas.openxmlformats.org/drawingml/2006/main" noGrp="1"/>
          </p:cNvSpPr>
          <p:nvPr/>
        </p:nvSpPr>
        <p:spPr>
          <a:xfrm xmlns:a="http://schemas.openxmlformats.org/drawingml/2006/main">
            <a:off x="1381125" y="281940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AA34558A-F818-4D1A-B5B0-FC935E02CF2D}"/>
              </a:ext>
            </a:extLst>
          </p:cNvPr>
          <p:cNvSpPr>
            <a:spLocks xmlns:a="http://schemas.openxmlformats.org/drawingml/2006/main" noGrp="1"/>
          </p:cNvSpPr>
          <p:nvPr/>
        </p:nvSpPr>
        <p:spPr>
          <a:xfrm xmlns:a="http://schemas.openxmlformats.org/drawingml/2006/main">
            <a:off x="1381125" y="209550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受限循环说明</a:t>
            </a:r>
          </a:p>
        </p:txBody>
      </p:sp>
      <p:sp>
        <p:nvSpPr>
          <p:cNvPr id="12" name="chain-arrow-0">
            <a:extLst xmlns:a="http://schemas.openxmlformats.org/drawingml/2006/main">
              <a:ext uri="{FF2B5EF4-FFF2-40B4-BE49-F238E27FC236}">
                <a16:creationId xmlns:a16="http://schemas.microsoft.com/office/drawing/2014/main" id="{83DF5567-D1C4-4428-B864-3141425C0176}"/>
              </a:ext>
            </a:extLst>
          </p:cNvPr>
          <p:cNvSpPr>
            <a:spLocks xmlns:a="http://schemas.openxmlformats.org/drawingml/2006/main" noGrp="1"/>
          </p:cNvSpPr>
          <p:nvPr/>
        </p:nvSpPr>
        <p:spPr>
          <a:xfrm xmlns:a="http://schemas.openxmlformats.org/drawingml/2006/main">
            <a:off x="3762375" y="2266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358F8E81-288D-4A48-875A-B88F0D96239F}"/>
              </a:ext>
            </a:extLst>
          </p:cNvPr>
          <p:cNvSpPr>
            <a:spLocks xmlns:a="http://schemas.openxmlformats.org/drawingml/2006/main" noGrp="1"/>
          </p:cNvSpPr>
          <p:nvPr/>
        </p:nvSpPr>
        <p:spPr>
          <a:xfrm xmlns:a="http://schemas.openxmlformats.org/drawingml/2006/main">
            <a:off x="1381125" y="29718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固定指标 / 预算 / 停止 / 回退</a:t>
            </a:r>
          </a:p>
        </p:txBody>
      </p:sp>
      <p:sp>
        <p:nvSpPr>
          <p:cNvPr id="14" name="chain-line-1">
            <a:extLst xmlns:a="http://schemas.openxmlformats.org/drawingml/2006/main">
              <a:ext uri="{FF2B5EF4-FFF2-40B4-BE49-F238E27FC236}">
                <a16:creationId xmlns:a16="http://schemas.microsoft.com/office/drawing/2014/main" id="{711F76E0-5CFE-403A-B46E-A1FA5D266E18}"/>
              </a:ext>
            </a:extLst>
          </p:cNvPr>
          <p:cNvSpPr>
            <a:spLocks xmlns:a="http://schemas.openxmlformats.org/drawingml/2006/main" noGrp="1"/>
          </p:cNvSpPr>
          <p:nvPr/>
        </p:nvSpPr>
        <p:spPr>
          <a:xfrm xmlns:a="http://schemas.openxmlformats.org/drawingml/2006/main">
            <a:off x="4905375" y="281940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0E674618-AF86-4675-AFB7-3CC4FF09360C}"/>
              </a:ext>
            </a:extLst>
          </p:cNvPr>
          <p:cNvSpPr>
            <a:spLocks xmlns:a="http://schemas.openxmlformats.org/drawingml/2006/main" noGrp="1"/>
          </p:cNvSpPr>
          <p:nvPr/>
        </p:nvSpPr>
        <p:spPr>
          <a:xfrm xmlns:a="http://schemas.openxmlformats.org/drawingml/2006/main">
            <a:off x="4905375" y="209550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三种运行 trace</a:t>
            </a:r>
          </a:p>
        </p:txBody>
      </p:sp>
      <p:sp>
        <p:nvSpPr>
          <p:cNvPr id="16" name="chain-arrow-1">
            <a:extLst xmlns:a="http://schemas.openxmlformats.org/drawingml/2006/main">
              <a:ext uri="{FF2B5EF4-FFF2-40B4-BE49-F238E27FC236}">
                <a16:creationId xmlns:a16="http://schemas.microsoft.com/office/drawing/2014/main" id="{855CE9E7-BBEE-4599-8D91-77379D61BC3A}"/>
              </a:ext>
            </a:extLst>
          </p:cNvPr>
          <p:cNvSpPr>
            <a:spLocks xmlns:a="http://schemas.openxmlformats.org/drawingml/2006/main" noGrp="1"/>
          </p:cNvSpPr>
          <p:nvPr/>
        </p:nvSpPr>
        <p:spPr>
          <a:xfrm xmlns:a="http://schemas.openxmlformats.org/drawingml/2006/main">
            <a:off x="7286625" y="2266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10C01102-E5E3-49CC-B64D-75ECE2D03F97}"/>
              </a:ext>
            </a:extLst>
          </p:cNvPr>
          <p:cNvSpPr>
            <a:spLocks xmlns:a="http://schemas.openxmlformats.org/drawingml/2006/main" noGrp="1"/>
          </p:cNvSpPr>
          <p:nvPr/>
        </p:nvSpPr>
        <p:spPr>
          <a:xfrm xmlns:a="http://schemas.openxmlformats.org/drawingml/2006/main">
            <a:off x="4905375" y="29718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正常 / 无改善 / 失败</a:t>
            </a:r>
          </a:p>
        </p:txBody>
      </p:sp>
      <p:sp>
        <p:nvSpPr>
          <p:cNvPr id="18" name="chain-line-2">
            <a:extLst xmlns:a="http://schemas.openxmlformats.org/drawingml/2006/main">
              <a:ext uri="{FF2B5EF4-FFF2-40B4-BE49-F238E27FC236}">
                <a16:creationId xmlns:a16="http://schemas.microsoft.com/office/drawing/2014/main" id="{3C840F29-AB3D-4D31-9A65-4E6F95ED4C76}"/>
              </a:ext>
            </a:extLst>
          </p:cNvPr>
          <p:cNvSpPr>
            <a:spLocks xmlns:a="http://schemas.openxmlformats.org/drawingml/2006/main" noGrp="1"/>
          </p:cNvSpPr>
          <p:nvPr/>
        </p:nvSpPr>
        <p:spPr>
          <a:xfrm xmlns:a="http://schemas.openxmlformats.org/drawingml/2006/main">
            <a:off x="8429625" y="281940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4D34B5E8-2B6F-4730-9F6B-25151FDFDAAE}"/>
              </a:ext>
            </a:extLst>
          </p:cNvPr>
          <p:cNvSpPr>
            <a:spLocks xmlns:a="http://schemas.openxmlformats.org/drawingml/2006/main" noGrp="1"/>
          </p:cNvSpPr>
          <p:nvPr/>
        </p:nvSpPr>
        <p:spPr>
          <a:xfrm xmlns:a="http://schemas.openxmlformats.org/drawingml/2006/main">
            <a:off x="8429625" y="209550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四约束短分析</a:t>
            </a:r>
          </a:p>
        </p:txBody>
      </p:sp>
      <p:sp>
        <p:nvSpPr>
          <p:cNvPr id="20" name="chain-sub-2">
            <a:extLst xmlns:a="http://schemas.openxmlformats.org/drawingml/2006/main">
              <a:ext uri="{FF2B5EF4-FFF2-40B4-BE49-F238E27FC236}">
                <a16:creationId xmlns:a16="http://schemas.microsoft.com/office/drawing/2014/main" id="{908331F4-47EF-411B-BE18-517F7C8F70F2}"/>
              </a:ext>
            </a:extLst>
          </p:cNvPr>
          <p:cNvSpPr>
            <a:spLocks xmlns:a="http://schemas.openxmlformats.org/drawingml/2006/main" noGrp="1"/>
          </p:cNvSpPr>
          <p:nvPr/>
        </p:nvSpPr>
        <p:spPr>
          <a:xfrm xmlns:a="http://schemas.openxmlformats.org/drawingml/2006/main">
            <a:off x="8429625" y="29718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何处仍需人工</a:t>
            </a:r>
          </a:p>
        </p:txBody>
      </p:sp>
    </p:spTree>
    <p:extLst>
      <p:ext uri="{BB962C8B-B14F-4D97-AF65-F5344CB8AC3E}">
        <p14:creationId xmlns:p14="http://schemas.microsoft.com/office/powerpoint/2010/main" val="144372840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循环五步与 Keep / Discard 分支</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FD6AB9A-5F9E-5F59-51AB-3C8734130965}" type="slidenum">
              <a:t>4</a:t>
            </a:fld>
            <a:endParaRPr/>
          </a:p>
        </p:txBody>
      </p:sp>
      <p:sp>
        <p:nvSpPr>
          <p:cNvPr id="6" name="brand-header">
            <a:extLst xmlns:a="http://schemas.openxmlformats.org/drawingml/2006/main">
              <a:ext uri="{FF2B5EF4-FFF2-40B4-BE49-F238E27FC236}">
                <a16:creationId xmlns:a16="http://schemas.microsoft.com/office/drawing/2014/main" id="{81E30CAD-0711-486F-966A-D2EC17E4D576}"/>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b9df01cd71344ed4"/>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DB165109-B26C-41BA-931D-693891B2448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循环五步与 Keep / Discard 分支</a:t>
            </a:r>
          </a:p>
        </p:txBody>
      </p:sp>
      <p:sp>
        <p:nvSpPr>
          <p:cNvPr id="9" name="source">
            <a:extLst xmlns:a="http://schemas.openxmlformats.org/drawingml/2006/main">
              <a:ext uri="{FF2B5EF4-FFF2-40B4-BE49-F238E27FC236}">
                <a16:creationId xmlns:a16="http://schemas.microsoft.com/office/drawing/2014/main" id="{FBF3CCF1-47D4-45E7-B915-84B7C9489FE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6ABACD04-631B-46AD-A456-D11529728DFA}"/>
              </a:ext>
            </a:extLst>
          </p:cNvPr>
          <p:cNvSpPr>
            <a:spLocks xmlns:a="http://schemas.openxmlformats.org/drawingml/2006/main" noGrp="1"/>
          </p:cNvSpPr>
          <p:nvPr/>
        </p:nvSpPr>
        <p:spPr>
          <a:xfrm xmlns:a="http://schemas.openxmlformats.org/drawingml/2006/main">
            <a:off x="666750"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1060E9AE-C28E-4526-8C0F-458117F04C99}"/>
              </a:ext>
            </a:extLst>
          </p:cNvPr>
          <p:cNvSpPr>
            <a:spLocks xmlns:a="http://schemas.openxmlformats.org/drawingml/2006/main" noGrp="1"/>
          </p:cNvSpPr>
          <p:nvPr/>
        </p:nvSpPr>
        <p:spPr>
          <a:xfrm xmlns:a="http://schemas.openxmlformats.org/drawingml/2006/main">
            <a:off x="666750"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假设</a:t>
            </a:r>
          </a:p>
        </p:txBody>
      </p:sp>
      <p:sp>
        <p:nvSpPr>
          <p:cNvPr id="12" name="chain-arrow-0">
            <a:extLst xmlns:a="http://schemas.openxmlformats.org/drawingml/2006/main">
              <a:ext uri="{FF2B5EF4-FFF2-40B4-BE49-F238E27FC236}">
                <a16:creationId xmlns:a16="http://schemas.microsoft.com/office/drawing/2014/main" id="{C883ABA9-47A5-497D-B4F6-69B1DA14E2BC}"/>
              </a:ext>
            </a:extLst>
          </p:cNvPr>
          <p:cNvSpPr>
            <a:spLocks xmlns:a="http://schemas.openxmlformats.org/drawingml/2006/main" noGrp="1"/>
          </p:cNvSpPr>
          <p:nvPr/>
        </p:nvSpPr>
        <p:spPr>
          <a:xfrm xmlns:a="http://schemas.openxmlformats.org/drawingml/2006/main">
            <a:off x="2333625"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7D6965FC-69B5-4AEA-829E-B1FC7FDA6A16}"/>
              </a:ext>
            </a:extLst>
          </p:cNvPr>
          <p:cNvSpPr>
            <a:spLocks xmlns:a="http://schemas.openxmlformats.org/drawingml/2006/main" noGrp="1"/>
          </p:cNvSpPr>
          <p:nvPr/>
        </p:nvSpPr>
        <p:spPr>
          <a:xfrm xmlns:a="http://schemas.openxmlformats.org/drawingml/2006/main">
            <a:off x="666750"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运行前写明</a:t>
            </a:r>
          </a:p>
        </p:txBody>
      </p:sp>
      <p:sp>
        <p:nvSpPr>
          <p:cNvPr id="14" name="chain-line-1">
            <a:extLst xmlns:a="http://schemas.openxmlformats.org/drawingml/2006/main">
              <a:ext uri="{FF2B5EF4-FFF2-40B4-BE49-F238E27FC236}">
                <a16:creationId xmlns:a16="http://schemas.microsoft.com/office/drawing/2014/main" id="{E029D8ED-3825-4C6F-97A8-EF475EF18E2B}"/>
              </a:ext>
            </a:extLst>
          </p:cNvPr>
          <p:cNvSpPr>
            <a:spLocks xmlns:a="http://schemas.openxmlformats.org/drawingml/2006/main" noGrp="1"/>
          </p:cNvSpPr>
          <p:nvPr/>
        </p:nvSpPr>
        <p:spPr>
          <a:xfrm xmlns:a="http://schemas.openxmlformats.org/drawingml/2006/main">
            <a:off x="2917031"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B05A9355-E258-40EE-92E0-7391A82CF748}"/>
              </a:ext>
            </a:extLst>
          </p:cNvPr>
          <p:cNvSpPr>
            <a:spLocks xmlns:a="http://schemas.openxmlformats.org/drawingml/2006/main" noGrp="1"/>
          </p:cNvSpPr>
          <p:nvPr/>
        </p:nvSpPr>
        <p:spPr>
          <a:xfrm xmlns:a="http://schemas.openxmlformats.org/drawingml/2006/main">
            <a:off x="2917031"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运行</a:t>
            </a:r>
          </a:p>
        </p:txBody>
      </p:sp>
      <p:sp>
        <p:nvSpPr>
          <p:cNvPr id="16" name="chain-arrow-1">
            <a:extLst xmlns:a="http://schemas.openxmlformats.org/drawingml/2006/main">
              <a:ext uri="{FF2B5EF4-FFF2-40B4-BE49-F238E27FC236}">
                <a16:creationId xmlns:a16="http://schemas.microsoft.com/office/drawing/2014/main" id="{EE9AA43C-A6BB-4242-9D4F-F0EC990F448E}"/>
              </a:ext>
            </a:extLst>
          </p:cNvPr>
          <p:cNvSpPr>
            <a:spLocks xmlns:a="http://schemas.openxmlformats.org/drawingml/2006/main" noGrp="1"/>
          </p:cNvSpPr>
          <p:nvPr/>
        </p:nvSpPr>
        <p:spPr>
          <a:xfrm xmlns:a="http://schemas.openxmlformats.org/drawingml/2006/main">
            <a:off x="4583906"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BB5B1C7B-6E79-4FAB-8675-99DDA0CA048C}"/>
              </a:ext>
            </a:extLst>
          </p:cNvPr>
          <p:cNvSpPr>
            <a:spLocks xmlns:a="http://schemas.openxmlformats.org/drawingml/2006/main" noGrp="1"/>
          </p:cNvSpPr>
          <p:nvPr/>
        </p:nvSpPr>
        <p:spPr>
          <a:xfrm xmlns:a="http://schemas.openxmlformats.org/drawingml/2006/main">
            <a:off x="2917031"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冻结配置</a:t>
            </a:r>
          </a:p>
        </p:txBody>
      </p:sp>
      <p:sp>
        <p:nvSpPr>
          <p:cNvPr id="18" name="chain-line-2">
            <a:extLst xmlns:a="http://schemas.openxmlformats.org/drawingml/2006/main">
              <a:ext uri="{FF2B5EF4-FFF2-40B4-BE49-F238E27FC236}">
                <a16:creationId xmlns:a16="http://schemas.microsoft.com/office/drawing/2014/main" id="{9EC11A9B-EAC9-4E33-B26E-BD1E3E39542D}"/>
              </a:ext>
            </a:extLst>
          </p:cNvPr>
          <p:cNvSpPr>
            <a:spLocks xmlns:a="http://schemas.openxmlformats.org/drawingml/2006/main" noGrp="1"/>
          </p:cNvSpPr>
          <p:nvPr/>
        </p:nvSpPr>
        <p:spPr>
          <a:xfrm xmlns:a="http://schemas.openxmlformats.org/drawingml/2006/main">
            <a:off x="5167313"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12DA2A5F-3604-4A2A-BFF1-90BA93945411}"/>
              </a:ext>
            </a:extLst>
          </p:cNvPr>
          <p:cNvSpPr>
            <a:spLocks xmlns:a="http://schemas.openxmlformats.org/drawingml/2006/main" noGrp="1"/>
          </p:cNvSpPr>
          <p:nvPr/>
        </p:nvSpPr>
        <p:spPr>
          <a:xfrm xmlns:a="http://schemas.openxmlformats.org/drawingml/2006/main">
            <a:off x="5167313"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度量</a:t>
            </a:r>
          </a:p>
        </p:txBody>
      </p:sp>
      <p:sp>
        <p:nvSpPr>
          <p:cNvPr id="20" name="chain-arrow-2">
            <a:extLst xmlns:a="http://schemas.openxmlformats.org/drawingml/2006/main">
              <a:ext uri="{FF2B5EF4-FFF2-40B4-BE49-F238E27FC236}">
                <a16:creationId xmlns:a16="http://schemas.microsoft.com/office/drawing/2014/main" id="{F09E4742-E700-425C-BBBA-D30171922A36}"/>
              </a:ext>
            </a:extLst>
          </p:cNvPr>
          <p:cNvSpPr>
            <a:spLocks xmlns:a="http://schemas.openxmlformats.org/drawingml/2006/main" noGrp="1"/>
          </p:cNvSpPr>
          <p:nvPr/>
        </p:nvSpPr>
        <p:spPr>
          <a:xfrm xmlns:a="http://schemas.openxmlformats.org/drawingml/2006/main">
            <a:off x="6834188"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A8C32085-20BC-4D32-8D0D-2256E3B680AD}"/>
              </a:ext>
            </a:extLst>
          </p:cNvPr>
          <p:cNvSpPr>
            <a:spLocks xmlns:a="http://schemas.openxmlformats.org/drawingml/2006/main" noGrp="1"/>
          </p:cNvSpPr>
          <p:nvPr/>
        </p:nvSpPr>
        <p:spPr>
          <a:xfrm xmlns:a="http://schemas.openxmlformats.org/drawingml/2006/main">
            <a:off x="5167313"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指标不可改</a:t>
            </a:r>
          </a:p>
        </p:txBody>
      </p:sp>
      <p:sp>
        <p:nvSpPr>
          <p:cNvPr id="22" name="chain-line-3">
            <a:extLst xmlns:a="http://schemas.openxmlformats.org/drawingml/2006/main">
              <a:ext uri="{FF2B5EF4-FFF2-40B4-BE49-F238E27FC236}">
                <a16:creationId xmlns:a16="http://schemas.microsoft.com/office/drawing/2014/main" id="{FD004BBF-D014-4255-A566-471D5BDF7084}"/>
              </a:ext>
            </a:extLst>
          </p:cNvPr>
          <p:cNvSpPr>
            <a:spLocks xmlns:a="http://schemas.openxmlformats.org/drawingml/2006/main" noGrp="1"/>
          </p:cNvSpPr>
          <p:nvPr/>
        </p:nvSpPr>
        <p:spPr>
          <a:xfrm xmlns:a="http://schemas.openxmlformats.org/drawingml/2006/main">
            <a:off x="7417594"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812DB370-F3B9-4615-B2E3-50354E59325A}"/>
              </a:ext>
            </a:extLst>
          </p:cNvPr>
          <p:cNvSpPr>
            <a:spLocks xmlns:a="http://schemas.openxmlformats.org/drawingml/2006/main" noGrp="1"/>
          </p:cNvSpPr>
          <p:nvPr/>
        </p:nvSpPr>
        <p:spPr>
          <a:xfrm xmlns:a="http://schemas.openxmlformats.org/drawingml/2006/main">
            <a:off x="7417594"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评价</a:t>
            </a:r>
          </a:p>
        </p:txBody>
      </p:sp>
      <p:sp>
        <p:nvSpPr>
          <p:cNvPr id="24" name="chain-arrow-3">
            <a:extLst xmlns:a="http://schemas.openxmlformats.org/drawingml/2006/main">
              <a:ext uri="{FF2B5EF4-FFF2-40B4-BE49-F238E27FC236}">
                <a16:creationId xmlns:a16="http://schemas.microsoft.com/office/drawing/2014/main" id="{477CA584-2010-4992-A31A-D84E81905BEF}"/>
              </a:ext>
            </a:extLst>
          </p:cNvPr>
          <p:cNvSpPr>
            <a:spLocks xmlns:a="http://schemas.openxmlformats.org/drawingml/2006/main" noGrp="1"/>
          </p:cNvSpPr>
          <p:nvPr/>
        </p:nvSpPr>
        <p:spPr>
          <a:xfrm xmlns:a="http://schemas.openxmlformats.org/drawingml/2006/main">
            <a:off x="9084469"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5" name="chain-sub-3">
            <a:extLst xmlns:a="http://schemas.openxmlformats.org/drawingml/2006/main">
              <a:ext uri="{FF2B5EF4-FFF2-40B4-BE49-F238E27FC236}">
                <a16:creationId xmlns:a16="http://schemas.microsoft.com/office/drawing/2014/main" id="{E35172CD-951E-41BA-B707-1778CD729222}"/>
              </a:ext>
            </a:extLst>
          </p:cNvPr>
          <p:cNvSpPr>
            <a:spLocks xmlns:a="http://schemas.openxmlformats.org/drawingml/2006/main" noGrp="1"/>
          </p:cNvSpPr>
          <p:nvPr/>
        </p:nvSpPr>
        <p:spPr>
          <a:xfrm xmlns:a="http://schemas.openxmlformats.org/drawingml/2006/main">
            <a:off x="7417594"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人工判断</a:t>
            </a:r>
          </a:p>
        </p:txBody>
      </p:sp>
      <p:sp>
        <p:nvSpPr>
          <p:cNvPr id="26" name="chain-line-4">
            <a:extLst xmlns:a="http://schemas.openxmlformats.org/drawingml/2006/main">
              <a:ext uri="{FF2B5EF4-FFF2-40B4-BE49-F238E27FC236}">
                <a16:creationId xmlns:a16="http://schemas.microsoft.com/office/drawing/2014/main" id="{9EC58F0B-8547-4B71-9490-E6625AF9B4B4}"/>
              </a:ext>
            </a:extLst>
          </p:cNvPr>
          <p:cNvSpPr>
            <a:spLocks xmlns:a="http://schemas.openxmlformats.org/drawingml/2006/main" noGrp="1"/>
          </p:cNvSpPr>
          <p:nvPr/>
        </p:nvSpPr>
        <p:spPr>
          <a:xfrm xmlns:a="http://schemas.openxmlformats.org/drawingml/2006/main">
            <a:off x="9667875" y="2628900"/>
            <a:ext cx="1666875" cy="14288"/>
          </a:xfrm>
          <a:prstGeom xmlns:a="http://schemas.openxmlformats.org/drawingml/2006/main" prst="rect">
            <a:avLst/>
          </a:prstGeom>
          <a:solidFill xmlns:a="http://schemas.openxmlformats.org/drawingml/2006/main">
            <a:srgbClr val="A96510"/>
          </a:solidFill>
          <a:ln xmlns:a="http://schemas.openxmlformats.org/drawingml/2006/main" w="0">
            <a:noFill/>
          </a:ln>
        </p:spPr>
      </p:sp>
      <p:sp>
        <p:nvSpPr>
          <p:cNvPr id="27" name="chain-4">
            <a:extLst xmlns:a="http://schemas.openxmlformats.org/drawingml/2006/main">
              <a:ext uri="{FF2B5EF4-FFF2-40B4-BE49-F238E27FC236}">
                <a16:creationId xmlns:a16="http://schemas.microsoft.com/office/drawing/2014/main" id="{93B4C766-2240-4D9D-BB7F-020E6EE048AB}"/>
              </a:ext>
            </a:extLst>
          </p:cNvPr>
          <p:cNvSpPr>
            <a:spLocks xmlns:a="http://schemas.openxmlformats.org/drawingml/2006/main" noGrp="1"/>
          </p:cNvSpPr>
          <p:nvPr/>
        </p:nvSpPr>
        <p:spPr>
          <a:xfrm xmlns:a="http://schemas.openxmlformats.org/drawingml/2006/main">
            <a:off x="9667875"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A96510"/>
                </a:solidFill>
                <a:latin typeface="微软雅黑"/>
                <a:ea typeface="微软雅黑"/>
                <a:cs typeface="微软雅黑"/>
              </a:defRPr>
            </a:pPr>
            <a:r>
              <a:rPr sz="2200" b="0">
                <a:solidFill>
                  <a:srgbClr val="A96510"/>
                </a:solidFill>
                <a:latin typeface="微软雅黑"/>
                <a:ea typeface="微软雅黑"/>
                <a:cs typeface="微软雅黑"/>
              </a:rPr>
              <a:t>Keep / Discard</a:t>
            </a:r>
          </a:p>
        </p:txBody>
      </p:sp>
      <p:sp>
        <p:nvSpPr>
          <p:cNvPr id="28" name="chain-sub-4">
            <a:extLst xmlns:a="http://schemas.openxmlformats.org/drawingml/2006/main">
              <a:ext uri="{FF2B5EF4-FFF2-40B4-BE49-F238E27FC236}">
                <a16:creationId xmlns:a16="http://schemas.microsoft.com/office/drawing/2014/main" id="{6D3AA4C7-1818-4487-9A6B-843C00EC9693}"/>
              </a:ext>
            </a:extLst>
          </p:cNvPr>
          <p:cNvSpPr>
            <a:spLocks xmlns:a="http://schemas.openxmlformats.org/drawingml/2006/main" noGrp="1"/>
          </p:cNvSpPr>
          <p:nvPr/>
        </p:nvSpPr>
        <p:spPr>
          <a:xfrm xmlns:a="http://schemas.openxmlformats.org/drawingml/2006/main">
            <a:off x="9667875"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回写或回退</a:t>
            </a:r>
          </a:p>
        </p:txBody>
      </p:sp>
      <p:sp>
        <p:nvSpPr>
          <p:cNvPr id="29" name="back">
            <a:extLst xmlns:a="http://schemas.openxmlformats.org/drawingml/2006/main">
              <a:ext uri="{FF2B5EF4-FFF2-40B4-BE49-F238E27FC236}">
                <a16:creationId xmlns:a16="http://schemas.microsoft.com/office/drawing/2014/main" id="{3E5BCB12-9AA4-415F-BE7F-E0BF8B8C172F}"/>
              </a:ext>
            </a:extLst>
          </p:cNvPr>
          <p:cNvSpPr>
            <a:spLocks xmlns:a="http://schemas.openxmlformats.org/drawingml/2006/main" noGrp="1"/>
          </p:cNvSpPr>
          <p:nvPr/>
        </p:nvSpPr>
        <p:spPr>
          <a:xfrm xmlns:a="http://schemas.openxmlformats.org/drawingml/2006/main">
            <a:off x="1905000" y="4333875"/>
            <a:ext cx="838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Discard 回到稳定配置；失败日志留在账本中</a:t>
            </a:r>
          </a:p>
        </p:txBody>
      </p:sp>
    </p:spTree>
    <p:extLst>
      <p:ext uri="{BB962C8B-B14F-4D97-AF65-F5344CB8AC3E}">
        <p14:creationId xmlns:p14="http://schemas.microsoft.com/office/powerpoint/2010/main" val="144372840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适用边界取决于重复性与判断风险</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E5B3003-2C54-13C6-9832-7637201064DE}" type="slidenum">
              <a:t>5</a:t>
            </a:fld>
            <a:endParaRPr/>
          </a:p>
        </p:txBody>
      </p:sp>
      <p:sp>
        <p:nvSpPr>
          <p:cNvPr id="6" name="brand-header">
            <a:extLst xmlns:a="http://schemas.openxmlformats.org/drawingml/2006/main">
              <a:ext uri="{FF2B5EF4-FFF2-40B4-BE49-F238E27FC236}">
                <a16:creationId xmlns:a16="http://schemas.microsoft.com/office/drawing/2014/main" id="{66ACE150-CFA0-4BD2-B7B4-ABFBB48DE162}"/>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8b492c3ef4914888"/>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5FEC14A-8AFF-407E-A9A7-6906ABEDD753}"/>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适用边界取决于重复性与判断风险</a:t>
            </a:r>
          </a:p>
        </p:txBody>
      </p:sp>
      <p:sp>
        <p:nvSpPr>
          <p:cNvPr id="9" name="source">
            <a:extLst xmlns:a="http://schemas.openxmlformats.org/drawingml/2006/main">
              <a:ext uri="{FF2B5EF4-FFF2-40B4-BE49-F238E27FC236}">
                <a16:creationId xmlns:a16="http://schemas.microsoft.com/office/drawing/2014/main" id="{91760A78-1B90-4BAC-B5CF-580920B00DA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left-h">
            <a:extLst xmlns:a="http://schemas.openxmlformats.org/drawingml/2006/main">
              <a:ext uri="{FF2B5EF4-FFF2-40B4-BE49-F238E27FC236}">
                <a16:creationId xmlns:a16="http://schemas.microsoft.com/office/drawing/2014/main" id="{3D7360FE-9CA9-442A-9F8A-927758CAE7EA}"/>
              </a:ext>
            </a:extLst>
          </p:cNvPr>
          <p:cNvSpPr>
            <a:spLocks xmlns:a="http://schemas.openxmlformats.org/drawingml/2006/main" noGrp="1"/>
          </p:cNvSpPr>
          <p:nvPr/>
        </p:nvSpPr>
        <p:spPr>
          <a:xfrm xmlns:a="http://schemas.openxmlformats.org/drawingml/2006/main">
            <a:off x="6096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适合受限循环</a:t>
            </a:r>
          </a:p>
        </p:txBody>
      </p:sp>
      <p:sp>
        <p:nvSpPr>
          <p:cNvPr id="11" name="right-h">
            <a:extLst xmlns:a="http://schemas.openxmlformats.org/drawingml/2006/main">
              <a:ext uri="{FF2B5EF4-FFF2-40B4-BE49-F238E27FC236}">
                <a16:creationId xmlns:a16="http://schemas.microsoft.com/office/drawing/2014/main" id="{6A53C637-0FE2-48D0-93C4-737C9120C2EB}"/>
              </a:ext>
            </a:extLst>
          </p:cNvPr>
          <p:cNvSpPr>
            <a:spLocks xmlns:a="http://schemas.openxmlformats.org/drawingml/2006/main" noGrp="1"/>
          </p:cNvSpPr>
          <p:nvPr/>
        </p:nvSpPr>
        <p:spPr>
          <a:xfrm xmlns:a="http://schemas.openxmlformats.org/drawingml/2006/main">
            <a:off x="66294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保留人工主导</a:t>
            </a:r>
          </a:p>
        </p:txBody>
      </p:sp>
      <p:sp>
        <p:nvSpPr>
          <p:cNvPr id="12" name="split">
            <a:extLst xmlns:a="http://schemas.openxmlformats.org/drawingml/2006/main">
              <a:ext uri="{FF2B5EF4-FFF2-40B4-BE49-F238E27FC236}">
                <a16:creationId xmlns:a16="http://schemas.microsoft.com/office/drawing/2014/main" id="{B2D61171-0EA8-4F5E-A3CE-BB09FD1272FB}"/>
              </a:ext>
            </a:extLst>
          </p:cNvPr>
          <p:cNvSpPr>
            <a:spLocks xmlns:a="http://schemas.openxmlformats.org/drawingml/2006/main" noGrp="1"/>
          </p:cNvSpPr>
          <p:nvPr/>
        </p:nvSpPr>
        <p:spPr>
          <a:xfrm xmlns:a="http://schemas.openxmlformats.org/drawingml/2006/main">
            <a:off x="6096000" y="1476375"/>
            <a:ext cx="9525"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list-64-217-0">
            <a:extLst xmlns:a="http://schemas.openxmlformats.org/drawingml/2006/main">
              <a:ext uri="{FF2B5EF4-FFF2-40B4-BE49-F238E27FC236}">
                <a16:creationId xmlns:a16="http://schemas.microsoft.com/office/drawing/2014/main" id="{CF32C691-93B5-4138-B4A7-14666C54CE43}"/>
              </a:ext>
            </a:extLst>
          </p:cNvPr>
          <p:cNvSpPr>
            <a:spLocks xmlns:a="http://schemas.openxmlformats.org/drawingml/2006/main" noGrp="1"/>
          </p:cNvSpPr>
          <p:nvPr/>
        </p:nvSpPr>
        <p:spPr>
          <a:xfrm xmlns:a="http://schemas.openxmlformats.org/drawingml/2006/main">
            <a:off x="6096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输入输出明确</a:t>
            </a:r>
          </a:p>
        </p:txBody>
      </p:sp>
      <p:sp>
        <p:nvSpPr>
          <p:cNvPr id="14" name="list-64-217-1">
            <a:extLst xmlns:a="http://schemas.openxmlformats.org/drawingml/2006/main">
              <a:ext uri="{FF2B5EF4-FFF2-40B4-BE49-F238E27FC236}">
                <a16:creationId xmlns:a16="http://schemas.microsoft.com/office/drawing/2014/main" id="{30F4208E-DFC8-4D2B-A492-532F7564E5B0}"/>
              </a:ext>
            </a:extLst>
          </p:cNvPr>
          <p:cNvSpPr>
            <a:spLocks xmlns:a="http://schemas.openxmlformats.org/drawingml/2006/main" noGrp="1"/>
          </p:cNvSpPr>
          <p:nvPr/>
        </p:nvSpPr>
        <p:spPr>
          <a:xfrm xmlns:a="http://schemas.openxmlformats.org/drawingml/2006/main">
            <a:off x="6096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评价标准可预先固定</a:t>
            </a:r>
          </a:p>
        </p:txBody>
      </p:sp>
      <p:sp>
        <p:nvSpPr>
          <p:cNvPr id="15" name="list-64-217-2">
            <a:extLst xmlns:a="http://schemas.openxmlformats.org/drawingml/2006/main">
              <a:ext uri="{FF2B5EF4-FFF2-40B4-BE49-F238E27FC236}">
                <a16:creationId xmlns:a16="http://schemas.microsoft.com/office/drawing/2014/main" id="{93214113-C134-49C8-BF84-3431E5E943FB}"/>
              </a:ext>
            </a:extLst>
          </p:cNvPr>
          <p:cNvSpPr>
            <a:spLocks xmlns:a="http://schemas.openxmlformats.org/drawingml/2006/main" noGrp="1"/>
          </p:cNvSpPr>
          <p:nvPr/>
        </p:nvSpPr>
        <p:spPr>
          <a:xfrm xmlns:a="http://schemas.openxmlformats.org/drawingml/2006/main">
            <a:off x="6096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失败可检测并回退</a:t>
            </a:r>
          </a:p>
        </p:txBody>
      </p:sp>
      <p:sp>
        <p:nvSpPr>
          <p:cNvPr id="16" name="list-64-217-3">
            <a:extLst xmlns:a="http://schemas.openxmlformats.org/drawingml/2006/main">
              <a:ext uri="{FF2B5EF4-FFF2-40B4-BE49-F238E27FC236}">
                <a16:creationId xmlns:a16="http://schemas.microsoft.com/office/drawing/2014/main" id="{789D5C3E-06F7-488E-AFC5-9CFF4965C565}"/>
              </a:ext>
            </a:extLst>
          </p:cNvPr>
          <p:cNvSpPr>
            <a:spLocks xmlns:a="http://schemas.openxmlformats.org/drawingml/2006/main" noGrp="1"/>
          </p:cNvSpPr>
          <p:nvPr/>
        </p:nvSpPr>
        <p:spPr>
          <a:xfrm xmlns:a="http://schemas.openxmlformats.org/drawingml/2006/main">
            <a:off x="6096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重复执行有价值</a:t>
            </a:r>
          </a:p>
        </p:txBody>
      </p:sp>
      <p:sp>
        <p:nvSpPr>
          <p:cNvPr id="17" name="list-696-217-0">
            <a:extLst xmlns:a="http://schemas.openxmlformats.org/drawingml/2006/main">
              <a:ext uri="{FF2B5EF4-FFF2-40B4-BE49-F238E27FC236}">
                <a16:creationId xmlns:a16="http://schemas.microsoft.com/office/drawing/2014/main" id="{AB295E3B-A8A4-4006-B596-D94AF61C80CA}"/>
              </a:ext>
            </a:extLst>
          </p:cNvPr>
          <p:cNvSpPr>
            <a:spLocks xmlns:a="http://schemas.openxmlformats.org/drawingml/2006/main" noGrp="1"/>
          </p:cNvSpPr>
          <p:nvPr/>
        </p:nvSpPr>
        <p:spPr>
          <a:xfrm xmlns:a="http://schemas.openxmlformats.org/drawingml/2006/main">
            <a:off x="66294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研究问题仍在形成</a:t>
            </a:r>
          </a:p>
        </p:txBody>
      </p:sp>
      <p:sp>
        <p:nvSpPr>
          <p:cNvPr id="18" name="list-696-217-1">
            <a:extLst xmlns:a="http://schemas.openxmlformats.org/drawingml/2006/main">
              <a:ext uri="{FF2B5EF4-FFF2-40B4-BE49-F238E27FC236}">
                <a16:creationId xmlns:a16="http://schemas.microsoft.com/office/drawing/2014/main" id="{6775B39B-5858-4015-8084-01E9398ED856}"/>
              </a:ext>
            </a:extLst>
          </p:cNvPr>
          <p:cNvSpPr>
            <a:spLocks xmlns:a="http://schemas.openxmlformats.org/drawingml/2006/main" noGrp="1"/>
          </p:cNvSpPr>
          <p:nvPr/>
        </p:nvSpPr>
        <p:spPr>
          <a:xfrm xmlns:a="http://schemas.openxmlformats.org/drawingml/2006/main">
            <a:off x="66294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评价协议需要不断改写</a:t>
            </a:r>
          </a:p>
        </p:txBody>
      </p:sp>
      <p:sp>
        <p:nvSpPr>
          <p:cNvPr id="19" name="list-696-217-2">
            <a:extLst xmlns:a="http://schemas.openxmlformats.org/drawingml/2006/main">
              <a:ext uri="{FF2B5EF4-FFF2-40B4-BE49-F238E27FC236}">
                <a16:creationId xmlns:a16="http://schemas.microsoft.com/office/drawing/2014/main" id="{F711A956-8A6B-4DDF-ADDD-3C888E1AAB85}"/>
              </a:ext>
            </a:extLst>
          </p:cNvPr>
          <p:cNvSpPr>
            <a:spLocks xmlns:a="http://schemas.openxmlformats.org/drawingml/2006/main" noGrp="1"/>
          </p:cNvSpPr>
          <p:nvPr/>
        </p:nvSpPr>
        <p:spPr>
          <a:xfrm xmlns:a="http://schemas.openxmlformats.org/drawingml/2006/main">
            <a:off x="66294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涉及高风险外部动作</a:t>
            </a:r>
          </a:p>
        </p:txBody>
      </p:sp>
      <p:sp>
        <p:nvSpPr>
          <p:cNvPr id="20" name="list-696-217-3">
            <a:extLst xmlns:a="http://schemas.openxmlformats.org/drawingml/2006/main">
              <a:ext uri="{FF2B5EF4-FFF2-40B4-BE49-F238E27FC236}">
                <a16:creationId xmlns:a16="http://schemas.microsoft.com/office/drawing/2014/main" id="{652CCB98-3C6F-4620-A03C-A16F61BE1F1A}"/>
              </a:ext>
            </a:extLst>
          </p:cNvPr>
          <p:cNvSpPr>
            <a:spLocks xmlns:a="http://schemas.openxmlformats.org/drawingml/2006/main" noGrp="1"/>
          </p:cNvSpPr>
          <p:nvPr/>
        </p:nvSpPr>
        <p:spPr>
          <a:xfrm xmlns:a="http://schemas.openxmlformats.org/drawingml/2006/main">
            <a:off x="66294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无法保留失败与审计</a:t>
            </a:r>
          </a:p>
        </p:txBody>
      </p:sp>
    </p:spTree>
    <p:extLst>
      <p:ext uri="{BB962C8B-B14F-4D97-AF65-F5344CB8AC3E}">
        <p14:creationId xmlns:p14="http://schemas.microsoft.com/office/powerpoint/2010/main" val="144372840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指标定义在循环启动前冻结</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8C630A04-5A25-9E0C-9436-126091DB86B3}" type="slidenum">
              <a:t>6</a:t>
            </a:fld>
            <a:endParaRPr/>
          </a:p>
        </p:txBody>
      </p:sp>
      <p:sp>
        <p:nvSpPr>
          <p:cNvPr id="6" name="brand-header">
            <a:extLst xmlns:a="http://schemas.openxmlformats.org/drawingml/2006/main">
              <a:ext uri="{FF2B5EF4-FFF2-40B4-BE49-F238E27FC236}">
                <a16:creationId xmlns:a16="http://schemas.microsoft.com/office/drawing/2014/main" id="{1382AAB8-72DC-417F-A4C1-7747B5BC221A}"/>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18ca08bcae44709"/>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0D6A27B3-4275-4447-AECE-570F9053DE1B}"/>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指标定义在循环启动前冻结</a:t>
            </a:r>
          </a:p>
        </p:txBody>
      </p:sp>
      <p:sp>
        <p:nvSpPr>
          <p:cNvPr id="9" name="source">
            <a:extLst xmlns:a="http://schemas.openxmlformats.org/drawingml/2006/main">
              <a:ext uri="{FF2B5EF4-FFF2-40B4-BE49-F238E27FC236}">
                <a16:creationId xmlns:a16="http://schemas.microsoft.com/office/drawing/2014/main" id="{C5C2157C-3152-49AE-A53A-82B2DB94009E}"/>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doc-8-bg">
            <a:extLst xmlns:a="http://schemas.openxmlformats.org/drawingml/2006/main">
              <a:ext uri="{FF2B5EF4-FFF2-40B4-BE49-F238E27FC236}">
                <a16:creationId xmlns:a16="http://schemas.microsoft.com/office/drawing/2014/main" id="{E4D9C28D-2A4E-4002-8E11-E15BB4302F34}"/>
              </a:ext>
            </a:extLst>
          </p:cNvPr>
          <p:cNvSpPr>
            <a:spLocks xmlns:a="http://schemas.openxmlformats.org/drawingml/2006/main" noGrp="1"/>
          </p:cNvSpPr>
          <p:nvPr/>
        </p:nvSpPr>
        <p:spPr>
          <a:xfrm xmlns:a="http://schemas.openxmlformats.org/drawingml/2006/main">
            <a:off x="609600" y="1381125"/>
            <a:ext cx="6858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8-title-bg">
            <a:extLst xmlns:a="http://schemas.openxmlformats.org/drawingml/2006/main">
              <a:ext uri="{FF2B5EF4-FFF2-40B4-BE49-F238E27FC236}">
                <a16:creationId xmlns:a16="http://schemas.microsoft.com/office/drawing/2014/main" id="{C82BF2A8-5991-47AD-A918-F8B487A8AA48}"/>
              </a:ext>
            </a:extLst>
          </p:cNvPr>
          <p:cNvSpPr>
            <a:spLocks xmlns:a="http://schemas.openxmlformats.org/drawingml/2006/main" noGrp="1"/>
          </p:cNvSpPr>
          <p:nvPr/>
        </p:nvSpPr>
        <p:spPr>
          <a:xfrm xmlns:a="http://schemas.openxmlformats.org/drawingml/2006/main">
            <a:off x="609600"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8-title">
            <a:extLst xmlns:a="http://schemas.openxmlformats.org/drawingml/2006/main">
              <a:ext uri="{FF2B5EF4-FFF2-40B4-BE49-F238E27FC236}">
                <a16:creationId xmlns:a16="http://schemas.microsoft.com/office/drawing/2014/main" id="{014499E1-728E-434D-8278-3A7A12959AD4}"/>
              </a:ext>
            </a:extLst>
          </p:cNvPr>
          <p:cNvSpPr>
            <a:spLocks xmlns:a="http://schemas.openxmlformats.org/drawingml/2006/main" noGrp="1"/>
          </p:cNvSpPr>
          <p:nvPr/>
        </p:nvSpPr>
        <p:spPr>
          <a:xfrm xmlns:a="http://schemas.openxmlformats.org/drawingml/2006/main">
            <a:off x="685800"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metric.yaml｜v1.2</a:t>
            </a:r>
          </a:p>
        </p:txBody>
      </p:sp>
      <p:sp>
        <p:nvSpPr>
          <p:cNvPr id="13" name="doc-8-line-0">
            <a:extLst xmlns:a="http://schemas.openxmlformats.org/drawingml/2006/main">
              <a:ext uri="{FF2B5EF4-FFF2-40B4-BE49-F238E27FC236}">
                <a16:creationId xmlns:a16="http://schemas.microsoft.com/office/drawing/2014/main" id="{7F46D4C6-D14C-4056-86BF-50C496204D88}"/>
              </a:ext>
            </a:extLst>
          </p:cNvPr>
          <p:cNvSpPr>
            <a:spLocks xmlns:a="http://schemas.openxmlformats.org/drawingml/2006/main" noGrp="1"/>
          </p:cNvSpPr>
          <p:nvPr/>
        </p:nvSpPr>
        <p:spPr>
          <a:xfrm xmlns:a="http://schemas.openxmlformats.org/drawingml/2006/main">
            <a:off x="838200" y="187642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name: qualifying_condition_omission_rate</a:t>
            </a:r>
          </a:p>
        </p:txBody>
      </p:sp>
      <p:sp>
        <p:nvSpPr>
          <p:cNvPr id="14" name="doc-8-line-1">
            <a:extLst xmlns:a="http://schemas.openxmlformats.org/drawingml/2006/main">
              <a:ext uri="{FF2B5EF4-FFF2-40B4-BE49-F238E27FC236}">
                <a16:creationId xmlns:a16="http://schemas.microsoft.com/office/drawing/2014/main" id="{71C34D35-667B-4D15-83E5-4D70775A484F}"/>
              </a:ext>
            </a:extLst>
          </p:cNvPr>
          <p:cNvSpPr>
            <a:spLocks xmlns:a="http://schemas.openxmlformats.org/drawingml/2006/main" noGrp="1"/>
          </p:cNvSpPr>
          <p:nvPr/>
        </p:nvSpPr>
        <p:spPr>
          <a:xfrm xmlns:a="http://schemas.openxmlformats.org/drawingml/2006/main">
            <a:off x="838200" y="255841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numerator: omitted_gold_conditions</a:t>
            </a:r>
          </a:p>
        </p:txBody>
      </p:sp>
      <p:sp>
        <p:nvSpPr>
          <p:cNvPr id="15" name="doc-8-line-2">
            <a:extLst xmlns:a="http://schemas.openxmlformats.org/drawingml/2006/main">
              <a:ext uri="{FF2B5EF4-FFF2-40B4-BE49-F238E27FC236}">
                <a16:creationId xmlns:a16="http://schemas.microsoft.com/office/drawing/2014/main" id="{55DA18A4-488C-48E3-90AA-4D231E642697}"/>
              </a:ext>
            </a:extLst>
          </p:cNvPr>
          <p:cNvSpPr>
            <a:spLocks xmlns:a="http://schemas.openxmlformats.org/drawingml/2006/main" noGrp="1"/>
          </p:cNvSpPr>
          <p:nvPr/>
        </p:nvSpPr>
        <p:spPr>
          <a:xfrm xmlns:a="http://schemas.openxmlformats.org/drawingml/2006/main">
            <a:off x="838200" y="324040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denominator: gold_conditions</a:t>
            </a:r>
          </a:p>
        </p:txBody>
      </p:sp>
      <p:sp>
        <p:nvSpPr>
          <p:cNvPr id="16" name="doc-8-line-3">
            <a:extLst xmlns:a="http://schemas.openxmlformats.org/drawingml/2006/main">
              <a:ext uri="{FF2B5EF4-FFF2-40B4-BE49-F238E27FC236}">
                <a16:creationId xmlns:a16="http://schemas.microsoft.com/office/drawing/2014/main" id="{FC39F621-70AD-4EDD-B864-DA174E9DCD0D}"/>
              </a:ext>
            </a:extLst>
          </p:cNvPr>
          <p:cNvSpPr>
            <a:spLocks xmlns:a="http://schemas.openxmlformats.org/drawingml/2006/main" noGrp="1"/>
          </p:cNvSpPr>
          <p:nvPr/>
        </p:nvSpPr>
        <p:spPr>
          <a:xfrm xmlns:a="http://schemas.openxmlformats.org/drawingml/2006/main">
            <a:off x="838200" y="392239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missing_output: count_as_omission</a:t>
            </a:r>
          </a:p>
        </p:txBody>
      </p:sp>
      <p:sp>
        <p:nvSpPr>
          <p:cNvPr id="17" name="doc-8-line-4">
            <a:extLst xmlns:a="http://schemas.openxmlformats.org/drawingml/2006/main">
              <a:ext uri="{FF2B5EF4-FFF2-40B4-BE49-F238E27FC236}">
                <a16:creationId xmlns:a16="http://schemas.microsoft.com/office/drawing/2014/main" id="{C9D96DE9-04F9-47AA-8996-94A1DAE608C4}"/>
              </a:ext>
            </a:extLst>
          </p:cNvPr>
          <p:cNvSpPr>
            <a:spLocks xmlns:a="http://schemas.openxmlformats.org/drawingml/2006/main" noGrp="1"/>
          </p:cNvSpPr>
          <p:nvPr/>
        </p:nvSpPr>
        <p:spPr>
          <a:xfrm xmlns:a="http://schemas.openxmlformats.org/drawingml/2006/main">
            <a:off x="838200" y="460438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rubric: human_gold_v1.2</a:t>
            </a:r>
          </a:p>
        </p:txBody>
      </p:sp>
      <p:sp>
        <p:nvSpPr>
          <p:cNvPr id="18" name="locked">
            <a:extLst xmlns:a="http://schemas.openxmlformats.org/drawingml/2006/main">
              <a:ext uri="{FF2B5EF4-FFF2-40B4-BE49-F238E27FC236}">
                <a16:creationId xmlns:a16="http://schemas.microsoft.com/office/drawing/2014/main" id="{2BE0BC53-69D6-440E-9E20-9FF1661DCDEA}"/>
              </a:ext>
            </a:extLst>
          </p:cNvPr>
          <p:cNvSpPr>
            <a:spLocks xmlns:a="http://schemas.openxmlformats.org/drawingml/2006/main" noGrp="1"/>
          </p:cNvSpPr>
          <p:nvPr/>
        </p:nvSpPr>
        <p:spPr>
          <a:xfrm xmlns:a="http://schemas.openxmlformats.org/drawingml/2006/main">
            <a:off x="8001000" y="20002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600" b="1">
                <a:solidFill>
                  <a:srgbClr val="C8161E"/>
                </a:solidFill>
                <a:latin typeface="微软雅黑"/>
                <a:ea typeface="微软雅黑"/>
                <a:cs typeface="微软雅黑"/>
              </a:defRPr>
            </a:pPr>
            <a:r>
              <a:rPr sz="2600" b="1">
                <a:solidFill>
                  <a:srgbClr val="C8161E"/>
                </a:solidFill>
                <a:latin typeface="微软雅黑"/>
                <a:ea typeface="微软雅黑"/>
                <a:cs typeface="微软雅黑"/>
              </a:rPr>
              <a:t>运行期间不可写</a:t>
            </a:r>
          </a:p>
        </p:txBody>
      </p:sp>
      <p:sp>
        <p:nvSpPr>
          <p:cNvPr id="19" name="list-850-300-0">
            <a:extLst xmlns:a="http://schemas.openxmlformats.org/drawingml/2006/main">
              <a:ext uri="{FF2B5EF4-FFF2-40B4-BE49-F238E27FC236}">
                <a16:creationId xmlns:a16="http://schemas.microsoft.com/office/drawing/2014/main" id="{C7E4D41D-E7D9-45D8-98DE-DC8912B32DA4}"/>
              </a:ext>
            </a:extLst>
          </p:cNvPr>
          <p:cNvSpPr>
            <a:spLocks xmlns:a="http://schemas.openxmlformats.org/drawingml/2006/main" noGrp="1"/>
          </p:cNvSpPr>
          <p:nvPr/>
        </p:nvSpPr>
        <p:spPr>
          <a:xfrm xmlns:a="http://schemas.openxmlformats.org/drawingml/2006/main">
            <a:off x="8096250" y="28575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0">
                <a:solidFill>
                  <a:srgbClr val="27333D"/>
                </a:solidFill>
                <a:latin typeface="微软雅黑"/>
                <a:ea typeface="微软雅黑"/>
                <a:cs typeface="微软雅黑"/>
              </a:defRPr>
            </a:pPr>
            <a:r>
              <a:rPr sz="2000" b="0">
                <a:solidFill>
                  <a:srgbClr val="27333D"/>
                </a:solidFill>
                <a:latin typeface="微软雅黑"/>
                <a:ea typeface="微软雅黑"/>
                <a:cs typeface="微软雅黑"/>
              </a:rPr>
              <a:t>× 不能换更容易的指标</a:t>
            </a:r>
          </a:p>
        </p:txBody>
      </p:sp>
      <p:sp>
        <p:nvSpPr>
          <p:cNvPr id="20" name="list-850-300-1">
            <a:extLst xmlns:a="http://schemas.openxmlformats.org/drawingml/2006/main">
              <a:ext uri="{FF2B5EF4-FFF2-40B4-BE49-F238E27FC236}">
                <a16:creationId xmlns:a16="http://schemas.microsoft.com/office/drawing/2014/main" id="{D543FF52-BE59-43C8-8159-92ECA5DCDEFE}"/>
              </a:ext>
            </a:extLst>
          </p:cNvPr>
          <p:cNvSpPr>
            <a:spLocks xmlns:a="http://schemas.openxmlformats.org/drawingml/2006/main" noGrp="1"/>
          </p:cNvSpPr>
          <p:nvPr/>
        </p:nvSpPr>
        <p:spPr>
          <a:xfrm xmlns:a="http://schemas.openxmlformats.org/drawingml/2006/main">
            <a:off x="8096250" y="33147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0">
                <a:solidFill>
                  <a:srgbClr val="27333D"/>
                </a:solidFill>
                <a:latin typeface="微软雅黑"/>
                <a:ea typeface="微软雅黑"/>
                <a:cs typeface="微软雅黑"/>
              </a:defRPr>
            </a:pPr>
            <a:r>
              <a:rPr sz="2000" b="0">
                <a:solidFill>
                  <a:srgbClr val="27333D"/>
                </a:solidFill>
                <a:latin typeface="微软雅黑"/>
                <a:ea typeface="微软雅黑"/>
                <a:cs typeface="微软雅黑"/>
              </a:rPr>
              <a:t>× 不能删除失败样本</a:t>
            </a:r>
          </a:p>
        </p:txBody>
      </p:sp>
      <p:sp>
        <p:nvSpPr>
          <p:cNvPr id="21" name="list-850-300-2">
            <a:extLst xmlns:a="http://schemas.openxmlformats.org/drawingml/2006/main">
              <a:ext uri="{FF2B5EF4-FFF2-40B4-BE49-F238E27FC236}">
                <a16:creationId xmlns:a16="http://schemas.microsoft.com/office/drawing/2014/main" id="{B649C224-1380-4850-9E13-ABD517DFE89B}"/>
              </a:ext>
            </a:extLst>
          </p:cNvPr>
          <p:cNvSpPr>
            <a:spLocks xmlns:a="http://schemas.openxmlformats.org/drawingml/2006/main" noGrp="1"/>
          </p:cNvSpPr>
          <p:nvPr/>
        </p:nvSpPr>
        <p:spPr>
          <a:xfrm xmlns:a="http://schemas.openxmlformats.org/drawingml/2006/main">
            <a:off x="8096250" y="37719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0">
                <a:solidFill>
                  <a:srgbClr val="27333D"/>
                </a:solidFill>
                <a:latin typeface="微软雅黑"/>
                <a:ea typeface="微软雅黑"/>
                <a:cs typeface="微软雅黑"/>
              </a:defRPr>
            </a:pPr>
            <a:r>
              <a:rPr sz="2000" b="0">
                <a:solidFill>
                  <a:srgbClr val="27333D"/>
                </a:solidFill>
                <a:latin typeface="微软雅黑"/>
                <a:ea typeface="微软雅黑"/>
                <a:cs typeface="微软雅黑"/>
              </a:rPr>
              <a:t>× 不能改变人工基准</a:t>
            </a:r>
          </a:p>
        </p:txBody>
      </p:sp>
      <p:sp>
        <p:nvSpPr>
          <p:cNvPr id="23" name="fiction">
            <a:extLst xmlns:a="http://schemas.openxmlformats.org/drawingml/2006/main">
              <a:ext uri="{FF2B5EF4-FFF2-40B4-BE49-F238E27FC236}">
                <a16:creationId xmlns:a16="http://schemas.microsoft.com/office/drawing/2014/main" id="{B82D1743-C9E2-448A-91D4-6135A602DAF3}"/>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课程虚构教学工件</a:t>
            </a:r>
          </a:p>
        </p:txBody>
      </p:sp>
    </p:spTree>
    <p:extLst>
      <p:ext uri="{BB962C8B-B14F-4D97-AF65-F5344CB8AC3E}">
        <p14:creationId xmlns:p14="http://schemas.microsoft.com/office/powerpoint/2010/main" val="144372840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预算与停止条件写进运行序列</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3D7D1C8-AE23-AA48-DF65-C742588DBE47}" type="slidenum">
              <a:t>7</a:t>
            </a:fld>
            <a:endParaRPr/>
          </a:p>
        </p:txBody>
      </p:sp>
      <p:sp>
        <p:nvSpPr>
          <p:cNvPr id="6" name="brand-header">
            <a:extLst xmlns:a="http://schemas.openxmlformats.org/drawingml/2006/main">
              <a:ext uri="{FF2B5EF4-FFF2-40B4-BE49-F238E27FC236}">
                <a16:creationId xmlns:a16="http://schemas.microsoft.com/office/drawing/2014/main" id="{7D40FB45-4A27-4052-BE7D-2DF0D8FF6678}"/>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2693de53bd764c04"/>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69E283D8-7E9D-4581-A393-409DFEA5BD71}"/>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预算与停止条件写进运行序列</a:t>
            </a:r>
          </a:p>
        </p:txBody>
      </p:sp>
      <p:sp>
        <p:nvSpPr>
          <p:cNvPr id="9" name="source">
            <a:extLst xmlns:a="http://schemas.openxmlformats.org/drawingml/2006/main">
              <a:ext uri="{FF2B5EF4-FFF2-40B4-BE49-F238E27FC236}">
                <a16:creationId xmlns:a16="http://schemas.microsoft.com/office/drawing/2014/main" id="{F5B8BBE2-108F-4A02-948C-E04C28F5BE4A}"/>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801F8F48-6111-4338-BD3C-D03FB693B59B}"/>
              </a:ext>
            </a:extLst>
          </p:cNvPr>
          <p:cNvSpPr>
            <a:spLocks xmlns:a="http://schemas.openxmlformats.org/drawingml/2006/main" noGrp="1"/>
          </p:cNvSpPr>
          <p:nvPr/>
        </p:nvSpPr>
        <p:spPr>
          <a:xfrm xmlns:a="http://schemas.openxmlformats.org/drawingml/2006/main">
            <a:off x="666750"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E067003D-59F0-438D-8052-258E80D48559}"/>
              </a:ext>
            </a:extLst>
          </p:cNvPr>
          <p:cNvSpPr>
            <a:spLocks xmlns:a="http://schemas.openxmlformats.org/drawingml/2006/main" noGrp="1"/>
          </p:cNvSpPr>
          <p:nvPr/>
        </p:nvSpPr>
        <p:spPr>
          <a:xfrm xmlns:a="http://schemas.openxmlformats.org/drawingml/2006/main">
            <a:off x="666750"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启动</a:t>
            </a:r>
          </a:p>
        </p:txBody>
      </p:sp>
      <p:sp>
        <p:nvSpPr>
          <p:cNvPr id="12" name="chain-arrow-0">
            <a:extLst xmlns:a="http://schemas.openxmlformats.org/drawingml/2006/main">
              <a:ext uri="{FF2B5EF4-FFF2-40B4-BE49-F238E27FC236}">
                <a16:creationId xmlns:a16="http://schemas.microsoft.com/office/drawing/2014/main" id="{11FA3E43-9439-4954-ADEB-5782B18B5572}"/>
              </a:ext>
            </a:extLst>
          </p:cNvPr>
          <p:cNvSpPr>
            <a:spLocks xmlns:a="http://schemas.openxmlformats.org/drawingml/2006/main" noGrp="1"/>
          </p:cNvSpPr>
          <p:nvPr/>
        </p:nvSpPr>
        <p:spPr>
          <a:xfrm xmlns:a="http://schemas.openxmlformats.org/drawingml/2006/main">
            <a:off x="2333625"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A489D1D1-8019-446A-8413-C059EBDA46C8}"/>
              </a:ext>
            </a:extLst>
          </p:cNvPr>
          <p:cNvSpPr>
            <a:spLocks xmlns:a="http://schemas.openxmlformats.org/drawingml/2006/main" noGrp="1"/>
          </p:cNvSpPr>
          <p:nvPr/>
        </p:nvSpPr>
        <p:spPr>
          <a:xfrm xmlns:a="http://schemas.openxmlformats.org/drawingml/2006/main">
            <a:off x="666750"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冻结承诺</a:t>
            </a:r>
          </a:p>
        </p:txBody>
      </p:sp>
      <p:sp>
        <p:nvSpPr>
          <p:cNvPr id="14" name="chain-line-1">
            <a:extLst xmlns:a="http://schemas.openxmlformats.org/drawingml/2006/main">
              <a:ext uri="{FF2B5EF4-FFF2-40B4-BE49-F238E27FC236}">
                <a16:creationId xmlns:a16="http://schemas.microsoft.com/office/drawing/2014/main" id="{85E25FBF-FEAE-4CA8-AFDA-091294DFFD73}"/>
              </a:ext>
            </a:extLst>
          </p:cNvPr>
          <p:cNvSpPr>
            <a:spLocks xmlns:a="http://schemas.openxmlformats.org/drawingml/2006/main" noGrp="1"/>
          </p:cNvSpPr>
          <p:nvPr/>
        </p:nvSpPr>
        <p:spPr>
          <a:xfrm xmlns:a="http://schemas.openxmlformats.org/drawingml/2006/main">
            <a:off x="2917031"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F5E77D4E-AB41-475E-83C1-A53B74CF99C2}"/>
              </a:ext>
            </a:extLst>
          </p:cNvPr>
          <p:cNvSpPr>
            <a:spLocks xmlns:a="http://schemas.openxmlformats.org/drawingml/2006/main" noGrp="1"/>
          </p:cNvSpPr>
          <p:nvPr/>
        </p:nvSpPr>
        <p:spPr>
          <a:xfrm xmlns:a="http://schemas.openxmlformats.org/drawingml/2006/main">
            <a:off x="2917031"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预算 1/3</a:t>
            </a:r>
          </a:p>
        </p:txBody>
      </p:sp>
      <p:sp>
        <p:nvSpPr>
          <p:cNvPr id="16" name="chain-arrow-1">
            <a:extLst xmlns:a="http://schemas.openxmlformats.org/drawingml/2006/main">
              <a:ext uri="{FF2B5EF4-FFF2-40B4-BE49-F238E27FC236}">
                <a16:creationId xmlns:a16="http://schemas.microsoft.com/office/drawing/2014/main" id="{0044E86F-7586-4F3D-B5E0-88D05F2170C7}"/>
              </a:ext>
            </a:extLst>
          </p:cNvPr>
          <p:cNvSpPr>
            <a:spLocks xmlns:a="http://schemas.openxmlformats.org/drawingml/2006/main" noGrp="1"/>
          </p:cNvSpPr>
          <p:nvPr/>
        </p:nvSpPr>
        <p:spPr>
          <a:xfrm xmlns:a="http://schemas.openxmlformats.org/drawingml/2006/main">
            <a:off x="4583906"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3E7E5DBC-882E-4257-8D76-85B756443128}"/>
              </a:ext>
            </a:extLst>
          </p:cNvPr>
          <p:cNvSpPr>
            <a:spLocks xmlns:a="http://schemas.openxmlformats.org/drawingml/2006/main" noGrp="1"/>
          </p:cNvSpPr>
          <p:nvPr/>
        </p:nvSpPr>
        <p:spPr>
          <a:xfrm xmlns:a="http://schemas.openxmlformats.org/drawingml/2006/main">
            <a:off x="2917031"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调用 / token</a:t>
            </a:r>
          </a:p>
        </p:txBody>
      </p:sp>
      <p:sp>
        <p:nvSpPr>
          <p:cNvPr id="18" name="chain-line-2">
            <a:extLst xmlns:a="http://schemas.openxmlformats.org/drawingml/2006/main">
              <a:ext uri="{FF2B5EF4-FFF2-40B4-BE49-F238E27FC236}">
                <a16:creationId xmlns:a16="http://schemas.microsoft.com/office/drawing/2014/main" id="{30D9CFD9-FAAC-49EC-AFCA-284908E42F7F}"/>
              </a:ext>
            </a:extLst>
          </p:cNvPr>
          <p:cNvSpPr>
            <a:spLocks xmlns:a="http://schemas.openxmlformats.org/drawingml/2006/main" noGrp="1"/>
          </p:cNvSpPr>
          <p:nvPr/>
        </p:nvSpPr>
        <p:spPr>
          <a:xfrm xmlns:a="http://schemas.openxmlformats.org/drawingml/2006/main">
            <a:off x="5167313"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D83B89AB-3CBA-4F21-BCD9-098A3CDDD909}"/>
              </a:ext>
            </a:extLst>
          </p:cNvPr>
          <p:cNvSpPr>
            <a:spLocks xmlns:a="http://schemas.openxmlformats.org/drawingml/2006/main" noGrp="1"/>
          </p:cNvSpPr>
          <p:nvPr/>
        </p:nvSpPr>
        <p:spPr>
          <a:xfrm xmlns:a="http://schemas.openxmlformats.org/drawingml/2006/main">
            <a:off x="5167313"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预算 2/3</a:t>
            </a:r>
          </a:p>
        </p:txBody>
      </p:sp>
      <p:sp>
        <p:nvSpPr>
          <p:cNvPr id="20" name="chain-arrow-2">
            <a:extLst xmlns:a="http://schemas.openxmlformats.org/drawingml/2006/main">
              <a:ext uri="{FF2B5EF4-FFF2-40B4-BE49-F238E27FC236}">
                <a16:creationId xmlns:a16="http://schemas.microsoft.com/office/drawing/2014/main" id="{1F11E412-1ACF-4481-A47B-010C5753C167}"/>
              </a:ext>
            </a:extLst>
          </p:cNvPr>
          <p:cNvSpPr>
            <a:spLocks xmlns:a="http://schemas.openxmlformats.org/drawingml/2006/main" noGrp="1"/>
          </p:cNvSpPr>
          <p:nvPr/>
        </p:nvSpPr>
        <p:spPr>
          <a:xfrm xmlns:a="http://schemas.openxmlformats.org/drawingml/2006/main">
            <a:off x="6834188"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951A7187-69B6-4A9D-8C3A-A4167343B8FD}"/>
              </a:ext>
            </a:extLst>
          </p:cNvPr>
          <p:cNvSpPr>
            <a:spLocks xmlns:a="http://schemas.openxmlformats.org/drawingml/2006/main" noGrp="1"/>
          </p:cNvSpPr>
          <p:nvPr/>
        </p:nvSpPr>
        <p:spPr>
          <a:xfrm xmlns:a="http://schemas.openxmlformats.org/drawingml/2006/main">
            <a:off x="5167313"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时间 / 运行数</a:t>
            </a:r>
          </a:p>
        </p:txBody>
      </p:sp>
      <p:sp>
        <p:nvSpPr>
          <p:cNvPr id="22" name="chain-line-3">
            <a:extLst xmlns:a="http://schemas.openxmlformats.org/drawingml/2006/main">
              <a:ext uri="{FF2B5EF4-FFF2-40B4-BE49-F238E27FC236}">
                <a16:creationId xmlns:a16="http://schemas.microsoft.com/office/drawing/2014/main" id="{17F01009-ECC0-4280-BC76-6EC998EF7EE3}"/>
              </a:ext>
            </a:extLst>
          </p:cNvPr>
          <p:cNvSpPr>
            <a:spLocks xmlns:a="http://schemas.openxmlformats.org/drawingml/2006/main" noGrp="1"/>
          </p:cNvSpPr>
          <p:nvPr/>
        </p:nvSpPr>
        <p:spPr>
          <a:xfrm xmlns:a="http://schemas.openxmlformats.org/drawingml/2006/main">
            <a:off x="7417594"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DB6C1A3F-985E-4E20-BCE3-7E908048B405}"/>
              </a:ext>
            </a:extLst>
          </p:cNvPr>
          <p:cNvSpPr>
            <a:spLocks xmlns:a="http://schemas.openxmlformats.org/drawingml/2006/main" noGrp="1"/>
          </p:cNvSpPr>
          <p:nvPr/>
        </p:nvSpPr>
        <p:spPr>
          <a:xfrm xmlns:a="http://schemas.openxmlformats.org/drawingml/2006/main">
            <a:off x="7417594"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正常停止</a:t>
            </a:r>
          </a:p>
        </p:txBody>
      </p:sp>
      <p:sp>
        <p:nvSpPr>
          <p:cNvPr id="24" name="chain-arrow-3">
            <a:extLst xmlns:a="http://schemas.openxmlformats.org/drawingml/2006/main">
              <a:ext uri="{FF2B5EF4-FFF2-40B4-BE49-F238E27FC236}">
                <a16:creationId xmlns:a16="http://schemas.microsoft.com/office/drawing/2014/main" id="{ADFD486B-88F8-496F-A283-88FFC122364C}"/>
              </a:ext>
            </a:extLst>
          </p:cNvPr>
          <p:cNvSpPr>
            <a:spLocks xmlns:a="http://schemas.openxmlformats.org/drawingml/2006/main" noGrp="1"/>
          </p:cNvSpPr>
          <p:nvPr/>
        </p:nvSpPr>
        <p:spPr>
          <a:xfrm xmlns:a="http://schemas.openxmlformats.org/drawingml/2006/main">
            <a:off x="9084469"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5" name="chain-sub-3">
            <a:extLst xmlns:a="http://schemas.openxmlformats.org/drawingml/2006/main">
              <a:ext uri="{FF2B5EF4-FFF2-40B4-BE49-F238E27FC236}">
                <a16:creationId xmlns:a16="http://schemas.microsoft.com/office/drawing/2014/main" id="{6B1E7965-69F5-4A40-B87A-C9209DCCF84B}"/>
              </a:ext>
            </a:extLst>
          </p:cNvPr>
          <p:cNvSpPr>
            <a:spLocks xmlns:a="http://schemas.openxmlformats.org/drawingml/2006/main" noGrp="1"/>
          </p:cNvSpPr>
          <p:nvPr/>
        </p:nvSpPr>
        <p:spPr>
          <a:xfrm xmlns:a="http://schemas.openxmlformats.org/drawingml/2006/main">
            <a:off x="7417594"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预算耗尽或队列完成</a:t>
            </a:r>
          </a:p>
        </p:txBody>
      </p:sp>
      <p:sp>
        <p:nvSpPr>
          <p:cNvPr id="26" name="chain-line-4">
            <a:extLst xmlns:a="http://schemas.openxmlformats.org/drawingml/2006/main">
              <a:ext uri="{FF2B5EF4-FFF2-40B4-BE49-F238E27FC236}">
                <a16:creationId xmlns:a16="http://schemas.microsoft.com/office/drawing/2014/main" id="{D63D7A60-BB95-49D3-BAD8-72D458DDB649}"/>
              </a:ext>
            </a:extLst>
          </p:cNvPr>
          <p:cNvSpPr>
            <a:spLocks xmlns:a="http://schemas.openxmlformats.org/drawingml/2006/main" noGrp="1"/>
          </p:cNvSpPr>
          <p:nvPr/>
        </p:nvSpPr>
        <p:spPr>
          <a:xfrm xmlns:a="http://schemas.openxmlformats.org/drawingml/2006/main">
            <a:off x="9667875" y="2724150"/>
            <a:ext cx="1666875" cy="14288"/>
          </a:xfrm>
          <a:prstGeom xmlns:a="http://schemas.openxmlformats.org/drawingml/2006/main" prst="rect">
            <a:avLst/>
          </a:prstGeom>
          <a:solidFill xmlns:a="http://schemas.openxmlformats.org/drawingml/2006/main">
            <a:srgbClr val="C8161E"/>
          </a:solidFill>
          <a:ln xmlns:a="http://schemas.openxmlformats.org/drawingml/2006/main" w="0">
            <a:noFill/>
          </a:ln>
        </p:spPr>
      </p:sp>
      <p:sp>
        <p:nvSpPr>
          <p:cNvPr id="27" name="chain-4">
            <a:extLst xmlns:a="http://schemas.openxmlformats.org/drawingml/2006/main">
              <a:ext uri="{FF2B5EF4-FFF2-40B4-BE49-F238E27FC236}">
                <a16:creationId xmlns:a16="http://schemas.microsoft.com/office/drawing/2014/main" id="{A49A75BF-7110-4C6A-B5BC-25267CA06DFB}"/>
              </a:ext>
            </a:extLst>
          </p:cNvPr>
          <p:cNvSpPr>
            <a:spLocks xmlns:a="http://schemas.openxmlformats.org/drawingml/2006/main" noGrp="1"/>
          </p:cNvSpPr>
          <p:nvPr/>
        </p:nvSpPr>
        <p:spPr>
          <a:xfrm xmlns:a="http://schemas.openxmlformats.org/drawingml/2006/main">
            <a:off x="9667875"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C8161E"/>
                </a:solidFill>
                <a:latin typeface="微软雅黑"/>
                <a:ea typeface="微软雅黑"/>
                <a:cs typeface="微软雅黑"/>
              </a:defRPr>
            </a:pPr>
            <a:r>
              <a:rPr sz="2200" b="0">
                <a:solidFill>
                  <a:srgbClr val="C8161E"/>
                </a:solidFill>
                <a:latin typeface="微软雅黑"/>
                <a:ea typeface="微软雅黑"/>
                <a:cs typeface="微软雅黑"/>
              </a:rPr>
              <a:t>协议性停止</a:t>
            </a:r>
          </a:p>
        </p:txBody>
      </p:sp>
      <p:sp>
        <p:nvSpPr>
          <p:cNvPr id="28" name="chain-sub-4">
            <a:extLst xmlns:a="http://schemas.openxmlformats.org/drawingml/2006/main">
              <a:ext uri="{FF2B5EF4-FFF2-40B4-BE49-F238E27FC236}">
                <a16:creationId xmlns:a16="http://schemas.microsoft.com/office/drawing/2014/main" id="{A0E73DEE-FB8E-4B22-800D-14FA77C1C908}"/>
              </a:ext>
            </a:extLst>
          </p:cNvPr>
          <p:cNvSpPr>
            <a:spLocks xmlns:a="http://schemas.openxmlformats.org/drawingml/2006/main" noGrp="1"/>
          </p:cNvSpPr>
          <p:nvPr/>
        </p:nvSpPr>
        <p:spPr>
          <a:xfrm xmlns:a="http://schemas.openxmlformats.org/drawingml/2006/main">
            <a:off x="9667875"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指标漂移 / 越权 / 数据异常</a:t>
            </a:r>
          </a:p>
        </p:txBody>
      </p:sp>
      <p:sp>
        <p:nvSpPr>
          <p:cNvPr id="29" name="stop">
            <a:extLst xmlns:a="http://schemas.openxmlformats.org/drawingml/2006/main">
              <a:ext uri="{FF2B5EF4-FFF2-40B4-BE49-F238E27FC236}">
                <a16:creationId xmlns:a16="http://schemas.microsoft.com/office/drawing/2014/main" id="{1D5CAA12-56F8-4E63-9142-D3AA99316B9C}"/>
              </a:ext>
            </a:extLst>
          </p:cNvPr>
          <p:cNvSpPr>
            <a:spLocks xmlns:a="http://schemas.openxmlformats.org/drawingml/2006/main" noGrp="1"/>
          </p:cNvSpPr>
          <p:nvPr/>
        </p:nvSpPr>
        <p:spPr>
          <a:xfrm xmlns:a="http://schemas.openxmlformats.org/drawingml/2006/main">
            <a:off x="1190625" y="4476750"/>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禁止按结果好坏停止；越权、协议变更或删日志须立即停并记录</a:t>
            </a:r>
          </a:p>
        </p:txBody>
      </p:sp>
    </p:spTree>
    <p:extLst>
      <p:ext uri="{BB962C8B-B14F-4D97-AF65-F5344CB8AC3E}">
        <p14:creationId xmlns:p14="http://schemas.microsoft.com/office/powerpoint/2010/main" val="14437284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回退到稳定配置，同时保留失败</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BA58DA2A-B818-18A9-29C1-B697728D5BCE}" type="slidenum">
              <a:t>8</a:t>
            </a:fld>
            <a:endParaRPr/>
          </a:p>
        </p:txBody>
      </p:sp>
      <p:sp>
        <p:nvSpPr>
          <p:cNvPr id="6" name="brand-header">
            <a:extLst xmlns:a="http://schemas.openxmlformats.org/drawingml/2006/main">
              <a:ext uri="{FF2B5EF4-FFF2-40B4-BE49-F238E27FC236}">
                <a16:creationId xmlns:a16="http://schemas.microsoft.com/office/drawing/2014/main" id="{C13017D8-AEE3-47D6-B729-ACC365305972}"/>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547e6306d6143a6"/>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DC697EB1-AF48-4F32-B0A5-A14B09559B68}"/>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回退到稳定配置，同时保留失败</a:t>
            </a:r>
          </a:p>
        </p:txBody>
      </p:sp>
      <p:sp>
        <p:nvSpPr>
          <p:cNvPr id="9" name="source">
            <a:extLst xmlns:a="http://schemas.openxmlformats.org/drawingml/2006/main">
              <a:ext uri="{FF2B5EF4-FFF2-40B4-BE49-F238E27FC236}">
                <a16:creationId xmlns:a16="http://schemas.microsoft.com/office/drawing/2014/main" id="{DAFDFE25-F481-47E6-B5A6-93CAED52D8E7}"/>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4792FEBA-2BFA-4CAC-8A59-F44318FF74FC}"/>
              </a:ext>
            </a:extLst>
          </p:cNvPr>
          <p:cNvSpPr>
            <a:spLocks xmlns:a="http://schemas.openxmlformats.org/drawingml/2006/main" noGrp="1"/>
          </p:cNvSpPr>
          <p:nvPr/>
        </p:nvSpPr>
        <p:spPr>
          <a:xfrm xmlns:a="http://schemas.openxmlformats.org/drawingml/2006/main">
            <a:off x="857250" y="2771775"/>
            <a:ext cx="18573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896FFFD9-61CE-4FF8-AEAD-EFFC2E39E05E}"/>
              </a:ext>
            </a:extLst>
          </p:cNvPr>
          <p:cNvSpPr>
            <a:spLocks xmlns:a="http://schemas.openxmlformats.org/drawingml/2006/main" noGrp="1"/>
          </p:cNvSpPr>
          <p:nvPr/>
        </p:nvSpPr>
        <p:spPr>
          <a:xfrm xmlns:a="http://schemas.openxmlformats.org/drawingml/2006/main">
            <a:off x="857250"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stable-config</a:t>
            </a:r>
          </a:p>
        </p:txBody>
      </p:sp>
      <p:sp>
        <p:nvSpPr>
          <p:cNvPr id="12" name="chain-arrow-0">
            <a:extLst xmlns:a="http://schemas.openxmlformats.org/drawingml/2006/main">
              <a:ext uri="{FF2B5EF4-FFF2-40B4-BE49-F238E27FC236}">
                <a16:creationId xmlns:a16="http://schemas.microsoft.com/office/drawing/2014/main" id="{AC98EA64-A850-4673-8ED2-DC98667AB88D}"/>
              </a:ext>
            </a:extLst>
          </p:cNvPr>
          <p:cNvSpPr>
            <a:spLocks xmlns:a="http://schemas.openxmlformats.org/drawingml/2006/main" noGrp="1"/>
          </p:cNvSpPr>
          <p:nvPr/>
        </p:nvSpPr>
        <p:spPr>
          <a:xfrm xmlns:a="http://schemas.openxmlformats.org/drawingml/2006/main">
            <a:off x="2714625" y="22193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A611D1FF-626F-42C7-96A0-071CD8CE9EDD}"/>
              </a:ext>
            </a:extLst>
          </p:cNvPr>
          <p:cNvSpPr>
            <a:spLocks xmlns:a="http://schemas.openxmlformats.org/drawingml/2006/main" noGrp="1"/>
          </p:cNvSpPr>
          <p:nvPr/>
        </p:nvSpPr>
        <p:spPr>
          <a:xfrm xmlns:a="http://schemas.openxmlformats.org/drawingml/2006/main">
            <a:off x="857250"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冻结基线</a:t>
            </a:r>
          </a:p>
        </p:txBody>
      </p:sp>
      <p:sp>
        <p:nvSpPr>
          <p:cNvPr id="14" name="chain-line-1">
            <a:extLst xmlns:a="http://schemas.openxmlformats.org/drawingml/2006/main">
              <a:ext uri="{FF2B5EF4-FFF2-40B4-BE49-F238E27FC236}">
                <a16:creationId xmlns:a16="http://schemas.microsoft.com/office/drawing/2014/main" id="{856AD377-167B-4323-A503-1FA13B3952C9}"/>
              </a:ext>
            </a:extLst>
          </p:cNvPr>
          <p:cNvSpPr>
            <a:spLocks xmlns:a="http://schemas.openxmlformats.org/drawingml/2006/main" noGrp="1"/>
          </p:cNvSpPr>
          <p:nvPr/>
        </p:nvSpPr>
        <p:spPr>
          <a:xfrm xmlns:a="http://schemas.openxmlformats.org/drawingml/2006/main">
            <a:off x="3667125" y="2771775"/>
            <a:ext cx="18573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368E9D07-DB99-40F2-85BB-C56F7AF56DAE}"/>
              </a:ext>
            </a:extLst>
          </p:cNvPr>
          <p:cNvSpPr>
            <a:spLocks xmlns:a="http://schemas.openxmlformats.org/drawingml/2006/main" noGrp="1"/>
          </p:cNvSpPr>
          <p:nvPr/>
        </p:nvSpPr>
        <p:spPr>
          <a:xfrm xmlns:a="http://schemas.openxmlformats.org/drawingml/2006/main">
            <a:off x="3667125"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candidate-run</a:t>
            </a:r>
          </a:p>
        </p:txBody>
      </p:sp>
      <p:sp>
        <p:nvSpPr>
          <p:cNvPr id="16" name="chain-arrow-1">
            <a:extLst xmlns:a="http://schemas.openxmlformats.org/drawingml/2006/main">
              <a:ext uri="{FF2B5EF4-FFF2-40B4-BE49-F238E27FC236}">
                <a16:creationId xmlns:a16="http://schemas.microsoft.com/office/drawing/2014/main" id="{0757C7EB-8E78-4A86-A7B5-CC96D685BFAA}"/>
              </a:ext>
            </a:extLst>
          </p:cNvPr>
          <p:cNvSpPr>
            <a:spLocks xmlns:a="http://schemas.openxmlformats.org/drawingml/2006/main" noGrp="1"/>
          </p:cNvSpPr>
          <p:nvPr/>
        </p:nvSpPr>
        <p:spPr>
          <a:xfrm xmlns:a="http://schemas.openxmlformats.org/drawingml/2006/main">
            <a:off x="5524500" y="22193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7E032C41-4CB4-4837-A920-F7021171CE6C}"/>
              </a:ext>
            </a:extLst>
          </p:cNvPr>
          <p:cNvSpPr>
            <a:spLocks xmlns:a="http://schemas.openxmlformats.org/drawingml/2006/main" noGrp="1"/>
          </p:cNvSpPr>
          <p:nvPr/>
        </p:nvSpPr>
        <p:spPr>
          <a:xfrm xmlns:a="http://schemas.openxmlformats.org/drawingml/2006/main">
            <a:off x="3667125"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保持同一指标</a:t>
            </a:r>
          </a:p>
        </p:txBody>
      </p:sp>
      <p:sp>
        <p:nvSpPr>
          <p:cNvPr id="18" name="chain-line-2">
            <a:extLst xmlns:a="http://schemas.openxmlformats.org/drawingml/2006/main">
              <a:ext uri="{FF2B5EF4-FFF2-40B4-BE49-F238E27FC236}">
                <a16:creationId xmlns:a16="http://schemas.microsoft.com/office/drawing/2014/main" id="{42433855-5D5A-4A3C-8347-8C57F595707C}"/>
              </a:ext>
            </a:extLst>
          </p:cNvPr>
          <p:cNvSpPr>
            <a:spLocks xmlns:a="http://schemas.openxmlformats.org/drawingml/2006/main" noGrp="1"/>
          </p:cNvSpPr>
          <p:nvPr/>
        </p:nvSpPr>
        <p:spPr>
          <a:xfrm xmlns:a="http://schemas.openxmlformats.org/drawingml/2006/main">
            <a:off x="6477000" y="2771775"/>
            <a:ext cx="18573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011F5654-3913-40BA-9322-A3FFD832B1D3}"/>
              </a:ext>
            </a:extLst>
          </p:cNvPr>
          <p:cNvSpPr>
            <a:spLocks xmlns:a="http://schemas.openxmlformats.org/drawingml/2006/main" noGrp="1"/>
          </p:cNvSpPr>
          <p:nvPr/>
        </p:nvSpPr>
        <p:spPr>
          <a:xfrm xmlns:a="http://schemas.openxmlformats.org/drawingml/2006/main">
            <a:off x="6477000"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失败</a:t>
            </a:r>
          </a:p>
        </p:txBody>
      </p:sp>
      <p:sp>
        <p:nvSpPr>
          <p:cNvPr id="20" name="chain-arrow-2">
            <a:extLst xmlns:a="http://schemas.openxmlformats.org/drawingml/2006/main">
              <a:ext uri="{FF2B5EF4-FFF2-40B4-BE49-F238E27FC236}">
                <a16:creationId xmlns:a16="http://schemas.microsoft.com/office/drawing/2014/main" id="{6A018254-7920-46D1-B5FD-16859BB816F5}"/>
              </a:ext>
            </a:extLst>
          </p:cNvPr>
          <p:cNvSpPr>
            <a:spLocks xmlns:a="http://schemas.openxmlformats.org/drawingml/2006/main" noGrp="1"/>
          </p:cNvSpPr>
          <p:nvPr/>
        </p:nvSpPr>
        <p:spPr>
          <a:xfrm xmlns:a="http://schemas.openxmlformats.org/drawingml/2006/main">
            <a:off x="8334375" y="22193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853511F2-A3F1-45BA-935E-BBCC90314623}"/>
              </a:ext>
            </a:extLst>
          </p:cNvPr>
          <p:cNvSpPr>
            <a:spLocks xmlns:a="http://schemas.openxmlformats.org/drawingml/2006/main" noGrp="1"/>
          </p:cNvSpPr>
          <p:nvPr/>
        </p:nvSpPr>
        <p:spPr>
          <a:xfrm xmlns:a="http://schemas.openxmlformats.org/drawingml/2006/main">
            <a:off x="6477000"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保留 run ID / 日志</a:t>
            </a:r>
          </a:p>
        </p:txBody>
      </p:sp>
      <p:sp>
        <p:nvSpPr>
          <p:cNvPr id="22" name="chain-line-3">
            <a:extLst xmlns:a="http://schemas.openxmlformats.org/drawingml/2006/main">
              <a:ext uri="{FF2B5EF4-FFF2-40B4-BE49-F238E27FC236}">
                <a16:creationId xmlns:a16="http://schemas.microsoft.com/office/drawing/2014/main" id="{B916E003-C7CE-4E7D-8348-63B45ADAE7E4}"/>
              </a:ext>
            </a:extLst>
          </p:cNvPr>
          <p:cNvSpPr>
            <a:spLocks xmlns:a="http://schemas.openxmlformats.org/drawingml/2006/main" noGrp="1"/>
          </p:cNvSpPr>
          <p:nvPr/>
        </p:nvSpPr>
        <p:spPr>
          <a:xfrm xmlns:a="http://schemas.openxmlformats.org/drawingml/2006/main">
            <a:off x="9286875" y="2771775"/>
            <a:ext cx="1857375" cy="14288"/>
          </a:xfrm>
          <a:prstGeom xmlns:a="http://schemas.openxmlformats.org/drawingml/2006/main" prst="rect">
            <a:avLst/>
          </a:prstGeom>
          <a:solidFill xmlns:a="http://schemas.openxmlformats.org/drawingml/2006/main">
            <a:srgbClr val="2E7D5B"/>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1D7483A0-E1D4-45BD-8043-621F724474F2}"/>
              </a:ext>
            </a:extLst>
          </p:cNvPr>
          <p:cNvSpPr>
            <a:spLocks xmlns:a="http://schemas.openxmlformats.org/drawingml/2006/main" noGrp="1"/>
          </p:cNvSpPr>
          <p:nvPr/>
        </p:nvSpPr>
        <p:spPr>
          <a:xfrm xmlns:a="http://schemas.openxmlformats.org/drawingml/2006/main">
            <a:off x="9286875"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2E7D5B"/>
                </a:solidFill>
                <a:latin typeface="微软雅黑"/>
                <a:ea typeface="微软雅黑"/>
                <a:cs typeface="微软雅黑"/>
              </a:defRPr>
            </a:pPr>
            <a:r>
              <a:rPr sz="2200" b="0">
                <a:solidFill>
                  <a:srgbClr val="2E7D5B"/>
                </a:solidFill>
                <a:latin typeface="微软雅黑"/>
                <a:ea typeface="微软雅黑"/>
                <a:cs typeface="微软雅黑"/>
              </a:rPr>
              <a:t>rollback pointer</a:t>
            </a:r>
          </a:p>
        </p:txBody>
      </p:sp>
      <p:sp>
        <p:nvSpPr>
          <p:cNvPr id="24" name="chain-sub-3">
            <a:extLst xmlns:a="http://schemas.openxmlformats.org/drawingml/2006/main">
              <a:ext uri="{FF2B5EF4-FFF2-40B4-BE49-F238E27FC236}">
                <a16:creationId xmlns:a16="http://schemas.microsoft.com/office/drawing/2014/main" id="{7F2E5A58-35A5-4480-967F-A588B363832E}"/>
              </a:ext>
            </a:extLst>
          </p:cNvPr>
          <p:cNvSpPr>
            <a:spLocks xmlns:a="http://schemas.openxmlformats.org/drawingml/2006/main" noGrp="1"/>
          </p:cNvSpPr>
          <p:nvPr/>
        </p:nvSpPr>
        <p:spPr>
          <a:xfrm xmlns:a="http://schemas.openxmlformats.org/drawingml/2006/main">
            <a:off x="9286875"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回到稳定版本</a:t>
            </a:r>
          </a:p>
        </p:txBody>
      </p:sp>
      <p:sp>
        <p:nvSpPr>
          <p:cNvPr id="25" name="no">
            <a:extLst xmlns:a="http://schemas.openxmlformats.org/drawingml/2006/main">
              <a:ext uri="{FF2B5EF4-FFF2-40B4-BE49-F238E27FC236}">
                <a16:creationId xmlns:a16="http://schemas.microsoft.com/office/drawing/2014/main" id="{901271DE-E48E-4DB6-8735-BB290AD892FC}"/>
              </a:ext>
            </a:extLst>
          </p:cNvPr>
          <p:cNvSpPr>
            <a:spLocks xmlns:a="http://schemas.openxmlformats.org/drawingml/2006/main" noGrp="1"/>
          </p:cNvSpPr>
          <p:nvPr/>
        </p:nvSpPr>
        <p:spPr>
          <a:xfrm xmlns:a="http://schemas.openxmlformats.org/drawingml/2006/main">
            <a:off x="2381250" y="4429125"/>
            <a:ext cx="7429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0">
                <a:solidFill>
                  <a:srgbClr val="C8161E"/>
                </a:solidFill>
                <a:latin typeface="微软雅黑"/>
                <a:ea typeface="微软雅黑"/>
                <a:cs typeface="微软雅黑"/>
              </a:defRPr>
            </a:pPr>
            <a:r>
              <a:rPr sz="2400" b="0">
                <a:solidFill>
                  <a:srgbClr val="C8161E"/>
                </a:solidFill>
                <a:latin typeface="微软雅黑"/>
                <a:ea typeface="微软雅黑"/>
                <a:cs typeface="微软雅黑"/>
              </a:rPr>
              <a:t>回退不等于“重跑到成功”或删除失败。</a:t>
            </a:r>
          </a:p>
        </p:txBody>
      </p:sp>
    </p:spTree>
    <p:extLst>
      <p:ext uri="{BB962C8B-B14F-4D97-AF65-F5344CB8AC3E}">
        <p14:creationId xmlns:p14="http://schemas.microsoft.com/office/powerpoint/2010/main" val="144372840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评价协议漂移会让循环失去可比性</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88657AE-30A1-5A7A-6A7F-315D84436430}" type="slidenum">
              <a:t>9</a:t>
            </a:fld>
            <a:endParaRPr/>
          </a:p>
        </p:txBody>
      </p:sp>
      <p:sp>
        <p:nvSpPr>
          <p:cNvPr id="6" name="brand-header">
            <a:extLst xmlns:a="http://schemas.openxmlformats.org/drawingml/2006/main">
              <a:ext uri="{FF2B5EF4-FFF2-40B4-BE49-F238E27FC236}">
                <a16:creationId xmlns:a16="http://schemas.microsoft.com/office/drawing/2014/main" id="{EEC9C317-F8D5-49AE-8F6B-02BEABD5ED21}"/>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2c4a0703cee482b"/>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1F5117D-BBD5-48DC-9FF1-4C2FBBDB4F99}"/>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评价协议漂移会让循环失去可比性</a:t>
            </a:r>
          </a:p>
        </p:txBody>
      </p:sp>
      <p:sp>
        <p:nvSpPr>
          <p:cNvPr id="9" name="source">
            <a:extLst xmlns:a="http://schemas.openxmlformats.org/drawingml/2006/main">
              <a:ext uri="{FF2B5EF4-FFF2-40B4-BE49-F238E27FC236}">
                <a16:creationId xmlns:a16="http://schemas.microsoft.com/office/drawing/2014/main" id="{14AF0639-9C29-44E7-9F0A-CBB7843DADD4}"/>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doc-9-bg">
            <a:extLst xmlns:a="http://schemas.openxmlformats.org/drawingml/2006/main">
              <a:ext uri="{FF2B5EF4-FFF2-40B4-BE49-F238E27FC236}">
                <a16:creationId xmlns:a16="http://schemas.microsoft.com/office/drawing/2014/main" id="{8514A8FF-2973-4445-B5CE-DAF1A7812A92}"/>
              </a:ext>
            </a:extLst>
          </p:cNvPr>
          <p:cNvSpPr>
            <a:spLocks xmlns:a="http://schemas.openxmlformats.org/drawingml/2006/main" noGrp="1"/>
          </p:cNvSpPr>
          <p:nvPr/>
        </p:nvSpPr>
        <p:spPr>
          <a:xfrm xmlns:a="http://schemas.openxmlformats.org/drawingml/2006/main">
            <a:off x="609600" y="1381125"/>
            <a:ext cx="6858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9-title-bg">
            <a:extLst xmlns:a="http://schemas.openxmlformats.org/drawingml/2006/main">
              <a:ext uri="{FF2B5EF4-FFF2-40B4-BE49-F238E27FC236}">
                <a16:creationId xmlns:a16="http://schemas.microsoft.com/office/drawing/2014/main" id="{0535ACF6-677E-4BC4-A76D-E988D6637A59}"/>
              </a:ext>
            </a:extLst>
          </p:cNvPr>
          <p:cNvSpPr>
            <a:spLocks xmlns:a="http://schemas.openxmlformats.org/drawingml/2006/main" noGrp="1"/>
          </p:cNvSpPr>
          <p:nvPr/>
        </p:nvSpPr>
        <p:spPr>
          <a:xfrm xmlns:a="http://schemas.openxmlformats.org/drawingml/2006/main">
            <a:off x="609600"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9-title">
            <a:extLst xmlns:a="http://schemas.openxmlformats.org/drawingml/2006/main">
              <a:ext uri="{FF2B5EF4-FFF2-40B4-BE49-F238E27FC236}">
                <a16:creationId xmlns:a16="http://schemas.microsoft.com/office/drawing/2014/main" id="{D5662151-4671-46C0-9723-D654D6244A91}"/>
              </a:ext>
            </a:extLst>
          </p:cNvPr>
          <p:cNvSpPr>
            <a:spLocks xmlns:a="http://schemas.openxmlformats.org/drawingml/2006/main" noGrp="1"/>
          </p:cNvSpPr>
          <p:nvPr/>
        </p:nvSpPr>
        <p:spPr>
          <a:xfrm xmlns:a="http://schemas.openxmlformats.org/drawingml/2006/main">
            <a:off x="685800"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run-017.log｜虚构记录</a:t>
            </a:r>
          </a:p>
        </p:txBody>
      </p:sp>
      <p:sp>
        <p:nvSpPr>
          <p:cNvPr id="13" name="doc-9-line-0">
            <a:extLst xmlns:a="http://schemas.openxmlformats.org/drawingml/2006/main">
              <a:ext uri="{FF2B5EF4-FFF2-40B4-BE49-F238E27FC236}">
                <a16:creationId xmlns:a16="http://schemas.microsoft.com/office/drawing/2014/main" id="{1E33F564-5013-44A4-A657-93FFBBF7C63D}"/>
              </a:ext>
            </a:extLst>
          </p:cNvPr>
          <p:cNvSpPr>
            <a:spLocks xmlns:a="http://schemas.openxmlformats.org/drawingml/2006/main" noGrp="1"/>
          </p:cNvSpPr>
          <p:nvPr/>
        </p:nvSpPr>
        <p:spPr>
          <a:xfrm xmlns:a="http://schemas.openxmlformats.org/drawingml/2006/main">
            <a:off x="838200" y="187642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metric_version = human_gold_v1.2</a:t>
            </a:r>
          </a:p>
        </p:txBody>
      </p:sp>
      <p:sp>
        <p:nvSpPr>
          <p:cNvPr id="14" name="doc-9-line-1">
            <a:extLst xmlns:a="http://schemas.openxmlformats.org/drawingml/2006/main">
              <a:ext uri="{FF2B5EF4-FFF2-40B4-BE49-F238E27FC236}">
                <a16:creationId xmlns:a16="http://schemas.microsoft.com/office/drawing/2014/main" id="{1AADE86A-24E9-4F27-A825-A80636A53047}"/>
              </a:ext>
            </a:extLst>
          </p:cNvPr>
          <p:cNvSpPr>
            <a:spLocks xmlns:a="http://schemas.openxmlformats.org/drawingml/2006/main" noGrp="1"/>
          </p:cNvSpPr>
          <p:nvPr/>
        </p:nvSpPr>
        <p:spPr>
          <a:xfrm xmlns:a="http://schemas.openxmlformats.org/drawingml/2006/main">
            <a:off x="838200" y="255841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score = 0.34</a:t>
            </a:r>
          </a:p>
        </p:txBody>
      </p:sp>
      <p:sp>
        <p:nvSpPr>
          <p:cNvPr id="15" name="doc-9-line-2">
            <a:extLst xmlns:a="http://schemas.openxmlformats.org/drawingml/2006/main">
              <a:ext uri="{FF2B5EF4-FFF2-40B4-BE49-F238E27FC236}">
                <a16:creationId xmlns:a16="http://schemas.microsoft.com/office/drawing/2014/main" id="{C907A7A8-D82F-4B96-A593-071A209385D4}"/>
              </a:ext>
            </a:extLst>
          </p:cNvPr>
          <p:cNvSpPr>
            <a:spLocks xmlns:a="http://schemas.openxmlformats.org/drawingml/2006/main" noGrp="1"/>
          </p:cNvSpPr>
          <p:nvPr/>
        </p:nvSpPr>
        <p:spPr>
          <a:xfrm xmlns:a="http://schemas.openxmlformats.org/drawingml/2006/main">
            <a:off x="838200" y="324040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 auto-switch rubric -&gt; easy-v2</a:t>
            </a:r>
          </a:p>
        </p:txBody>
      </p:sp>
      <p:sp>
        <p:nvSpPr>
          <p:cNvPr id="16" name="doc-9-line-3">
            <a:extLst xmlns:a="http://schemas.openxmlformats.org/drawingml/2006/main">
              <a:ext uri="{FF2B5EF4-FFF2-40B4-BE49-F238E27FC236}">
                <a16:creationId xmlns:a16="http://schemas.microsoft.com/office/drawing/2014/main" id="{AC840ECF-01C2-429D-ACDF-0EEE1430B61D}"/>
              </a:ext>
            </a:extLst>
          </p:cNvPr>
          <p:cNvSpPr>
            <a:spLocks xmlns:a="http://schemas.openxmlformats.org/drawingml/2006/main" noGrp="1"/>
          </p:cNvSpPr>
          <p:nvPr/>
        </p:nvSpPr>
        <p:spPr>
          <a:xfrm xmlns:a="http://schemas.openxmlformats.org/drawingml/2006/main">
            <a:off x="838200" y="392239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score = 0.19</a:t>
            </a:r>
          </a:p>
        </p:txBody>
      </p:sp>
      <p:sp>
        <p:nvSpPr>
          <p:cNvPr id="17" name="doc-9-line-4">
            <a:extLst xmlns:a="http://schemas.openxmlformats.org/drawingml/2006/main">
              <a:ext uri="{FF2B5EF4-FFF2-40B4-BE49-F238E27FC236}">
                <a16:creationId xmlns:a16="http://schemas.microsoft.com/office/drawing/2014/main" id="{4F711E7A-8CC1-4943-82BB-50DDCF5362D1}"/>
              </a:ext>
            </a:extLst>
          </p:cNvPr>
          <p:cNvSpPr>
            <a:spLocks xmlns:a="http://schemas.openxmlformats.org/drawingml/2006/main" noGrp="1"/>
          </p:cNvSpPr>
          <p:nvPr/>
        </p:nvSpPr>
        <p:spPr>
          <a:xfrm xmlns:a="http://schemas.openxmlformats.org/drawingml/2006/main">
            <a:off x="838200" y="460438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decision = DISCARD_PROTOCOL_CHANGE</a:t>
            </a:r>
          </a:p>
        </p:txBody>
      </p:sp>
      <p:sp>
        <p:nvSpPr>
          <p:cNvPr id="18" name="decision">
            <a:extLst xmlns:a="http://schemas.openxmlformats.org/drawingml/2006/main">
              <a:ext uri="{FF2B5EF4-FFF2-40B4-BE49-F238E27FC236}">
                <a16:creationId xmlns:a16="http://schemas.microsoft.com/office/drawing/2014/main" id="{B5C5028E-3214-4DD4-9F04-46902B1A4BFD}"/>
              </a:ext>
            </a:extLst>
          </p:cNvPr>
          <p:cNvSpPr>
            <a:spLocks xmlns:a="http://schemas.openxmlformats.org/drawingml/2006/main" noGrp="1"/>
          </p:cNvSpPr>
          <p:nvPr/>
        </p:nvSpPr>
        <p:spPr>
          <a:xfrm xmlns:a="http://schemas.openxmlformats.org/drawingml/2006/main">
            <a:off x="8096250" y="2238375"/>
            <a:ext cx="2857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处置：Discard</a:t>
            </a:r>
          </a:p>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回到冻结协议</a:t>
            </a:r>
          </a:p>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保留本次失败</a:t>
            </a:r>
          </a:p>
        </p:txBody>
      </p:sp>
    </p:spTree>
    <p:extLst>
      <p:ext uri="{BB962C8B-B14F-4D97-AF65-F5344CB8AC3E}">
        <p14:creationId xmlns:p14="http://schemas.microsoft.com/office/powerpoint/2010/main" val="144372840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120 份冻结输出：执行、恢复与独立评价</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B7BEEEC-A170-5376-2B6E-CB54687B0CB1}" type="slidenum">
              <a:t>10</a:t>
            </a:fld>
            <a:endParaRPr/>
          </a:p>
        </p:txBody>
      </p:sp>
      <p:sp>
        <p:nvSpPr>
          <p:cNvPr id="6" name="brand-header">
            <a:extLst xmlns:a="http://schemas.openxmlformats.org/drawingml/2006/main">
              <a:ext uri="{FF2B5EF4-FFF2-40B4-BE49-F238E27FC236}">
                <a16:creationId xmlns:a16="http://schemas.microsoft.com/office/drawing/2014/main" id="{F76A2FCF-EA68-4A8C-AB7E-0390E7C0FD32}"/>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e6a3d7f73ee742cc"/>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C5B6D924-86BA-4623-8222-F52C63C90A76}"/>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120 份冻结输出：执行、恢复与独立评价</a:t>
            </a:r>
          </a:p>
        </p:txBody>
      </p:sp>
      <p:sp>
        <p:nvSpPr>
          <p:cNvPr id="9" name="source">
            <a:extLst xmlns:a="http://schemas.openxmlformats.org/drawingml/2006/main">
              <a:ext uri="{FF2B5EF4-FFF2-40B4-BE49-F238E27FC236}">
                <a16:creationId xmlns:a16="http://schemas.microsoft.com/office/drawing/2014/main" id="{99B1E462-48B3-4AE9-BE33-5E4346DC5AA0}"/>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fiction">
            <a:extLst xmlns:a="http://schemas.openxmlformats.org/drawingml/2006/main">
              <a:ext uri="{FF2B5EF4-FFF2-40B4-BE49-F238E27FC236}">
                <a16:creationId xmlns:a16="http://schemas.microsoft.com/office/drawing/2014/main" id="{8D14E582-E5EB-4F06-8B6C-226F05F0F726}"/>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课程虚构教学案例</a:t>
            </a:r>
          </a:p>
        </p:txBody>
      </p:sp>
      <p:sp>
        <p:nvSpPr>
          <p:cNvPr id="11" name="case">
            <a:extLst xmlns:a="http://schemas.openxmlformats.org/drawingml/2006/main">
              <a:ext uri="{FF2B5EF4-FFF2-40B4-BE49-F238E27FC236}">
                <a16:creationId xmlns:a16="http://schemas.microsoft.com/office/drawing/2014/main" id="{2864CBBE-98A0-45D0-B137-1512706FF739}"/>
              </a:ext>
            </a:extLst>
          </p:cNvPr>
          <p:cNvSpPr>
            <a:spLocks xmlns:a="http://schemas.openxmlformats.org/drawingml/2006/main" noGrp="1"/>
          </p:cNvSpPr>
          <p:nvPr/>
        </p:nvSpPr>
        <p:spPr>
          <a:xfrm xmlns:a="http://schemas.openxmlformats.org/drawingml/2006/main">
            <a:off x="571500" y="1666875"/>
            <a:ext cx="1714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1F4D78"/>
                </a:solidFill>
                <a:latin typeface="微软雅黑"/>
                <a:ea typeface="微软雅黑"/>
                <a:cs typeface="微软雅黑"/>
              </a:defRPr>
            </a:pPr>
            <a:r>
              <a:rPr sz="2400" b="1">
                <a:solidFill>
                  <a:srgbClr val="1F4D78"/>
                </a:solidFill>
                <a:latin typeface="微软雅黑"/>
                <a:ea typeface="微软雅黑"/>
                <a:cs typeface="微软雅黑"/>
              </a:rPr>
              <a:t>20 篇论文</a:t>
            </a:r>
          </a:p>
        </p:txBody>
      </p:sp>
      <p:sp>
        <p:nvSpPr>
          <p:cNvPr id="12" name="a1">
            <a:extLst xmlns:a="http://schemas.openxmlformats.org/drawingml/2006/main">
              <a:ext uri="{FF2B5EF4-FFF2-40B4-BE49-F238E27FC236}">
                <a16:creationId xmlns:a16="http://schemas.microsoft.com/office/drawing/2014/main" id="{C7A00CCE-E50C-42DB-A576-79F9132D6B47}"/>
              </a:ext>
            </a:extLst>
          </p:cNvPr>
          <p:cNvSpPr>
            <a:spLocks xmlns:a="http://schemas.openxmlformats.org/drawingml/2006/main" noGrp="1"/>
          </p:cNvSpPr>
          <p:nvPr/>
        </p:nvSpPr>
        <p:spPr>
          <a:xfrm xmlns:a="http://schemas.openxmlformats.org/drawingml/2006/main">
            <a:off x="2333625" y="1762125"/>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66727D"/>
                </a:solidFill>
                <a:latin typeface="微软雅黑"/>
                <a:ea typeface="微软雅黑"/>
                <a:cs typeface="微软雅黑"/>
              </a:defRPr>
            </a:pPr>
            <a:r>
              <a:rPr sz="2400" b="0">
                <a:solidFill>
                  <a:srgbClr val="66727D"/>
                </a:solidFill>
                <a:latin typeface="微软雅黑"/>
                <a:ea typeface="微软雅黑"/>
                <a:cs typeface="微软雅黑"/>
              </a:rPr>
              <a:t>→</a:t>
            </a:r>
          </a:p>
        </p:txBody>
      </p:sp>
      <p:sp>
        <p:nvSpPr>
          <p:cNvPr id="13" name="conds">
            <a:extLst xmlns:a="http://schemas.openxmlformats.org/drawingml/2006/main">
              <a:ext uri="{FF2B5EF4-FFF2-40B4-BE49-F238E27FC236}">
                <a16:creationId xmlns:a16="http://schemas.microsoft.com/office/drawing/2014/main" id="{51D5F5A4-53FB-424D-95C4-89C36C7534CC}"/>
              </a:ext>
            </a:extLst>
          </p:cNvPr>
          <p:cNvSpPr>
            <a:spLocks xmlns:a="http://schemas.openxmlformats.org/drawingml/2006/main" noGrp="1"/>
          </p:cNvSpPr>
          <p:nvPr/>
        </p:nvSpPr>
        <p:spPr>
          <a:xfrm xmlns:a="http://schemas.openxmlformats.org/drawingml/2006/main">
            <a:off x="2857500" y="166687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1F4D78"/>
                </a:solidFill>
                <a:latin typeface="微软雅黑"/>
                <a:ea typeface="微软雅黑"/>
                <a:cs typeface="微软雅黑"/>
              </a:defRPr>
            </a:pPr>
            <a:r>
              <a:rPr sz="2200" b="1">
                <a:solidFill>
                  <a:srgbClr val="1F4D78"/>
                </a:solidFill>
                <a:latin typeface="微软雅黑"/>
                <a:ea typeface="微软雅黑"/>
                <a:cs typeface="微软雅黑"/>
              </a:rPr>
              <a:t>阅读卡 / 自由摘要</a:t>
            </a:r>
          </a:p>
        </p:txBody>
      </p:sp>
      <p:sp>
        <p:nvSpPr>
          <p:cNvPr id="14" name="a2">
            <a:extLst xmlns:a="http://schemas.openxmlformats.org/drawingml/2006/main">
              <a:ext uri="{FF2B5EF4-FFF2-40B4-BE49-F238E27FC236}">
                <a16:creationId xmlns:a16="http://schemas.microsoft.com/office/drawing/2014/main" id="{3181935E-B808-4B10-AB82-857DD0E16881}"/>
              </a:ext>
            </a:extLst>
          </p:cNvPr>
          <p:cNvSpPr>
            <a:spLocks xmlns:a="http://schemas.openxmlformats.org/drawingml/2006/main" noGrp="1"/>
          </p:cNvSpPr>
          <p:nvPr/>
        </p:nvSpPr>
        <p:spPr>
          <a:xfrm xmlns:a="http://schemas.openxmlformats.org/drawingml/2006/main">
            <a:off x="5286375" y="1762125"/>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66727D"/>
                </a:solidFill>
                <a:latin typeface="微软雅黑"/>
                <a:ea typeface="微软雅黑"/>
                <a:cs typeface="微软雅黑"/>
              </a:defRPr>
            </a:pPr>
            <a:r>
              <a:rPr sz="2400" b="0">
                <a:solidFill>
                  <a:srgbClr val="66727D"/>
                </a:solidFill>
                <a:latin typeface="微软雅黑"/>
                <a:ea typeface="微软雅黑"/>
                <a:cs typeface="微软雅黑"/>
              </a:rPr>
              <a:t>→</a:t>
            </a:r>
          </a:p>
        </p:txBody>
      </p:sp>
      <p:sp>
        <p:nvSpPr>
          <p:cNvPr id="15" name="runs">
            <a:extLst xmlns:a="http://schemas.openxmlformats.org/drawingml/2006/main">
              <a:ext uri="{FF2B5EF4-FFF2-40B4-BE49-F238E27FC236}">
                <a16:creationId xmlns:a16="http://schemas.microsoft.com/office/drawing/2014/main" id="{4FC68267-076E-4D4F-82D8-5460547DF847}"/>
              </a:ext>
            </a:extLst>
          </p:cNvPr>
          <p:cNvSpPr>
            <a:spLocks xmlns:a="http://schemas.openxmlformats.org/drawingml/2006/main" noGrp="1"/>
          </p:cNvSpPr>
          <p:nvPr/>
        </p:nvSpPr>
        <p:spPr>
          <a:xfrm xmlns:a="http://schemas.openxmlformats.org/drawingml/2006/main">
            <a:off x="5810250" y="1524000"/>
            <a:ext cx="219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1F4D78"/>
                </a:solidFill>
                <a:latin typeface="微软雅黑"/>
                <a:ea typeface="微软雅黑"/>
                <a:cs typeface="微软雅黑"/>
              </a:defRPr>
            </a:pPr>
            <a:r>
              <a:rPr sz="2400" b="1">
                <a:solidFill>
                  <a:srgbClr val="1F4D78"/>
                </a:solidFill>
                <a:latin typeface="微软雅黑"/>
                <a:ea typeface="微软雅黑"/>
                <a:cs typeface="微软雅黑"/>
              </a:rPr>
              <a:t>各运行 3 次</a:t>
            </a:r>
          </a:p>
          <a:p xmlns:a="http://schemas.openxmlformats.org/drawingml/2006/main">
            <a:pPr algn="ctr">
              <a:lnSpc>
                <a:spcPct val="118000"/>
              </a:lnSpc>
              <a:buNone/>
              <a:defRPr sz="2400" b="1">
                <a:solidFill>
                  <a:srgbClr val="1F4D78"/>
                </a:solidFill>
                <a:latin typeface="微软雅黑"/>
                <a:ea typeface="微软雅黑"/>
                <a:cs typeface="微软雅黑"/>
              </a:defRPr>
            </a:pPr>
            <a:r>
              <a:rPr sz="2400" b="1">
                <a:solidFill>
                  <a:srgbClr val="1F4D78"/>
                </a:solidFill>
                <a:latin typeface="微软雅黑"/>
                <a:ea typeface="微软雅黑"/>
                <a:cs typeface="微软雅黑"/>
              </a:rPr>
              <a:t>共 120 输出</a:t>
            </a:r>
          </a:p>
        </p:txBody>
      </p:sp>
      <p:sp>
        <p:nvSpPr>
          <p:cNvPr id="16" name="a3">
            <a:extLst xmlns:a="http://schemas.openxmlformats.org/drawingml/2006/main">
              <a:ext uri="{FF2B5EF4-FFF2-40B4-BE49-F238E27FC236}">
                <a16:creationId xmlns:a16="http://schemas.microsoft.com/office/drawing/2014/main" id="{B1EF2E4C-D87B-48F1-B3A3-D6C95955109B}"/>
              </a:ext>
            </a:extLst>
          </p:cNvPr>
          <p:cNvSpPr>
            <a:spLocks xmlns:a="http://schemas.openxmlformats.org/drawingml/2006/main" noGrp="1"/>
          </p:cNvSpPr>
          <p:nvPr/>
        </p:nvSpPr>
        <p:spPr>
          <a:xfrm xmlns:a="http://schemas.openxmlformats.org/drawingml/2006/main">
            <a:off x="8048625" y="1762125"/>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66727D"/>
                </a:solidFill>
                <a:latin typeface="微软雅黑"/>
                <a:ea typeface="微软雅黑"/>
                <a:cs typeface="微软雅黑"/>
              </a:defRPr>
            </a:pPr>
            <a:r>
              <a:rPr sz="2400" b="0">
                <a:solidFill>
                  <a:srgbClr val="66727D"/>
                </a:solidFill>
                <a:latin typeface="微软雅黑"/>
                <a:ea typeface="微软雅黑"/>
                <a:cs typeface="微软雅黑"/>
              </a:rPr>
              <a:t>→</a:t>
            </a:r>
          </a:p>
        </p:txBody>
      </p:sp>
      <p:sp>
        <p:nvSpPr>
          <p:cNvPr id="17" name="eval">
            <a:extLst xmlns:a="http://schemas.openxmlformats.org/drawingml/2006/main">
              <a:ext uri="{FF2B5EF4-FFF2-40B4-BE49-F238E27FC236}">
                <a16:creationId xmlns:a16="http://schemas.microsoft.com/office/drawing/2014/main" id="{863B0647-29B2-41AC-89C0-E2F0ECCB1286}"/>
              </a:ext>
            </a:extLst>
          </p:cNvPr>
          <p:cNvSpPr>
            <a:spLocks xmlns:a="http://schemas.openxmlformats.org/drawingml/2006/main" noGrp="1"/>
          </p:cNvSpPr>
          <p:nvPr/>
        </p:nvSpPr>
        <p:spPr>
          <a:xfrm xmlns:a="http://schemas.openxmlformats.org/drawingml/2006/main">
            <a:off x="8572500" y="166687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独立人工基准评价</a:t>
            </a:r>
          </a:p>
        </p:txBody>
      </p:sp>
      <p:sp>
        <p:nvSpPr>
          <p:cNvPr id="18" name="sep">
            <a:extLst xmlns:a="http://schemas.openxmlformats.org/drawingml/2006/main">
              <a:ext uri="{FF2B5EF4-FFF2-40B4-BE49-F238E27FC236}">
                <a16:creationId xmlns:a16="http://schemas.microsoft.com/office/drawing/2014/main" id="{A2060D24-06FC-47E0-853E-204CCFFCD1E4}"/>
              </a:ext>
            </a:extLst>
          </p:cNvPr>
          <p:cNvSpPr>
            <a:spLocks xmlns:a="http://schemas.openxmlformats.org/drawingml/2006/main" noGrp="1"/>
          </p:cNvSpPr>
          <p:nvPr/>
        </p:nvSpPr>
        <p:spPr>
          <a:xfrm xmlns:a="http://schemas.openxmlformats.org/drawingml/2006/main">
            <a:off x="609600" y="2762250"/>
            <a:ext cx="109537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9" name="chain-line-0">
            <a:extLst xmlns:a="http://schemas.openxmlformats.org/drawingml/2006/main">
              <a:ext uri="{FF2B5EF4-FFF2-40B4-BE49-F238E27FC236}">
                <a16:creationId xmlns:a16="http://schemas.microsoft.com/office/drawing/2014/main" id="{32950FBC-D1AA-4AE5-829E-78763818B616}"/>
              </a:ext>
            </a:extLst>
          </p:cNvPr>
          <p:cNvSpPr>
            <a:spLocks xmlns:a="http://schemas.openxmlformats.org/drawingml/2006/main" noGrp="1"/>
          </p:cNvSpPr>
          <p:nvPr/>
        </p:nvSpPr>
        <p:spPr>
          <a:xfrm xmlns:a="http://schemas.openxmlformats.org/drawingml/2006/main">
            <a:off x="714375" y="40576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0" name="chain-0">
            <a:extLst xmlns:a="http://schemas.openxmlformats.org/drawingml/2006/main">
              <a:ext uri="{FF2B5EF4-FFF2-40B4-BE49-F238E27FC236}">
                <a16:creationId xmlns:a16="http://schemas.microsoft.com/office/drawing/2014/main" id="{DDC931FA-B36F-431D-87C8-492CF2F43D02}"/>
              </a:ext>
            </a:extLst>
          </p:cNvPr>
          <p:cNvSpPr>
            <a:spLocks xmlns:a="http://schemas.openxmlformats.org/drawingml/2006/main" noGrp="1"/>
          </p:cNvSpPr>
          <p:nvPr/>
        </p:nvSpPr>
        <p:spPr>
          <a:xfrm xmlns:a="http://schemas.openxmlformats.org/drawingml/2006/main">
            <a:off x="714375" y="33337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配置冻结</a:t>
            </a:r>
          </a:p>
        </p:txBody>
      </p:sp>
      <p:sp>
        <p:nvSpPr>
          <p:cNvPr id="21" name="chain-arrow-0">
            <a:extLst xmlns:a="http://schemas.openxmlformats.org/drawingml/2006/main">
              <a:ext uri="{FF2B5EF4-FFF2-40B4-BE49-F238E27FC236}">
                <a16:creationId xmlns:a16="http://schemas.microsoft.com/office/drawing/2014/main" id="{F4158655-9046-4D8A-A57C-089E11469381}"/>
              </a:ext>
            </a:extLst>
          </p:cNvPr>
          <p:cNvSpPr>
            <a:spLocks xmlns:a="http://schemas.openxmlformats.org/drawingml/2006/main" noGrp="1"/>
          </p:cNvSpPr>
          <p:nvPr/>
        </p:nvSpPr>
        <p:spPr>
          <a:xfrm xmlns:a="http://schemas.openxmlformats.org/drawingml/2006/main">
            <a:off x="2428875" y="3505200"/>
            <a:ext cx="5000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2" name="chain-sub-0">
            <a:extLst xmlns:a="http://schemas.openxmlformats.org/drawingml/2006/main">
              <a:ext uri="{FF2B5EF4-FFF2-40B4-BE49-F238E27FC236}">
                <a16:creationId xmlns:a16="http://schemas.microsoft.com/office/drawing/2014/main" id="{099D8C70-86D3-4BB7-8CAB-46F13324D610}"/>
              </a:ext>
            </a:extLst>
          </p:cNvPr>
          <p:cNvSpPr>
            <a:spLocks xmlns:a="http://schemas.openxmlformats.org/drawingml/2006/main" noGrp="1"/>
          </p:cNvSpPr>
          <p:nvPr/>
        </p:nvSpPr>
        <p:spPr>
          <a:xfrm xmlns:a="http://schemas.openxmlformats.org/drawingml/2006/main">
            <a:off x="714375" y="42100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模型 / prompt</a:t>
            </a:r>
          </a:p>
        </p:txBody>
      </p:sp>
      <p:sp>
        <p:nvSpPr>
          <p:cNvPr id="23" name="chain-line-1">
            <a:extLst xmlns:a="http://schemas.openxmlformats.org/drawingml/2006/main">
              <a:ext uri="{FF2B5EF4-FFF2-40B4-BE49-F238E27FC236}">
                <a16:creationId xmlns:a16="http://schemas.microsoft.com/office/drawing/2014/main" id="{4D3A69C5-E313-4D19-9A8E-87FB634316A2}"/>
              </a:ext>
            </a:extLst>
          </p:cNvPr>
          <p:cNvSpPr>
            <a:spLocks xmlns:a="http://schemas.openxmlformats.org/drawingml/2006/main" noGrp="1"/>
          </p:cNvSpPr>
          <p:nvPr/>
        </p:nvSpPr>
        <p:spPr>
          <a:xfrm xmlns:a="http://schemas.openxmlformats.org/drawingml/2006/main">
            <a:off x="2928938" y="40576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4" name="chain-1">
            <a:extLst xmlns:a="http://schemas.openxmlformats.org/drawingml/2006/main">
              <a:ext uri="{FF2B5EF4-FFF2-40B4-BE49-F238E27FC236}">
                <a16:creationId xmlns:a16="http://schemas.microsoft.com/office/drawing/2014/main" id="{39E6F569-2D63-45C3-A5A9-35A6AA8A64D9}"/>
              </a:ext>
            </a:extLst>
          </p:cNvPr>
          <p:cNvSpPr>
            <a:spLocks xmlns:a="http://schemas.openxmlformats.org/drawingml/2006/main" noGrp="1"/>
          </p:cNvSpPr>
          <p:nvPr/>
        </p:nvSpPr>
        <p:spPr>
          <a:xfrm xmlns:a="http://schemas.openxmlformats.org/drawingml/2006/main">
            <a:off x="2928938" y="33337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队列运行</a:t>
            </a:r>
          </a:p>
        </p:txBody>
      </p:sp>
      <p:sp>
        <p:nvSpPr>
          <p:cNvPr id="25" name="chain-arrow-1">
            <a:extLst xmlns:a="http://schemas.openxmlformats.org/drawingml/2006/main">
              <a:ext uri="{FF2B5EF4-FFF2-40B4-BE49-F238E27FC236}">
                <a16:creationId xmlns:a16="http://schemas.microsoft.com/office/drawing/2014/main" id="{EAC799CD-D304-46CE-8CBE-4D952B7CBF66}"/>
              </a:ext>
            </a:extLst>
          </p:cNvPr>
          <p:cNvSpPr>
            <a:spLocks xmlns:a="http://schemas.openxmlformats.org/drawingml/2006/main" noGrp="1"/>
          </p:cNvSpPr>
          <p:nvPr/>
        </p:nvSpPr>
        <p:spPr>
          <a:xfrm xmlns:a="http://schemas.openxmlformats.org/drawingml/2006/main">
            <a:off x="4643438" y="3505200"/>
            <a:ext cx="5000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6" name="chain-sub-1">
            <a:extLst xmlns:a="http://schemas.openxmlformats.org/drawingml/2006/main">
              <a:ext uri="{FF2B5EF4-FFF2-40B4-BE49-F238E27FC236}">
                <a16:creationId xmlns:a16="http://schemas.microsoft.com/office/drawing/2014/main" id="{6F7FDBD6-6284-4BDA-A434-5D8A9FE6B350}"/>
              </a:ext>
            </a:extLst>
          </p:cNvPr>
          <p:cNvSpPr>
            <a:spLocks xmlns:a="http://schemas.openxmlformats.org/drawingml/2006/main" noGrp="1"/>
          </p:cNvSpPr>
          <p:nvPr/>
        </p:nvSpPr>
        <p:spPr>
          <a:xfrm xmlns:a="http://schemas.openxmlformats.org/drawingml/2006/main">
            <a:off x="2928938" y="42100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20 × 2 × 3</a:t>
            </a:r>
          </a:p>
        </p:txBody>
      </p:sp>
      <p:sp>
        <p:nvSpPr>
          <p:cNvPr id="27" name="chain-line-2">
            <a:extLst xmlns:a="http://schemas.openxmlformats.org/drawingml/2006/main">
              <a:ext uri="{FF2B5EF4-FFF2-40B4-BE49-F238E27FC236}">
                <a16:creationId xmlns:a16="http://schemas.microsoft.com/office/drawing/2014/main" id="{60DB6156-C144-4ACC-A13B-6963C0D168CD}"/>
              </a:ext>
            </a:extLst>
          </p:cNvPr>
          <p:cNvSpPr>
            <a:spLocks xmlns:a="http://schemas.openxmlformats.org/drawingml/2006/main" noGrp="1"/>
          </p:cNvSpPr>
          <p:nvPr/>
        </p:nvSpPr>
        <p:spPr>
          <a:xfrm xmlns:a="http://schemas.openxmlformats.org/drawingml/2006/main">
            <a:off x="5143500" y="40576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8" name="chain-2">
            <a:extLst xmlns:a="http://schemas.openxmlformats.org/drawingml/2006/main">
              <a:ext uri="{FF2B5EF4-FFF2-40B4-BE49-F238E27FC236}">
                <a16:creationId xmlns:a16="http://schemas.microsoft.com/office/drawing/2014/main" id="{876CC3A4-D2B3-417B-8791-02508EE5975C}"/>
              </a:ext>
            </a:extLst>
          </p:cNvPr>
          <p:cNvSpPr>
            <a:spLocks xmlns:a="http://schemas.openxmlformats.org/drawingml/2006/main" noGrp="1"/>
          </p:cNvSpPr>
          <p:nvPr/>
        </p:nvSpPr>
        <p:spPr>
          <a:xfrm xmlns:a="http://schemas.openxmlformats.org/drawingml/2006/main">
            <a:off x="5143500" y="33337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失败恢复</a:t>
            </a:r>
          </a:p>
        </p:txBody>
      </p:sp>
      <p:sp>
        <p:nvSpPr>
          <p:cNvPr id="29" name="chain-arrow-2">
            <a:extLst xmlns:a="http://schemas.openxmlformats.org/drawingml/2006/main">
              <a:ext uri="{FF2B5EF4-FFF2-40B4-BE49-F238E27FC236}">
                <a16:creationId xmlns:a16="http://schemas.microsoft.com/office/drawing/2014/main" id="{056BEAF3-8DB6-407A-B420-D9B440691532}"/>
              </a:ext>
            </a:extLst>
          </p:cNvPr>
          <p:cNvSpPr>
            <a:spLocks xmlns:a="http://schemas.openxmlformats.org/drawingml/2006/main" noGrp="1"/>
          </p:cNvSpPr>
          <p:nvPr/>
        </p:nvSpPr>
        <p:spPr>
          <a:xfrm xmlns:a="http://schemas.openxmlformats.org/drawingml/2006/main">
            <a:off x="6858000" y="3505200"/>
            <a:ext cx="5000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30" name="chain-sub-2">
            <a:extLst xmlns:a="http://schemas.openxmlformats.org/drawingml/2006/main">
              <a:ext uri="{FF2B5EF4-FFF2-40B4-BE49-F238E27FC236}">
                <a16:creationId xmlns:a16="http://schemas.microsoft.com/office/drawing/2014/main" id="{243192A4-EE05-42F4-A65D-0D3BE1D44208}"/>
              </a:ext>
            </a:extLst>
          </p:cNvPr>
          <p:cNvSpPr>
            <a:spLocks xmlns:a="http://schemas.openxmlformats.org/drawingml/2006/main" noGrp="1"/>
          </p:cNvSpPr>
          <p:nvPr/>
        </p:nvSpPr>
        <p:spPr>
          <a:xfrm xmlns:a="http://schemas.openxmlformats.org/drawingml/2006/main">
            <a:off x="5143500" y="42100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留痕 / 人工停止</a:t>
            </a:r>
          </a:p>
        </p:txBody>
      </p:sp>
      <p:sp>
        <p:nvSpPr>
          <p:cNvPr id="31" name="chain-line-3">
            <a:extLst xmlns:a="http://schemas.openxmlformats.org/drawingml/2006/main">
              <a:ext uri="{FF2B5EF4-FFF2-40B4-BE49-F238E27FC236}">
                <a16:creationId xmlns:a16="http://schemas.microsoft.com/office/drawing/2014/main" id="{8796F0C3-2AE4-48E6-BA19-186FFBFD7921}"/>
              </a:ext>
            </a:extLst>
          </p:cNvPr>
          <p:cNvSpPr>
            <a:spLocks xmlns:a="http://schemas.openxmlformats.org/drawingml/2006/main" noGrp="1"/>
          </p:cNvSpPr>
          <p:nvPr/>
        </p:nvSpPr>
        <p:spPr>
          <a:xfrm xmlns:a="http://schemas.openxmlformats.org/drawingml/2006/main">
            <a:off x="7358063" y="40576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32" name="chain-3">
            <a:extLst xmlns:a="http://schemas.openxmlformats.org/drawingml/2006/main">
              <a:ext uri="{FF2B5EF4-FFF2-40B4-BE49-F238E27FC236}">
                <a16:creationId xmlns:a16="http://schemas.microsoft.com/office/drawing/2014/main" id="{1F3C37CE-C1EC-456C-BDF8-6360F8281949}"/>
              </a:ext>
            </a:extLst>
          </p:cNvPr>
          <p:cNvSpPr>
            <a:spLocks xmlns:a="http://schemas.openxmlformats.org/drawingml/2006/main" noGrp="1"/>
          </p:cNvSpPr>
          <p:nvPr/>
        </p:nvSpPr>
        <p:spPr>
          <a:xfrm xmlns:a="http://schemas.openxmlformats.org/drawingml/2006/main">
            <a:off x="7358063" y="33337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原始输出</a:t>
            </a:r>
          </a:p>
        </p:txBody>
      </p:sp>
      <p:sp>
        <p:nvSpPr>
          <p:cNvPr id="33" name="chain-arrow-3">
            <a:extLst xmlns:a="http://schemas.openxmlformats.org/drawingml/2006/main">
              <a:ext uri="{FF2B5EF4-FFF2-40B4-BE49-F238E27FC236}">
                <a16:creationId xmlns:a16="http://schemas.microsoft.com/office/drawing/2014/main" id="{8A9A13F2-A901-4ADC-A847-698DBA7E3D34}"/>
              </a:ext>
            </a:extLst>
          </p:cNvPr>
          <p:cNvSpPr>
            <a:spLocks xmlns:a="http://schemas.openxmlformats.org/drawingml/2006/main" noGrp="1"/>
          </p:cNvSpPr>
          <p:nvPr/>
        </p:nvSpPr>
        <p:spPr>
          <a:xfrm xmlns:a="http://schemas.openxmlformats.org/drawingml/2006/main">
            <a:off x="9072563" y="3505200"/>
            <a:ext cx="5000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34" name="chain-sub-3">
            <a:extLst xmlns:a="http://schemas.openxmlformats.org/drawingml/2006/main">
              <a:ext uri="{FF2B5EF4-FFF2-40B4-BE49-F238E27FC236}">
                <a16:creationId xmlns:a16="http://schemas.microsoft.com/office/drawing/2014/main" id="{9329C75D-B494-4828-82BC-842325B9F3E0}"/>
              </a:ext>
            </a:extLst>
          </p:cNvPr>
          <p:cNvSpPr>
            <a:spLocks xmlns:a="http://schemas.openxmlformats.org/drawingml/2006/main" noGrp="1"/>
          </p:cNvSpPr>
          <p:nvPr/>
        </p:nvSpPr>
        <p:spPr>
          <a:xfrm xmlns:a="http://schemas.openxmlformats.org/drawingml/2006/main">
            <a:off x="7358063" y="42100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全部留痕</a:t>
            </a:r>
          </a:p>
        </p:txBody>
      </p:sp>
      <p:sp>
        <p:nvSpPr>
          <p:cNvPr id="35" name="chain-line-4">
            <a:extLst xmlns:a="http://schemas.openxmlformats.org/drawingml/2006/main">
              <a:ext uri="{FF2B5EF4-FFF2-40B4-BE49-F238E27FC236}">
                <a16:creationId xmlns:a16="http://schemas.microsoft.com/office/drawing/2014/main" id="{F7320817-9A9D-4AD7-86E8-D5C8F8B73A89}"/>
              </a:ext>
            </a:extLst>
          </p:cNvPr>
          <p:cNvSpPr>
            <a:spLocks xmlns:a="http://schemas.openxmlformats.org/drawingml/2006/main" noGrp="1"/>
          </p:cNvSpPr>
          <p:nvPr/>
        </p:nvSpPr>
        <p:spPr>
          <a:xfrm xmlns:a="http://schemas.openxmlformats.org/drawingml/2006/main">
            <a:off x="9572625" y="40576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36" name="chain-4">
            <a:extLst xmlns:a="http://schemas.openxmlformats.org/drawingml/2006/main">
              <a:ext uri="{FF2B5EF4-FFF2-40B4-BE49-F238E27FC236}">
                <a16:creationId xmlns:a16="http://schemas.microsoft.com/office/drawing/2014/main" id="{9CCC8FC4-5106-46FE-887B-96205BBE9F93}"/>
              </a:ext>
            </a:extLst>
          </p:cNvPr>
          <p:cNvSpPr>
            <a:spLocks xmlns:a="http://schemas.openxmlformats.org/drawingml/2006/main" noGrp="1"/>
          </p:cNvSpPr>
          <p:nvPr/>
        </p:nvSpPr>
        <p:spPr>
          <a:xfrm xmlns:a="http://schemas.openxmlformats.org/drawingml/2006/main">
            <a:off x="9572625" y="33337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独立评价</a:t>
            </a:r>
          </a:p>
        </p:txBody>
      </p:sp>
      <p:sp>
        <p:nvSpPr>
          <p:cNvPr id="37" name="chain-sub-4">
            <a:extLst xmlns:a="http://schemas.openxmlformats.org/drawingml/2006/main">
              <a:ext uri="{FF2B5EF4-FFF2-40B4-BE49-F238E27FC236}">
                <a16:creationId xmlns:a16="http://schemas.microsoft.com/office/drawing/2014/main" id="{37C7A5EE-6D87-4343-8784-CE3814CA9164}"/>
              </a:ext>
            </a:extLst>
          </p:cNvPr>
          <p:cNvSpPr>
            <a:spLocks xmlns:a="http://schemas.openxmlformats.org/drawingml/2006/main" noGrp="1"/>
          </p:cNvSpPr>
          <p:nvPr/>
        </p:nvSpPr>
        <p:spPr>
          <a:xfrm xmlns:a="http://schemas.openxmlformats.org/drawingml/2006/main">
            <a:off x="9572625" y="42100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人工基准 / 盲评</a:t>
            </a:r>
          </a:p>
        </p:txBody>
      </p:sp>
      <p:sp>
        <p:nvSpPr>
          <p:cNvPr id="39" name="queue-boundary">
            <a:extLst xmlns:a="http://schemas.openxmlformats.org/drawingml/2006/main">
              <a:ext uri="{FF2B5EF4-FFF2-40B4-BE49-F238E27FC236}">
                <a16:creationId xmlns:a16="http://schemas.microsoft.com/office/drawing/2014/main" id="{880E9D8B-687D-4926-A0CE-F614314210BD}"/>
              </a:ext>
            </a:extLst>
          </p:cNvPr>
          <p:cNvSpPr>
            <a:spLocks xmlns:a="http://schemas.openxmlformats.org/drawingml/2006/main" noGrp="1"/>
          </p:cNvSpPr>
          <p:nvPr/>
        </p:nvSpPr>
        <p:spPr>
          <a:xfrm xmlns:a="http://schemas.openxmlformats.org/drawingml/2006/main">
            <a:off x="1428750" y="5191125"/>
            <a:ext cx="9334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配置全程冻结；评价结果不回流调参。</a:t>
            </a:r>
          </a:p>
        </p:txBody>
      </p:sp>
    </p:spTree>
    <p:extLst>
      <p:ext uri="{BB962C8B-B14F-4D97-AF65-F5344CB8AC3E}">
        <p14:creationId xmlns:p14="http://schemas.microsoft.com/office/powerpoint/2010/main" val="144372840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失败保留需要一张完整运行账本</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0394428-F1DC-E5F6-DB0C-7DE31F3D8A23}" type="slidenum">
              <a:t>11</a:t>
            </a:fld>
            <a:endParaRPr/>
          </a:p>
        </p:txBody>
      </p:sp>
      <p:sp>
        <p:nvSpPr>
          <p:cNvPr id="6" name="brand-header">
            <a:extLst xmlns:a="http://schemas.openxmlformats.org/drawingml/2006/main">
              <a:ext uri="{FF2B5EF4-FFF2-40B4-BE49-F238E27FC236}">
                <a16:creationId xmlns:a16="http://schemas.microsoft.com/office/drawing/2014/main" id="{9A345A71-A642-498C-B7D6-C5A10F1F74C3}"/>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e059fbce28547b7"/>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9DAE3D05-D7C8-4409-9787-C60589CCF936}"/>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失败保留需要一张完整运行账本</a:t>
            </a:r>
          </a:p>
        </p:txBody>
      </p:sp>
      <p:sp>
        <p:nvSpPr>
          <p:cNvPr id="9" name="source">
            <a:extLst xmlns:a="http://schemas.openxmlformats.org/drawingml/2006/main">
              <a:ext uri="{FF2B5EF4-FFF2-40B4-BE49-F238E27FC236}">
                <a16:creationId xmlns:a16="http://schemas.microsoft.com/office/drawing/2014/main" id="{3576F77D-2823-473C-906E-863281901682}"/>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m-label-0">
            <a:extLst xmlns:a="http://schemas.openxmlformats.org/drawingml/2006/main">
              <a:ext uri="{FF2B5EF4-FFF2-40B4-BE49-F238E27FC236}">
                <a16:creationId xmlns:a16="http://schemas.microsoft.com/office/drawing/2014/main" id="{1205D472-BC2E-44BC-B7AE-AAA7B9DD8A43}"/>
              </a:ext>
            </a:extLst>
          </p:cNvPr>
          <p:cNvSpPr>
            <a:spLocks xmlns:a="http://schemas.openxmlformats.org/drawingml/2006/main" noGrp="1"/>
          </p:cNvSpPr>
          <p:nvPr/>
        </p:nvSpPr>
        <p:spPr>
          <a:xfrm xmlns:a="http://schemas.openxmlformats.org/drawingml/2006/main">
            <a:off x="609600" y="1524000"/>
            <a:ext cx="2381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run-001</a:t>
            </a:r>
          </a:p>
        </p:txBody>
      </p:sp>
      <p:sp>
        <p:nvSpPr>
          <p:cNvPr id="11" name="m-value-0">
            <a:extLst xmlns:a="http://schemas.openxmlformats.org/drawingml/2006/main">
              <a:ext uri="{FF2B5EF4-FFF2-40B4-BE49-F238E27FC236}">
                <a16:creationId xmlns:a16="http://schemas.microsoft.com/office/drawing/2014/main" id="{6D92CADF-7C0D-47AE-BED4-3C51B773C394}"/>
              </a:ext>
            </a:extLst>
          </p:cNvPr>
          <p:cNvSpPr>
            <a:spLocks xmlns:a="http://schemas.openxmlformats.org/drawingml/2006/main" noGrp="1"/>
          </p:cNvSpPr>
          <p:nvPr/>
        </p:nvSpPr>
        <p:spPr>
          <a:xfrm xmlns:a="http://schemas.openxmlformats.org/drawingml/2006/main">
            <a:off x="3162300" y="1524000"/>
            <a:ext cx="8420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正常｜执行有效｜保留输出</a:t>
            </a:r>
          </a:p>
        </p:txBody>
      </p:sp>
      <p:sp>
        <p:nvSpPr>
          <p:cNvPr id="12" name="m-rule-0">
            <a:extLst xmlns:a="http://schemas.openxmlformats.org/drawingml/2006/main">
              <a:ext uri="{FF2B5EF4-FFF2-40B4-BE49-F238E27FC236}">
                <a16:creationId xmlns:a16="http://schemas.microsoft.com/office/drawing/2014/main" id="{A1958D45-FCD8-462C-872A-7D25EDFD2F61}"/>
              </a:ext>
            </a:extLst>
          </p:cNvPr>
          <p:cNvSpPr>
            <a:spLocks xmlns:a="http://schemas.openxmlformats.org/drawingml/2006/main" noGrp="1"/>
          </p:cNvSpPr>
          <p:nvPr/>
        </p:nvSpPr>
        <p:spPr>
          <a:xfrm xmlns:a="http://schemas.openxmlformats.org/drawingml/2006/main">
            <a:off x="609600" y="22288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m-label-1">
            <a:extLst xmlns:a="http://schemas.openxmlformats.org/drawingml/2006/main">
              <a:ext uri="{FF2B5EF4-FFF2-40B4-BE49-F238E27FC236}">
                <a16:creationId xmlns:a16="http://schemas.microsoft.com/office/drawing/2014/main" id="{70BD9184-544C-4C81-B205-78EFFAB85AD6}"/>
              </a:ext>
            </a:extLst>
          </p:cNvPr>
          <p:cNvSpPr>
            <a:spLocks xmlns:a="http://schemas.openxmlformats.org/drawingml/2006/main" noGrp="1"/>
          </p:cNvSpPr>
          <p:nvPr/>
        </p:nvSpPr>
        <p:spPr>
          <a:xfrm xmlns:a="http://schemas.openxmlformats.org/drawingml/2006/main">
            <a:off x="609600" y="2266950"/>
            <a:ext cx="2381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run-002</a:t>
            </a:r>
          </a:p>
        </p:txBody>
      </p:sp>
      <p:sp>
        <p:nvSpPr>
          <p:cNvPr id="14" name="m-value-1">
            <a:extLst xmlns:a="http://schemas.openxmlformats.org/drawingml/2006/main">
              <a:ext uri="{FF2B5EF4-FFF2-40B4-BE49-F238E27FC236}">
                <a16:creationId xmlns:a16="http://schemas.microsoft.com/office/drawing/2014/main" id="{3F524DD2-05B4-4A48-8EAE-7D010951817E}"/>
              </a:ext>
            </a:extLst>
          </p:cNvPr>
          <p:cNvSpPr>
            <a:spLocks xmlns:a="http://schemas.openxmlformats.org/drawingml/2006/main" noGrp="1"/>
          </p:cNvSpPr>
          <p:nvPr/>
        </p:nvSpPr>
        <p:spPr>
          <a:xfrm xmlns:a="http://schemas.openxmlformats.org/drawingml/2006/main">
            <a:off x="3162300" y="2266950"/>
            <a:ext cx="8420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结果不支持｜执行有效｜保留输出</a:t>
            </a:r>
          </a:p>
        </p:txBody>
      </p:sp>
      <p:sp>
        <p:nvSpPr>
          <p:cNvPr id="15" name="m-rule-1">
            <a:extLst xmlns:a="http://schemas.openxmlformats.org/drawingml/2006/main">
              <a:ext uri="{FF2B5EF4-FFF2-40B4-BE49-F238E27FC236}">
                <a16:creationId xmlns:a16="http://schemas.microsoft.com/office/drawing/2014/main" id="{44EE04D3-971C-4218-9030-DCEBDCB93066}"/>
              </a:ext>
            </a:extLst>
          </p:cNvPr>
          <p:cNvSpPr>
            <a:spLocks xmlns:a="http://schemas.openxmlformats.org/drawingml/2006/main" noGrp="1"/>
          </p:cNvSpPr>
          <p:nvPr/>
        </p:nvSpPr>
        <p:spPr>
          <a:xfrm xmlns:a="http://schemas.openxmlformats.org/drawingml/2006/main">
            <a:off x="609600" y="297180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6" name="m-label-2">
            <a:extLst xmlns:a="http://schemas.openxmlformats.org/drawingml/2006/main">
              <a:ext uri="{FF2B5EF4-FFF2-40B4-BE49-F238E27FC236}">
                <a16:creationId xmlns:a16="http://schemas.microsoft.com/office/drawing/2014/main" id="{7CD43D78-F66F-473C-9E2C-C7C81F7EB230}"/>
              </a:ext>
            </a:extLst>
          </p:cNvPr>
          <p:cNvSpPr>
            <a:spLocks xmlns:a="http://schemas.openxmlformats.org/drawingml/2006/main" noGrp="1"/>
          </p:cNvSpPr>
          <p:nvPr/>
        </p:nvSpPr>
        <p:spPr>
          <a:xfrm xmlns:a="http://schemas.openxmlformats.org/drawingml/2006/main">
            <a:off x="609600" y="3009900"/>
            <a:ext cx="2381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run-003</a:t>
            </a:r>
          </a:p>
        </p:txBody>
      </p:sp>
      <p:sp>
        <p:nvSpPr>
          <p:cNvPr id="17" name="m-value-2">
            <a:extLst xmlns:a="http://schemas.openxmlformats.org/drawingml/2006/main">
              <a:ext uri="{FF2B5EF4-FFF2-40B4-BE49-F238E27FC236}">
                <a16:creationId xmlns:a16="http://schemas.microsoft.com/office/drawing/2014/main" id="{8C84ED35-152E-40A5-9594-F0571EDB04A4}"/>
              </a:ext>
            </a:extLst>
          </p:cNvPr>
          <p:cNvSpPr>
            <a:spLocks xmlns:a="http://schemas.openxmlformats.org/drawingml/2006/main" noGrp="1"/>
          </p:cNvSpPr>
          <p:nvPr/>
        </p:nvSpPr>
        <p:spPr>
          <a:xfrm xmlns:a="http://schemas.openxmlformats.org/drawingml/2006/main">
            <a:off x="3162300" y="3009900"/>
            <a:ext cx="8420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超时｜记录失败｜人工确认恢复</a:t>
            </a:r>
          </a:p>
        </p:txBody>
      </p:sp>
      <p:sp>
        <p:nvSpPr>
          <p:cNvPr id="18" name="m-rule-2">
            <a:extLst xmlns:a="http://schemas.openxmlformats.org/drawingml/2006/main">
              <a:ext uri="{FF2B5EF4-FFF2-40B4-BE49-F238E27FC236}">
                <a16:creationId xmlns:a16="http://schemas.microsoft.com/office/drawing/2014/main" id="{7CA18E95-0A94-46C8-BE03-F229292427A6}"/>
              </a:ext>
            </a:extLst>
          </p:cNvPr>
          <p:cNvSpPr>
            <a:spLocks xmlns:a="http://schemas.openxmlformats.org/drawingml/2006/main" noGrp="1"/>
          </p:cNvSpPr>
          <p:nvPr/>
        </p:nvSpPr>
        <p:spPr>
          <a:xfrm xmlns:a="http://schemas.openxmlformats.org/drawingml/2006/main">
            <a:off x="609600" y="37147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9" name="m-label-3">
            <a:extLst xmlns:a="http://schemas.openxmlformats.org/drawingml/2006/main">
              <a:ext uri="{FF2B5EF4-FFF2-40B4-BE49-F238E27FC236}">
                <a16:creationId xmlns:a16="http://schemas.microsoft.com/office/drawing/2014/main" id="{80AE385A-A283-4D7C-8D88-589FFC3B1A81}"/>
              </a:ext>
            </a:extLst>
          </p:cNvPr>
          <p:cNvSpPr>
            <a:spLocks xmlns:a="http://schemas.openxmlformats.org/drawingml/2006/main" noGrp="1"/>
          </p:cNvSpPr>
          <p:nvPr/>
        </p:nvSpPr>
        <p:spPr>
          <a:xfrm xmlns:a="http://schemas.openxmlformats.org/drawingml/2006/main">
            <a:off x="609600" y="3752850"/>
            <a:ext cx="2381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run-004</a:t>
            </a:r>
          </a:p>
        </p:txBody>
      </p:sp>
      <p:sp>
        <p:nvSpPr>
          <p:cNvPr id="20" name="m-value-3">
            <a:extLst xmlns:a="http://schemas.openxmlformats.org/drawingml/2006/main">
              <a:ext uri="{FF2B5EF4-FFF2-40B4-BE49-F238E27FC236}">
                <a16:creationId xmlns:a16="http://schemas.microsoft.com/office/drawing/2014/main" id="{191F64FE-8531-4ABA-B773-93227AEC34EF}"/>
              </a:ext>
            </a:extLst>
          </p:cNvPr>
          <p:cNvSpPr>
            <a:spLocks xmlns:a="http://schemas.openxmlformats.org/drawingml/2006/main" noGrp="1"/>
          </p:cNvSpPr>
          <p:nvPr/>
        </p:nvSpPr>
        <p:spPr>
          <a:xfrm xmlns:a="http://schemas.openxmlformats.org/drawingml/2006/main">
            <a:off x="3162300" y="3752850"/>
            <a:ext cx="8420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协议漂移｜停止｜恢复冻结配置</a:t>
            </a:r>
          </a:p>
        </p:txBody>
      </p:sp>
      <p:sp>
        <p:nvSpPr>
          <p:cNvPr id="21" name="m-rule-3">
            <a:extLst xmlns:a="http://schemas.openxmlformats.org/drawingml/2006/main">
              <a:ext uri="{FF2B5EF4-FFF2-40B4-BE49-F238E27FC236}">
                <a16:creationId xmlns:a16="http://schemas.microsoft.com/office/drawing/2014/main" id="{AA25EF2A-9097-4400-8F12-3C7755CE8BFB}"/>
              </a:ext>
            </a:extLst>
          </p:cNvPr>
          <p:cNvSpPr>
            <a:spLocks xmlns:a="http://schemas.openxmlformats.org/drawingml/2006/main" noGrp="1"/>
          </p:cNvSpPr>
          <p:nvPr/>
        </p:nvSpPr>
        <p:spPr>
          <a:xfrm xmlns:a="http://schemas.openxmlformats.org/drawingml/2006/main">
            <a:off x="609600" y="445770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22" name="m-label-4">
            <a:extLst xmlns:a="http://schemas.openxmlformats.org/drawingml/2006/main">
              <a:ext uri="{FF2B5EF4-FFF2-40B4-BE49-F238E27FC236}">
                <a16:creationId xmlns:a16="http://schemas.microsoft.com/office/drawing/2014/main" id="{FD10EBE4-E711-4053-AA6F-4241CB20B920}"/>
              </a:ext>
            </a:extLst>
          </p:cNvPr>
          <p:cNvSpPr>
            <a:spLocks xmlns:a="http://schemas.openxmlformats.org/drawingml/2006/main" noGrp="1"/>
          </p:cNvSpPr>
          <p:nvPr/>
        </p:nvSpPr>
        <p:spPr>
          <a:xfrm xmlns:a="http://schemas.openxmlformats.org/drawingml/2006/main">
            <a:off x="609600" y="4495800"/>
            <a:ext cx="2381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C8161E"/>
                </a:solidFill>
                <a:latin typeface="微软雅黑"/>
                <a:ea typeface="微软雅黑"/>
                <a:cs typeface="微软雅黑"/>
              </a:defRPr>
            </a:pPr>
            <a:r>
              <a:rPr sz="2000" b="1">
                <a:solidFill>
                  <a:srgbClr val="C8161E"/>
                </a:solidFill>
                <a:latin typeface="微软雅黑"/>
                <a:ea typeface="微软雅黑"/>
                <a:cs typeface="微软雅黑"/>
              </a:rPr>
              <a:t>数账</a:t>
            </a:r>
          </a:p>
        </p:txBody>
      </p:sp>
      <p:sp>
        <p:nvSpPr>
          <p:cNvPr id="23" name="m-value-4">
            <a:extLst xmlns:a="http://schemas.openxmlformats.org/drawingml/2006/main">
              <a:ext uri="{FF2B5EF4-FFF2-40B4-BE49-F238E27FC236}">
                <a16:creationId xmlns:a16="http://schemas.microsoft.com/office/drawing/2014/main" id="{E0E37ED4-E3D2-4147-BC50-32C1710CFD80}"/>
              </a:ext>
            </a:extLst>
          </p:cNvPr>
          <p:cNvSpPr>
            <a:spLocks xmlns:a="http://schemas.openxmlformats.org/drawingml/2006/main" noGrp="1"/>
          </p:cNvSpPr>
          <p:nvPr/>
        </p:nvSpPr>
        <p:spPr>
          <a:xfrm xmlns:a="http://schemas.openxmlformats.org/drawingml/2006/main">
            <a:off x="3162300" y="4495800"/>
            <a:ext cx="8420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有效运行（含不利结果）+ 技术失败 = 全部运行</a:t>
            </a:r>
          </a:p>
        </p:txBody>
      </p:sp>
      <p:sp>
        <p:nvSpPr>
          <p:cNvPr id="24" name="m-rule-4">
            <a:extLst xmlns:a="http://schemas.openxmlformats.org/drawingml/2006/main">
              <a:ext uri="{FF2B5EF4-FFF2-40B4-BE49-F238E27FC236}">
                <a16:creationId xmlns:a16="http://schemas.microsoft.com/office/drawing/2014/main" id="{807186E3-6A83-4DE8-ACA8-0C391322DE74}"/>
              </a:ext>
            </a:extLst>
          </p:cNvPr>
          <p:cNvSpPr>
            <a:spLocks xmlns:a="http://schemas.openxmlformats.org/drawingml/2006/main" noGrp="1"/>
          </p:cNvSpPr>
          <p:nvPr/>
        </p:nvSpPr>
        <p:spPr>
          <a:xfrm xmlns:a="http://schemas.openxmlformats.org/drawingml/2006/main">
            <a:off x="609600" y="52006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26" name="fiction">
            <a:extLst xmlns:a="http://schemas.openxmlformats.org/drawingml/2006/main">
              <a:ext uri="{FF2B5EF4-FFF2-40B4-BE49-F238E27FC236}">
                <a16:creationId xmlns:a16="http://schemas.microsoft.com/office/drawing/2014/main" id="{66E6E1F0-64A2-46EF-B889-4F0954B3915D}"/>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课程虚构教学工件</a:t>
            </a:r>
          </a:p>
        </p:txBody>
      </p:sp>
    </p:spTree>
    <p:extLst>
      <p:ext uri="{BB962C8B-B14F-4D97-AF65-F5344CB8AC3E}">
        <p14:creationId xmlns:p14="http://schemas.microsoft.com/office/powerpoint/2010/main" val="144372840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AutoResearch 与 AI Scientist 的系统主链</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4DB16885-0D3F-A391-B669-3211DB3B26E8}" type="slidenum">
              <a:t>12</a:t>
            </a:fld>
            <a:endParaRPr/>
          </a:p>
        </p:txBody>
      </p:sp>
      <p:sp>
        <p:nvSpPr>
          <p:cNvPr id="6" name="brand-header">
            <a:extLst xmlns:a="http://schemas.openxmlformats.org/drawingml/2006/main">
              <a:ext uri="{FF2B5EF4-FFF2-40B4-BE49-F238E27FC236}">
                <a16:creationId xmlns:a16="http://schemas.microsoft.com/office/drawing/2014/main" id="{6D57A154-8966-4612-8C56-D50A409FCDFF}"/>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e007e5ea75b24b96"/>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1DDD75B8-7C4A-4EF1-A64C-018020B33F92}"/>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AutoResearch 与 AI Scientist 的系统主链</a:t>
            </a:r>
          </a:p>
        </p:txBody>
      </p:sp>
      <p:sp>
        <p:nvSpPr>
          <p:cNvPr id="9" name="source">
            <a:extLst xmlns:a="http://schemas.openxmlformats.org/drawingml/2006/main">
              <a:ext uri="{FF2B5EF4-FFF2-40B4-BE49-F238E27FC236}">
                <a16:creationId xmlns:a16="http://schemas.microsoft.com/office/drawing/2014/main" id="{938CD449-5948-49CF-A2E8-12D165C0FF4C}"/>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来源：Karpathy, AutoResearch（commit 228791f）；Lu et al., 2026；详见 notes</a:t>
            </a:r>
          </a:p>
        </p:txBody>
      </p:sp>
      <p:sp>
        <p:nvSpPr>
          <p:cNvPr id="10" name="left-h">
            <a:extLst xmlns:a="http://schemas.openxmlformats.org/drawingml/2006/main">
              <a:ext uri="{FF2B5EF4-FFF2-40B4-BE49-F238E27FC236}">
                <a16:creationId xmlns:a16="http://schemas.microsoft.com/office/drawing/2014/main" id="{87E6889C-F0AF-4D84-90F4-0A7B80AB2114}"/>
              </a:ext>
            </a:extLst>
          </p:cNvPr>
          <p:cNvSpPr>
            <a:spLocks xmlns:a="http://schemas.openxmlformats.org/drawingml/2006/main" noGrp="1"/>
          </p:cNvSpPr>
          <p:nvPr/>
        </p:nvSpPr>
        <p:spPr>
          <a:xfrm xmlns:a="http://schemas.openxmlformats.org/drawingml/2006/main">
            <a:off x="6096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66727D"/>
                </a:solidFill>
                <a:latin typeface="微软雅黑"/>
                <a:ea typeface="微软雅黑"/>
                <a:cs typeface="微软雅黑"/>
              </a:defRPr>
            </a:pPr>
            <a:r>
              <a:rPr sz="2200" b="1">
                <a:solidFill>
                  <a:srgbClr val="66727D"/>
                </a:solidFill>
                <a:latin typeface="微软雅黑"/>
                <a:ea typeface="微软雅黑"/>
                <a:cs typeface="微软雅黑"/>
              </a:rPr>
              <a:t>AutoResearch｜最小循环</a:t>
            </a:r>
          </a:p>
        </p:txBody>
      </p:sp>
      <p:sp>
        <p:nvSpPr>
          <p:cNvPr id="11" name="right-h">
            <a:extLst xmlns:a="http://schemas.openxmlformats.org/drawingml/2006/main">
              <a:ext uri="{FF2B5EF4-FFF2-40B4-BE49-F238E27FC236}">
                <a16:creationId xmlns:a16="http://schemas.microsoft.com/office/drawing/2014/main" id="{CBBDF686-2005-4866-8D01-C7737F735240}"/>
              </a:ext>
            </a:extLst>
          </p:cNvPr>
          <p:cNvSpPr>
            <a:spLocks xmlns:a="http://schemas.openxmlformats.org/drawingml/2006/main" noGrp="1"/>
          </p:cNvSpPr>
          <p:nvPr/>
        </p:nvSpPr>
        <p:spPr>
          <a:xfrm xmlns:a="http://schemas.openxmlformats.org/drawingml/2006/main">
            <a:off x="66294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AI Scientist｜端到端链</a:t>
            </a:r>
          </a:p>
        </p:txBody>
      </p:sp>
      <p:sp>
        <p:nvSpPr>
          <p:cNvPr id="12" name="split">
            <a:extLst xmlns:a="http://schemas.openxmlformats.org/drawingml/2006/main">
              <a:ext uri="{FF2B5EF4-FFF2-40B4-BE49-F238E27FC236}">
                <a16:creationId xmlns:a16="http://schemas.microsoft.com/office/drawing/2014/main" id="{8969B760-230D-4B52-83E3-165615C22C93}"/>
              </a:ext>
            </a:extLst>
          </p:cNvPr>
          <p:cNvSpPr>
            <a:spLocks xmlns:a="http://schemas.openxmlformats.org/drawingml/2006/main" noGrp="1"/>
          </p:cNvSpPr>
          <p:nvPr/>
        </p:nvSpPr>
        <p:spPr>
          <a:xfrm xmlns:a="http://schemas.openxmlformats.org/drawingml/2006/main">
            <a:off x="6096000" y="1476375"/>
            <a:ext cx="9525"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list-64-217-0">
            <a:extLst xmlns:a="http://schemas.openxmlformats.org/drawingml/2006/main">
              <a:ext uri="{FF2B5EF4-FFF2-40B4-BE49-F238E27FC236}">
                <a16:creationId xmlns:a16="http://schemas.microsoft.com/office/drawing/2014/main" id="{EC0A0F27-85BE-4F14-A704-67317FAA5AB0}"/>
              </a:ext>
            </a:extLst>
          </p:cNvPr>
          <p:cNvSpPr>
            <a:spLocks xmlns:a="http://schemas.openxmlformats.org/drawingml/2006/main" noGrp="1"/>
          </p:cNvSpPr>
          <p:nvPr/>
        </p:nvSpPr>
        <p:spPr>
          <a:xfrm xmlns:a="http://schemas.openxmlformats.org/drawingml/2006/main">
            <a:off x="6096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程序改动</a:t>
            </a:r>
          </a:p>
        </p:txBody>
      </p:sp>
      <p:sp>
        <p:nvSpPr>
          <p:cNvPr id="14" name="list-64-217-1">
            <a:extLst xmlns:a="http://schemas.openxmlformats.org/drawingml/2006/main">
              <a:ext uri="{FF2B5EF4-FFF2-40B4-BE49-F238E27FC236}">
                <a16:creationId xmlns:a16="http://schemas.microsoft.com/office/drawing/2014/main" id="{91580CD9-9450-4D37-8EB4-A18C6CBF359E}"/>
              </a:ext>
            </a:extLst>
          </p:cNvPr>
          <p:cNvSpPr>
            <a:spLocks xmlns:a="http://schemas.openxmlformats.org/drawingml/2006/main" noGrp="1"/>
          </p:cNvSpPr>
          <p:nvPr/>
        </p:nvSpPr>
        <p:spPr>
          <a:xfrm xmlns:a="http://schemas.openxmlformats.org/drawingml/2006/main">
            <a:off x="6096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单指标评价</a:t>
            </a:r>
          </a:p>
        </p:txBody>
      </p:sp>
      <p:sp>
        <p:nvSpPr>
          <p:cNvPr id="15" name="list-64-217-2">
            <a:extLst xmlns:a="http://schemas.openxmlformats.org/drawingml/2006/main">
              <a:ext uri="{FF2B5EF4-FFF2-40B4-BE49-F238E27FC236}">
                <a16:creationId xmlns:a16="http://schemas.microsoft.com/office/drawing/2014/main" id="{E121436F-A705-43D3-9B84-10B542C68CFB}"/>
              </a:ext>
            </a:extLst>
          </p:cNvPr>
          <p:cNvSpPr>
            <a:spLocks xmlns:a="http://schemas.openxmlformats.org/drawingml/2006/main" noGrp="1"/>
          </p:cNvSpPr>
          <p:nvPr/>
        </p:nvSpPr>
        <p:spPr>
          <a:xfrm xmlns:a="http://schemas.openxmlformats.org/drawingml/2006/main">
            <a:off x="6096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Keep / Discard</a:t>
            </a:r>
          </a:p>
        </p:txBody>
      </p:sp>
      <p:sp>
        <p:nvSpPr>
          <p:cNvPr id="16" name="list-64-217-3">
            <a:extLst xmlns:a="http://schemas.openxmlformats.org/drawingml/2006/main">
              <a:ext uri="{FF2B5EF4-FFF2-40B4-BE49-F238E27FC236}">
                <a16:creationId xmlns:a16="http://schemas.microsoft.com/office/drawing/2014/main" id="{7A3B9E98-6E5D-4EBF-96B0-3DD63B1C8735}"/>
              </a:ext>
            </a:extLst>
          </p:cNvPr>
          <p:cNvSpPr>
            <a:spLocks xmlns:a="http://schemas.openxmlformats.org/drawingml/2006/main" noGrp="1"/>
          </p:cNvSpPr>
          <p:nvPr/>
        </p:nvSpPr>
        <p:spPr>
          <a:xfrm xmlns:a="http://schemas.openxmlformats.org/drawingml/2006/main">
            <a:off x="6096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回到稳定版本</a:t>
            </a:r>
          </a:p>
        </p:txBody>
      </p:sp>
      <p:sp>
        <p:nvSpPr>
          <p:cNvPr id="17" name="list-696-217-0">
            <a:extLst xmlns:a="http://schemas.openxmlformats.org/drawingml/2006/main">
              <a:ext uri="{FF2B5EF4-FFF2-40B4-BE49-F238E27FC236}">
                <a16:creationId xmlns:a16="http://schemas.microsoft.com/office/drawing/2014/main" id="{A1225B85-D041-4DBB-B635-030A0C354D31}"/>
              </a:ext>
            </a:extLst>
          </p:cNvPr>
          <p:cNvSpPr>
            <a:spLocks xmlns:a="http://schemas.openxmlformats.org/drawingml/2006/main" noGrp="1"/>
          </p:cNvSpPr>
          <p:nvPr/>
        </p:nvSpPr>
        <p:spPr>
          <a:xfrm xmlns:a="http://schemas.openxmlformats.org/drawingml/2006/main">
            <a:off x="66294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想法生成</a:t>
            </a:r>
          </a:p>
        </p:txBody>
      </p:sp>
      <p:sp>
        <p:nvSpPr>
          <p:cNvPr id="18" name="list-696-217-1">
            <a:extLst xmlns:a="http://schemas.openxmlformats.org/drawingml/2006/main">
              <a:ext uri="{FF2B5EF4-FFF2-40B4-BE49-F238E27FC236}">
                <a16:creationId xmlns:a16="http://schemas.microsoft.com/office/drawing/2014/main" id="{9D3B53CA-2D29-4DA9-AF73-86E85088976B}"/>
              </a:ext>
            </a:extLst>
          </p:cNvPr>
          <p:cNvSpPr>
            <a:spLocks xmlns:a="http://schemas.openxmlformats.org/drawingml/2006/main" noGrp="1"/>
          </p:cNvSpPr>
          <p:nvPr/>
        </p:nvSpPr>
        <p:spPr>
          <a:xfrm xmlns:a="http://schemas.openxmlformats.org/drawingml/2006/main">
            <a:off x="66294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实现与实验</a:t>
            </a:r>
          </a:p>
        </p:txBody>
      </p:sp>
      <p:sp>
        <p:nvSpPr>
          <p:cNvPr id="19" name="list-696-217-2">
            <a:extLst xmlns:a="http://schemas.openxmlformats.org/drawingml/2006/main">
              <a:ext uri="{FF2B5EF4-FFF2-40B4-BE49-F238E27FC236}">
                <a16:creationId xmlns:a16="http://schemas.microsoft.com/office/drawing/2014/main" id="{E6AC28A2-CD36-47BA-B2EE-201EDF8C1DA4}"/>
              </a:ext>
            </a:extLst>
          </p:cNvPr>
          <p:cNvSpPr>
            <a:spLocks xmlns:a="http://schemas.openxmlformats.org/drawingml/2006/main" noGrp="1"/>
          </p:cNvSpPr>
          <p:nvPr/>
        </p:nvSpPr>
        <p:spPr>
          <a:xfrm xmlns:a="http://schemas.openxmlformats.org/drawingml/2006/main">
            <a:off x="66294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结果分析</a:t>
            </a:r>
          </a:p>
        </p:txBody>
      </p:sp>
      <p:sp>
        <p:nvSpPr>
          <p:cNvPr id="20" name="list-696-217-3">
            <a:extLst xmlns:a="http://schemas.openxmlformats.org/drawingml/2006/main">
              <a:ext uri="{FF2B5EF4-FFF2-40B4-BE49-F238E27FC236}">
                <a16:creationId xmlns:a16="http://schemas.microsoft.com/office/drawing/2014/main" id="{62127B98-D9AC-40A5-ADE9-EC4411B620A0}"/>
              </a:ext>
            </a:extLst>
          </p:cNvPr>
          <p:cNvSpPr>
            <a:spLocks xmlns:a="http://schemas.openxmlformats.org/drawingml/2006/main" noGrp="1"/>
          </p:cNvSpPr>
          <p:nvPr/>
        </p:nvSpPr>
        <p:spPr>
          <a:xfrm xmlns:a="http://schemas.openxmlformats.org/drawingml/2006/main">
            <a:off x="66294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论文与评审</a:t>
            </a:r>
          </a:p>
        </p:txBody>
      </p:sp>
    </p:spTree>
    <p:extLst>
      <p:ext uri="{BB962C8B-B14F-4D97-AF65-F5344CB8AC3E}">
        <p14:creationId xmlns:p14="http://schemas.microsoft.com/office/powerpoint/2010/main" val="144372840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八维比较的主轴是人工判断</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2DD23107-4986-8758-3A93-3D74F35908CC}" type="slidenum">
              <a:t>13</a:t>
            </a:fld>
            <a:endParaRPr/>
          </a:p>
        </p:txBody>
      </p:sp>
      <p:sp>
        <p:nvSpPr>
          <p:cNvPr id="6" name="brand-header">
            <a:extLst xmlns:a="http://schemas.openxmlformats.org/drawingml/2006/main">
              <a:ext uri="{FF2B5EF4-FFF2-40B4-BE49-F238E27FC236}">
                <a16:creationId xmlns:a16="http://schemas.microsoft.com/office/drawing/2014/main" id="{4595EE99-9D4D-45E3-8D79-ED764170E6EC}"/>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dc49a4c51b040d4"/>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3B4662E0-37D5-446A-B3D3-AD372A84814F}"/>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八维比较的主轴是人工判断</a:t>
            </a:r>
          </a:p>
        </p:txBody>
      </p:sp>
      <p:sp>
        <p:nvSpPr>
          <p:cNvPr id="9" name="source">
            <a:extLst xmlns:a="http://schemas.openxmlformats.org/drawingml/2006/main">
              <a:ext uri="{FF2B5EF4-FFF2-40B4-BE49-F238E27FC236}">
                <a16:creationId xmlns:a16="http://schemas.microsoft.com/office/drawing/2014/main" id="{641EE6DB-4CB9-48AF-B551-C71398176B9F}"/>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来源：Lu et al., 2026；课程八维分析框架详见 speaker notes</a:t>
            </a:r>
          </a:p>
        </p:txBody>
      </p:sp>
      <p:sp>
        <p:nvSpPr>
          <p:cNvPr id="10" name="m-label-0">
            <a:extLst xmlns:a="http://schemas.openxmlformats.org/drawingml/2006/main">
              <a:ext uri="{FF2B5EF4-FFF2-40B4-BE49-F238E27FC236}">
                <a16:creationId xmlns:a16="http://schemas.microsoft.com/office/drawing/2014/main" id="{88936EAD-F26B-4BB4-91A6-3D41E2391028}"/>
              </a:ext>
            </a:extLst>
          </p:cNvPr>
          <p:cNvSpPr>
            <a:spLocks xmlns:a="http://schemas.openxmlformats.org/drawingml/2006/main" noGrp="1"/>
          </p:cNvSpPr>
          <p:nvPr/>
        </p:nvSpPr>
        <p:spPr>
          <a:xfrm xmlns:a="http://schemas.openxmlformats.org/drawingml/2006/main">
            <a:off x="609600" y="1381125"/>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任务契约</a:t>
            </a:r>
          </a:p>
        </p:txBody>
      </p:sp>
      <p:sp>
        <p:nvSpPr>
          <p:cNvPr id="11" name="m-value-0">
            <a:extLst xmlns:a="http://schemas.openxmlformats.org/drawingml/2006/main">
              <a:ext uri="{FF2B5EF4-FFF2-40B4-BE49-F238E27FC236}">
                <a16:creationId xmlns:a16="http://schemas.microsoft.com/office/drawing/2014/main" id="{2F8FF005-FF36-4A08-92F2-DC326462124C}"/>
              </a:ext>
            </a:extLst>
          </p:cNvPr>
          <p:cNvSpPr>
            <a:spLocks xmlns:a="http://schemas.openxmlformats.org/drawingml/2006/main" noGrp="1"/>
          </p:cNvSpPr>
          <p:nvPr/>
        </p:nvSpPr>
        <p:spPr>
          <a:xfrm xmlns:a="http://schemas.openxmlformats.org/drawingml/2006/main">
            <a:off x="3257550" y="1381125"/>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目标能否预先固定？</a:t>
            </a:r>
          </a:p>
        </p:txBody>
      </p:sp>
      <p:sp>
        <p:nvSpPr>
          <p:cNvPr id="12" name="m-rule-0">
            <a:extLst xmlns:a="http://schemas.openxmlformats.org/drawingml/2006/main">
              <a:ext uri="{FF2B5EF4-FFF2-40B4-BE49-F238E27FC236}">
                <a16:creationId xmlns:a16="http://schemas.microsoft.com/office/drawing/2014/main" id="{EBE47EA7-8C7B-4AB0-AF82-A6BE8CA960C3}"/>
              </a:ext>
            </a:extLst>
          </p:cNvPr>
          <p:cNvSpPr>
            <a:spLocks xmlns:a="http://schemas.openxmlformats.org/drawingml/2006/main" noGrp="1"/>
          </p:cNvSpPr>
          <p:nvPr/>
        </p:nvSpPr>
        <p:spPr>
          <a:xfrm xmlns:a="http://schemas.openxmlformats.org/drawingml/2006/main">
            <a:off x="609600" y="20383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m-label-1">
            <a:extLst xmlns:a="http://schemas.openxmlformats.org/drawingml/2006/main">
              <a:ext uri="{FF2B5EF4-FFF2-40B4-BE49-F238E27FC236}">
                <a16:creationId xmlns:a16="http://schemas.microsoft.com/office/drawing/2014/main" id="{CFF92111-CE24-4512-AD8C-4EEFE90076F5}"/>
              </a:ext>
            </a:extLst>
          </p:cNvPr>
          <p:cNvSpPr>
            <a:spLocks xmlns:a="http://schemas.openxmlformats.org/drawingml/2006/main" noGrp="1"/>
          </p:cNvSpPr>
          <p:nvPr/>
        </p:nvSpPr>
        <p:spPr>
          <a:xfrm xmlns:a="http://schemas.openxmlformats.org/drawingml/2006/main">
            <a:off x="609600" y="2076450"/>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Context / 状态</a:t>
            </a:r>
          </a:p>
        </p:txBody>
      </p:sp>
      <p:sp>
        <p:nvSpPr>
          <p:cNvPr id="14" name="m-value-1">
            <a:extLst xmlns:a="http://schemas.openxmlformats.org/drawingml/2006/main">
              <a:ext uri="{FF2B5EF4-FFF2-40B4-BE49-F238E27FC236}">
                <a16:creationId xmlns:a16="http://schemas.microsoft.com/office/drawing/2014/main" id="{C401BD5E-41BF-4F68-946E-3C8BCB8E2D8B}"/>
              </a:ext>
            </a:extLst>
          </p:cNvPr>
          <p:cNvSpPr>
            <a:spLocks xmlns:a="http://schemas.openxmlformats.org/drawingml/2006/main" noGrp="1"/>
          </p:cNvSpPr>
          <p:nvPr/>
        </p:nvSpPr>
        <p:spPr>
          <a:xfrm xmlns:a="http://schemas.openxmlformats.org/drawingml/2006/main">
            <a:off x="3257550" y="2076450"/>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输入与中间工件能否追溯？</a:t>
            </a:r>
          </a:p>
        </p:txBody>
      </p:sp>
      <p:sp>
        <p:nvSpPr>
          <p:cNvPr id="15" name="m-rule-1">
            <a:extLst xmlns:a="http://schemas.openxmlformats.org/drawingml/2006/main">
              <a:ext uri="{FF2B5EF4-FFF2-40B4-BE49-F238E27FC236}">
                <a16:creationId xmlns:a16="http://schemas.microsoft.com/office/drawing/2014/main" id="{62A82DDA-1EF9-4F85-80D2-4D1D22A9CB3E}"/>
              </a:ext>
            </a:extLst>
          </p:cNvPr>
          <p:cNvSpPr>
            <a:spLocks xmlns:a="http://schemas.openxmlformats.org/drawingml/2006/main" noGrp="1"/>
          </p:cNvSpPr>
          <p:nvPr/>
        </p:nvSpPr>
        <p:spPr>
          <a:xfrm xmlns:a="http://schemas.openxmlformats.org/drawingml/2006/main">
            <a:off x="609600" y="2733675"/>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6" name="m-label-2">
            <a:extLst xmlns:a="http://schemas.openxmlformats.org/drawingml/2006/main">
              <a:ext uri="{FF2B5EF4-FFF2-40B4-BE49-F238E27FC236}">
                <a16:creationId xmlns:a16="http://schemas.microsoft.com/office/drawing/2014/main" id="{C620FF24-AB34-4A37-A02A-22E42E250654}"/>
              </a:ext>
            </a:extLst>
          </p:cNvPr>
          <p:cNvSpPr>
            <a:spLocks xmlns:a="http://schemas.openxmlformats.org/drawingml/2006/main" noGrp="1"/>
          </p:cNvSpPr>
          <p:nvPr/>
        </p:nvSpPr>
        <p:spPr>
          <a:xfrm xmlns:a="http://schemas.openxmlformats.org/drawingml/2006/main">
            <a:off x="609600" y="2771775"/>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工具与权限</a:t>
            </a:r>
          </a:p>
        </p:txBody>
      </p:sp>
      <p:sp>
        <p:nvSpPr>
          <p:cNvPr id="17" name="m-value-2">
            <a:extLst xmlns:a="http://schemas.openxmlformats.org/drawingml/2006/main">
              <a:ext uri="{FF2B5EF4-FFF2-40B4-BE49-F238E27FC236}">
                <a16:creationId xmlns:a16="http://schemas.microsoft.com/office/drawing/2014/main" id="{943D0B7A-D33D-4012-9879-1C5CC5F49552}"/>
              </a:ext>
            </a:extLst>
          </p:cNvPr>
          <p:cNvSpPr>
            <a:spLocks xmlns:a="http://schemas.openxmlformats.org/drawingml/2006/main" noGrp="1"/>
          </p:cNvSpPr>
          <p:nvPr/>
        </p:nvSpPr>
        <p:spPr>
          <a:xfrm xmlns:a="http://schemas.openxmlformats.org/drawingml/2006/main">
            <a:off x="3257550" y="2771775"/>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哪些外部动作必须确认？</a:t>
            </a:r>
          </a:p>
        </p:txBody>
      </p:sp>
      <p:sp>
        <p:nvSpPr>
          <p:cNvPr id="18" name="m-rule-2">
            <a:extLst xmlns:a="http://schemas.openxmlformats.org/drawingml/2006/main">
              <a:ext uri="{FF2B5EF4-FFF2-40B4-BE49-F238E27FC236}">
                <a16:creationId xmlns:a16="http://schemas.microsoft.com/office/drawing/2014/main" id="{E6BDD34D-28E9-4FC5-B722-BB7C271814BF}"/>
              </a:ext>
            </a:extLst>
          </p:cNvPr>
          <p:cNvSpPr>
            <a:spLocks xmlns:a="http://schemas.openxmlformats.org/drawingml/2006/main" noGrp="1"/>
          </p:cNvSpPr>
          <p:nvPr/>
        </p:nvSpPr>
        <p:spPr>
          <a:xfrm xmlns:a="http://schemas.openxmlformats.org/drawingml/2006/main">
            <a:off x="609600" y="342900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9" name="m-label-3">
            <a:extLst xmlns:a="http://schemas.openxmlformats.org/drawingml/2006/main">
              <a:ext uri="{FF2B5EF4-FFF2-40B4-BE49-F238E27FC236}">
                <a16:creationId xmlns:a16="http://schemas.microsoft.com/office/drawing/2014/main" id="{F53715A9-EE8E-4231-B3EB-B7E11442468C}"/>
              </a:ext>
            </a:extLst>
          </p:cNvPr>
          <p:cNvSpPr>
            <a:spLocks xmlns:a="http://schemas.openxmlformats.org/drawingml/2006/main" noGrp="1"/>
          </p:cNvSpPr>
          <p:nvPr/>
        </p:nvSpPr>
        <p:spPr>
          <a:xfrm xmlns:a="http://schemas.openxmlformats.org/drawingml/2006/main">
            <a:off x="609600" y="3467100"/>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执行与追踪</a:t>
            </a:r>
          </a:p>
        </p:txBody>
      </p:sp>
      <p:sp>
        <p:nvSpPr>
          <p:cNvPr id="20" name="m-value-3">
            <a:extLst xmlns:a="http://schemas.openxmlformats.org/drawingml/2006/main">
              <a:ext uri="{FF2B5EF4-FFF2-40B4-BE49-F238E27FC236}">
                <a16:creationId xmlns:a16="http://schemas.microsoft.com/office/drawing/2014/main" id="{7DB66F20-7823-448F-A241-2189645AF1A7}"/>
              </a:ext>
            </a:extLst>
          </p:cNvPr>
          <p:cNvSpPr>
            <a:spLocks xmlns:a="http://schemas.openxmlformats.org/drawingml/2006/main" noGrp="1"/>
          </p:cNvSpPr>
          <p:nvPr/>
        </p:nvSpPr>
        <p:spPr>
          <a:xfrm xmlns:a="http://schemas.openxmlformats.org/drawingml/2006/main">
            <a:off x="3257550" y="3467100"/>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失败是否完整保留？</a:t>
            </a:r>
          </a:p>
        </p:txBody>
      </p:sp>
      <p:sp>
        <p:nvSpPr>
          <p:cNvPr id="21" name="m-rule-3">
            <a:extLst xmlns:a="http://schemas.openxmlformats.org/drawingml/2006/main">
              <a:ext uri="{FF2B5EF4-FFF2-40B4-BE49-F238E27FC236}">
                <a16:creationId xmlns:a16="http://schemas.microsoft.com/office/drawing/2014/main" id="{8EA67106-C350-414E-9C0D-88563FEDA919}"/>
              </a:ext>
            </a:extLst>
          </p:cNvPr>
          <p:cNvSpPr>
            <a:spLocks xmlns:a="http://schemas.openxmlformats.org/drawingml/2006/main" noGrp="1"/>
          </p:cNvSpPr>
          <p:nvPr/>
        </p:nvSpPr>
        <p:spPr>
          <a:xfrm xmlns:a="http://schemas.openxmlformats.org/drawingml/2006/main">
            <a:off x="609600" y="4124325"/>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22" name="m-label-4">
            <a:extLst xmlns:a="http://schemas.openxmlformats.org/drawingml/2006/main">
              <a:ext uri="{FF2B5EF4-FFF2-40B4-BE49-F238E27FC236}">
                <a16:creationId xmlns:a16="http://schemas.microsoft.com/office/drawing/2014/main" id="{0F5E1D51-4815-4643-BA77-A29879E755AB}"/>
              </a:ext>
            </a:extLst>
          </p:cNvPr>
          <p:cNvSpPr>
            <a:spLocks xmlns:a="http://schemas.openxmlformats.org/drawingml/2006/main" noGrp="1"/>
          </p:cNvSpPr>
          <p:nvPr/>
        </p:nvSpPr>
        <p:spPr>
          <a:xfrm xmlns:a="http://schemas.openxmlformats.org/drawingml/2006/main">
            <a:off x="609600" y="4162425"/>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Evals</a:t>
            </a:r>
          </a:p>
        </p:txBody>
      </p:sp>
      <p:sp>
        <p:nvSpPr>
          <p:cNvPr id="23" name="m-value-4">
            <a:extLst xmlns:a="http://schemas.openxmlformats.org/drawingml/2006/main">
              <a:ext uri="{FF2B5EF4-FFF2-40B4-BE49-F238E27FC236}">
                <a16:creationId xmlns:a16="http://schemas.microsoft.com/office/drawing/2014/main" id="{28551BA7-286E-4F9F-9633-F4DCECEE79E8}"/>
              </a:ext>
            </a:extLst>
          </p:cNvPr>
          <p:cNvSpPr>
            <a:spLocks xmlns:a="http://schemas.openxmlformats.org/drawingml/2006/main" noGrp="1"/>
          </p:cNvSpPr>
          <p:nvPr/>
        </p:nvSpPr>
        <p:spPr>
          <a:xfrm xmlns:a="http://schemas.openxmlformats.org/drawingml/2006/main">
            <a:off x="3257550" y="4162425"/>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评价器是否独立？</a:t>
            </a:r>
          </a:p>
        </p:txBody>
      </p:sp>
      <p:sp>
        <p:nvSpPr>
          <p:cNvPr id="24" name="m-rule-4">
            <a:extLst xmlns:a="http://schemas.openxmlformats.org/drawingml/2006/main">
              <a:ext uri="{FF2B5EF4-FFF2-40B4-BE49-F238E27FC236}">
                <a16:creationId xmlns:a16="http://schemas.microsoft.com/office/drawing/2014/main" id="{D173D95F-A6ED-4CAD-9484-6A43BC836955}"/>
              </a:ext>
            </a:extLst>
          </p:cNvPr>
          <p:cNvSpPr>
            <a:spLocks xmlns:a="http://schemas.openxmlformats.org/drawingml/2006/main" noGrp="1"/>
          </p:cNvSpPr>
          <p:nvPr/>
        </p:nvSpPr>
        <p:spPr>
          <a:xfrm xmlns:a="http://schemas.openxmlformats.org/drawingml/2006/main">
            <a:off x="609600" y="48196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25" name="m-label-5">
            <a:extLst xmlns:a="http://schemas.openxmlformats.org/drawingml/2006/main">
              <a:ext uri="{FF2B5EF4-FFF2-40B4-BE49-F238E27FC236}">
                <a16:creationId xmlns:a16="http://schemas.microsoft.com/office/drawing/2014/main" id="{7784AAA5-E1EA-44B5-875A-2838FB59FE0D}"/>
              </a:ext>
            </a:extLst>
          </p:cNvPr>
          <p:cNvSpPr>
            <a:spLocks xmlns:a="http://schemas.openxmlformats.org/drawingml/2006/main" noGrp="1"/>
          </p:cNvSpPr>
          <p:nvPr/>
        </p:nvSpPr>
        <p:spPr>
          <a:xfrm xmlns:a="http://schemas.openxmlformats.org/drawingml/2006/main">
            <a:off x="609600" y="4857750"/>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C8161E"/>
                </a:solidFill>
                <a:latin typeface="微软雅黑"/>
                <a:ea typeface="微软雅黑"/>
                <a:cs typeface="微软雅黑"/>
              </a:defRPr>
            </a:pPr>
            <a:r>
              <a:rPr sz="2000" b="1">
                <a:solidFill>
                  <a:srgbClr val="C8161E"/>
                </a:solidFill>
                <a:latin typeface="微软雅黑"/>
                <a:ea typeface="微软雅黑"/>
                <a:cs typeface="微软雅黑"/>
              </a:rPr>
              <a:t>人工判断</a:t>
            </a:r>
          </a:p>
        </p:txBody>
      </p:sp>
      <p:sp>
        <p:nvSpPr>
          <p:cNvPr id="26" name="m-value-5">
            <a:extLst xmlns:a="http://schemas.openxmlformats.org/drawingml/2006/main">
              <a:ext uri="{FF2B5EF4-FFF2-40B4-BE49-F238E27FC236}">
                <a16:creationId xmlns:a16="http://schemas.microsoft.com/office/drawing/2014/main" id="{18E01007-8064-463F-9E39-B17FE052CDCB}"/>
              </a:ext>
            </a:extLst>
          </p:cNvPr>
          <p:cNvSpPr>
            <a:spLocks xmlns:a="http://schemas.openxmlformats.org/drawingml/2006/main" noGrp="1"/>
          </p:cNvSpPr>
          <p:nvPr/>
        </p:nvSpPr>
        <p:spPr>
          <a:xfrm xmlns:a="http://schemas.openxmlformats.org/drawingml/2006/main">
            <a:off x="3257550" y="4857750"/>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方法、证据与结论由谁决定？</a:t>
            </a:r>
          </a:p>
        </p:txBody>
      </p:sp>
      <p:sp>
        <p:nvSpPr>
          <p:cNvPr id="27" name="m-rule-5">
            <a:extLst xmlns:a="http://schemas.openxmlformats.org/drawingml/2006/main">
              <a:ext uri="{FF2B5EF4-FFF2-40B4-BE49-F238E27FC236}">
                <a16:creationId xmlns:a16="http://schemas.microsoft.com/office/drawing/2014/main" id="{50EF693D-327F-4C5F-A685-33A7F7CF6438}"/>
              </a:ext>
            </a:extLst>
          </p:cNvPr>
          <p:cNvSpPr>
            <a:spLocks xmlns:a="http://schemas.openxmlformats.org/drawingml/2006/main" noGrp="1"/>
          </p:cNvSpPr>
          <p:nvPr/>
        </p:nvSpPr>
        <p:spPr>
          <a:xfrm xmlns:a="http://schemas.openxmlformats.org/drawingml/2006/main">
            <a:off x="609600" y="5514975"/>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Tree>
    <p:extLst>
      <p:ext uri="{BB962C8B-B14F-4D97-AF65-F5344CB8AC3E}">
        <p14:creationId xmlns:p14="http://schemas.microsoft.com/office/powerpoint/2010/main" val="144372840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系统边界决定哪些表述可以成立</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27921A4-25C4-3DB4-06B1-32693CEE2241}" type="slidenum">
              <a:t>14</a:t>
            </a:fld>
            <a:endParaRPr/>
          </a:p>
        </p:txBody>
      </p:sp>
      <p:sp>
        <p:nvSpPr>
          <p:cNvPr id="6" name="brand-header">
            <a:extLst xmlns:a="http://schemas.openxmlformats.org/drawingml/2006/main">
              <a:ext uri="{FF2B5EF4-FFF2-40B4-BE49-F238E27FC236}">
                <a16:creationId xmlns:a16="http://schemas.microsoft.com/office/drawing/2014/main" id="{A01C6C72-7586-4CE9-BF23-71DFD6B4F208}"/>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3c5ec5b18bc2433a"/>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4DCE4DCC-44A3-4B2F-B641-EA58E9CF839B}"/>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系统边界决定哪些表述可以成立</a:t>
            </a:r>
          </a:p>
        </p:txBody>
      </p:sp>
      <p:sp>
        <p:nvSpPr>
          <p:cNvPr id="9" name="source">
            <a:extLst xmlns:a="http://schemas.openxmlformats.org/drawingml/2006/main">
              <a:ext uri="{FF2B5EF4-FFF2-40B4-BE49-F238E27FC236}">
                <a16:creationId xmlns:a16="http://schemas.microsoft.com/office/drawing/2014/main" id="{B3E8695D-C059-45E9-98CF-ECDA11C67609}"/>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来源：Karpathy, AutoResearch；Lu et al., 2026；边界说明详见 notes</a:t>
            </a:r>
          </a:p>
        </p:txBody>
      </p:sp>
      <p:sp>
        <p:nvSpPr>
          <p:cNvPr id="10" name="left-h">
            <a:extLst xmlns:a="http://schemas.openxmlformats.org/drawingml/2006/main">
              <a:ext uri="{FF2B5EF4-FFF2-40B4-BE49-F238E27FC236}">
                <a16:creationId xmlns:a16="http://schemas.microsoft.com/office/drawing/2014/main" id="{AF14A406-79D1-435D-8F76-5871DBEEBA4A}"/>
              </a:ext>
            </a:extLst>
          </p:cNvPr>
          <p:cNvSpPr>
            <a:spLocks xmlns:a="http://schemas.openxmlformats.org/drawingml/2006/main" noGrp="1"/>
          </p:cNvSpPr>
          <p:nvPr/>
        </p:nvSpPr>
        <p:spPr>
          <a:xfrm xmlns:a="http://schemas.openxmlformats.org/drawingml/2006/main">
            <a:off x="6096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证据不支持的外推</a:t>
            </a:r>
          </a:p>
        </p:txBody>
      </p:sp>
      <p:sp>
        <p:nvSpPr>
          <p:cNvPr id="11" name="right-h">
            <a:extLst xmlns:a="http://schemas.openxmlformats.org/drawingml/2006/main">
              <a:ext uri="{FF2B5EF4-FFF2-40B4-BE49-F238E27FC236}">
                <a16:creationId xmlns:a16="http://schemas.microsoft.com/office/drawing/2014/main" id="{A231557C-6824-4F7D-81F3-87FE98E71CC8}"/>
              </a:ext>
            </a:extLst>
          </p:cNvPr>
          <p:cNvSpPr>
            <a:spLocks xmlns:a="http://schemas.openxmlformats.org/drawingml/2006/main" noGrp="1"/>
          </p:cNvSpPr>
          <p:nvPr/>
        </p:nvSpPr>
        <p:spPr>
          <a:xfrm xmlns:a="http://schemas.openxmlformats.org/drawingml/2006/main">
            <a:off x="66294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当前可成立</a:t>
            </a:r>
          </a:p>
        </p:txBody>
      </p:sp>
      <p:sp>
        <p:nvSpPr>
          <p:cNvPr id="12" name="split">
            <a:extLst xmlns:a="http://schemas.openxmlformats.org/drawingml/2006/main">
              <a:ext uri="{FF2B5EF4-FFF2-40B4-BE49-F238E27FC236}">
                <a16:creationId xmlns:a16="http://schemas.microsoft.com/office/drawing/2014/main" id="{26F6E5ED-8F8A-4D89-B893-DE75FDA43736}"/>
              </a:ext>
            </a:extLst>
          </p:cNvPr>
          <p:cNvSpPr>
            <a:spLocks xmlns:a="http://schemas.openxmlformats.org/drawingml/2006/main" noGrp="1"/>
          </p:cNvSpPr>
          <p:nvPr/>
        </p:nvSpPr>
        <p:spPr>
          <a:xfrm xmlns:a="http://schemas.openxmlformats.org/drawingml/2006/main">
            <a:off x="6096000" y="1476375"/>
            <a:ext cx="9525"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list-64-217-0">
            <a:extLst xmlns:a="http://schemas.openxmlformats.org/drawingml/2006/main">
              <a:ext uri="{FF2B5EF4-FFF2-40B4-BE49-F238E27FC236}">
                <a16:creationId xmlns:a16="http://schemas.microsoft.com/office/drawing/2014/main" id="{F85F86F5-10BC-413D-BDD1-00D133FC9796}"/>
              </a:ext>
            </a:extLst>
          </p:cNvPr>
          <p:cNvSpPr>
            <a:spLocks xmlns:a="http://schemas.openxmlformats.org/drawingml/2006/main" noGrp="1"/>
          </p:cNvSpPr>
          <p:nvPr/>
        </p:nvSpPr>
        <p:spPr>
          <a:xfrm xmlns:a="http://schemas.openxmlformats.org/drawingml/2006/main">
            <a:off x="6096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“自动完成完整科研”</a:t>
            </a:r>
          </a:p>
        </p:txBody>
      </p:sp>
      <p:sp>
        <p:nvSpPr>
          <p:cNvPr id="14" name="list-64-217-1">
            <a:extLst xmlns:a="http://schemas.openxmlformats.org/drawingml/2006/main">
              <a:ext uri="{FF2B5EF4-FFF2-40B4-BE49-F238E27FC236}">
                <a16:creationId xmlns:a16="http://schemas.microsoft.com/office/drawing/2014/main" id="{00688A3B-C2AC-4E3C-B4B4-7B4EEE821806}"/>
              </a:ext>
            </a:extLst>
          </p:cNvPr>
          <p:cNvSpPr>
            <a:spLocks xmlns:a="http://schemas.openxmlformats.org/drawingml/2006/main" noGrp="1"/>
          </p:cNvSpPr>
          <p:nvPr/>
        </p:nvSpPr>
        <p:spPr>
          <a:xfrm xmlns:a="http://schemas.openxmlformats.org/drawingml/2006/main">
            <a:off x="6096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“自动评审替代同行”</a:t>
            </a:r>
          </a:p>
        </p:txBody>
      </p:sp>
      <p:sp>
        <p:nvSpPr>
          <p:cNvPr id="15" name="list-64-217-2">
            <a:extLst xmlns:a="http://schemas.openxmlformats.org/drawingml/2006/main">
              <a:ext uri="{FF2B5EF4-FFF2-40B4-BE49-F238E27FC236}">
                <a16:creationId xmlns:a16="http://schemas.microsoft.com/office/drawing/2014/main" id="{8B07ECA5-C861-435F-A0CD-DF356E02A6A6}"/>
              </a:ext>
            </a:extLst>
          </p:cNvPr>
          <p:cNvSpPr>
            <a:spLocks xmlns:a="http://schemas.openxmlformats.org/drawingml/2006/main" noGrp="1"/>
          </p:cNvSpPr>
          <p:nvPr/>
        </p:nvSpPr>
        <p:spPr>
          <a:xfrm xmlns:a="http://schemas.openxmlformats.org/drawingml/2006/main">
            <a:off x="6096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“端到端适用于所有学科”</a:t>
            </a:r>
          </a:p>
        </p:txBody>
      </p:sp>
      <p:sp>
        <p:nvSpPr>
          <p:cNvPr id="16" name="list-64-217-3">
            <a:extLst xmlns:a="http://schemas.openxmlformats.org/drawingml/2006/main">
              <a:ext uri="{FF2B5EF4-FFF2-40B4-BE49-F238E27FC236}">
                <a16:creationId xmlns:a16="http://schemas.microsoft.com/office/drawing/2014/main" id="{AB8CD8E2-DAF4-4A1A-90CE-440AED6F5FAD}"/>
              </a:ext>
            </a:extLst>
          </p:cNvPr>
          <p:cNvSpPr>
            <a:spLocks xmlns:a="http://schemas.openxmlformats.org/drawingml/2006/main" noGrp="1"/>
          </p:cNvSpPr>
          <p:nvPr/>
        </p:nvSpPr>
        <p:spPr>
          <a:xfrm xmlns:a="http://schemas.openxmlformats.org/drawingml/2006/main">
            <a:off x="6096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“失败可以自动删除”</a:t>
            </a:r>
          </a:p>
        </p:txBody>
      </p:sp>
      <p:sp>
        <p:nvSpPr>
          <p:cNvPr id="17" name="list-696-217-0">
            <a:extLst xmlns:a="http://schemas.openxmlformats.org/drawingml/2006/main">
              <a:ext uri="{FF2B5EF4-FFF2-40B4-BE49-F238E27FC236}">
                <a16:creationId xmlns:a16="http://schemas.microsoft.com/office/drawing/2014/main" id="{E583EF92-8CF8-40B1-A3E0-FAA395C114DD}"/>
              </a:ext>
            </a:extLst>
          </p:cNvPr>
          <p:cNvSpPr>
            <a:spLocks xmlns:a="http://schemas.openxmlformats.org/drawingml/2006/main" noGrp="1"/>
          </p:cNvSpPr>
          <p:nvPr/>
        </p:nvSpPr>
        <p:spPr>
          <a:xfrm xmlns:a="http://schemas.openxmlformats.org/drawingml/2006/main">
            <a:off x="66294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可分析系统组件与边界</a:t>
            </a:r>
          </a:p>
        </p:txBody>
      </p:sp>
      <p:sp>
        <p:nvSpPr>
          <p:cNvPr id="18" name="list-696-217-1">
            <a:extLst xmlns:a="http://schemas.openxmlformats.org/drawingml/2006/main">
              <a:ext uri="{FF2B5EF4-FFF2-40B4-BE49-F238E27FC236}">
                <a16:creationId xmlns:a16="http://schemas.microsoft.com/office/drawing/2014/main" id="{04A10399-F064-4AF0-96BB-4DF7A1C1AF80}"/>
              </a:ext>
            </a:extLst>
          </p:cNvPr>
          <p:cNvSpPr>
            <a:spLocks xmlns:a="http://schemas.openxmlformats.org/drawingml/2006/main" noGrp="1"/>
          </p:cNvSpPr>
          <p:nvPr/>
        </p:nvSpPr>
        <p:spPr>
          <a:xfrm xmlns:a="http://schemas.openxmlformats.org/drawingml/2006/main">
            <a:off x="66294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可复用受限循环骨架</a:t>
            </a:r>
          </a:p>
        </p:txBody>
      </p:sp>
      <p:sp>
        <p:nvSpPr>
          <p:cNvPr id="19" name="list-696-217-2">
            <a:extLst xmlns:a="http://schemas.openxmlformats.org/drawingml/2006/main">
              <a:ext uri="{FF2B5EF4-FFF2-40B4-BE49-F238E27FC236}">
                <a16:creationId xmlns:a16="http://schemas.microsoft.com/office/drawing/2014/main" id="{E9D2AECA-8B1E-4830-A02F-E52296215EE7}"/>
              </a:ext>
            </a:extLst>
          </p:cNvPr>
          <p:cNvSpPr>
            <a:spLocks xmlns:a="http://schemas.openxmlformats.org/drawingml/2006/main" noGrp="1"/>
          </p:cNvSpPr>
          <p:nvPr/>
        </p:nvSpPr>
        <p:spPr>
          <a:xfrm xmlns:a="http://schemas.openxmlformats.org/drawingml/2006/main">
            <a:off x="66294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需人工核验方法与结论</a:t>
            </a:r>
          </a:p>
        </p:txBody>
      </p:sp>
      <p:sp>
        <p:nvSpPr>
          <p:cNvPr id="20" name="list-696-217-3">
            <a:extLst xmlns:a="http://schemas.openxmlformats.org/drawingml/2006/main">
              <a:ext uri="{FF2B5EF4-FFF2-40B4-BE49-F238E27FC236}">
                <a16:creationId xmlns:a16="http://schemas.microsoft.com/office/drawing/2014/main" id="{8A1978EB-7175-4D58-9CE4-8FE98D42DCE1}"/>
              </a:ext>
            </a:extLst>
          </p:cNvPr>
          <p:cNvSpPr>
            <a:spLocks xmlns:a="http://schemas.openxmlformats.org/drawingml/2006/main" noGrp="1"/>
          </p:cNvSpPr>
          <p:nvPr/>
        </p:nvSpPr>
        <p:spPr>
          <a:xfrm xmlns:a="http://schemas.openxmlformats.org/drawingml/2006/main">
            <a:off x="66294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失败进入可审计记录</a:t>
            </a:r>
          </a:p>
        </p:txBody>
      </p:sp>
    </p:spTree>
    <p:extLst>
      <p:ext uri="{BB962C8B-B14F-4D97-AF65-F5344CB8AC3E}">
        <p14:creationId xmlns:p14="http://schemas.microsoft.com/office/powerpoint/2010/main" val="144372840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同一工作流映射到两个分析对象</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A83FA91-883A-0168-8075-96CEB9DCA3C2}" type="slidenum">
              <a:t>15</a:t>
            </a:fld>
            <a:endParaRPr/>
          </a:p>
        </p:txBody>
      </p:sp>
      <p:sp>
        <p:nvSpPr>
          <p:cNvPr id="6" name="brand-header">
            <a:extLst xmlns:a="http://schemas.openxmlformats.org/drawingml/2006/main">
              <a:ext uri="{FF2B5EF4-FFF2-40B4-BE49-F238E27FC236}">
                <a16:creationId xmlns:a16="http://schemas.microsoft.com/office/drawing/2014/main" id="{6C6EB05F-B43C-44CC-9A4C-496F1E28C8BE}"/>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ecfe6c616c74b9e"/>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7988AF0A-A620-454E-9E34-414F5091ACD5}"/>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同一工作流映射到两个分析对象</a:t>
            </a:r>
          </a:p>
        </p:txBody>
      </p:sp>
      <p:sp>
        <p:nvSpPr>
          <p:cNvPr id="9" name="source">
            <a:extLst xmlns:a="http://schemas.openxmlformats.org/drawingml/2006/main">
              <a:ext uri="{FF2B5EF4-FFF2-40B4-BE49-F238E27FC236}">
                <a16:creationId xmlns:a16="http://schemas.microsoft.com/office/drawing/2014/main" id="{D30D529D-8385-4B4D-B3C1-33CCE83FB1D0}"/>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来源：Karpathy, AutoResearch；Lu et al., 2026；对照维度详见 notes</a:t>
            </a:r>
          </a:p>
        </p:txBody>
      </p:sp>
      <p:sp>
        <p:nvSpPr>
          <p:cNvPr id="10" name="chain-line-0">
            <a:extLst xmlns:a="http://schemas.openxmlformats.org/drawingml/2006/main">
              <a:ext uri="{FF2B5EF4-FFF2-40B4-BE49-F238E27FC236}">
                <a16:creationId xmlns:a16="http://schemas.microsoft.com/office/drawing/2014/main" id="{F856987C-5D90-41B4-B4ED-6ACD1C15D224}"/>
              </a:ext>
            </a:extLst>
          </p:cNvPr>
          <p:cNvSpPr>
            <a:spLocks xmlns:a="http://schemas.openxmlformats.org/drawingml/2006/main" noGrp="1"/>
          </p:cNvSpPr>
          <p:nvPr/>
        </p:nvSpPr>
        <p:spPr>
          <a:xfrm xmlns:a="http://schemas.openxmlformats.org/drawingml/2006/main">
            <a:off x="142875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927499A8-D76D-42BB-A971-59425F5ADE82}"/>
              </a:ext>
            </a:extLst>
          </p:cNvPr>
          <p:cNvSpPr>
            <a:spLocks xmlns:a="http://schemas.openxmlformats.org/drawingml/2006/main" noGrp="1"/>
          </p:cNvSpPr>
          <p:nvPr/>
        </p:nvSpPr>
        <p:spPr>
          <a:xfrm xmlns:a="http://schemas.openxmlformats.org/drawingml/2006/main">
            <a:off x="142875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任务契约</a:t>
            </a:r>
          </a:p>
        </p:txBody>
      </p:sp>
      <p:sp>
        <p:nvSpPr>
          <p:cNvPr id="12" name="chain-arrow-0">
            <a:extLst xmlns:a="http://schemas.openxmlformats.org/drawingml/2006/main">
              <a:ext uri="{FF2B5EF4-FFF2-40B4-BE49-F238E27FC236}">
                <a16:creationId xmlns:a16="http://schemas.microsoft.com/office/drawing/2014/main" id="{86D9962A-CD4E-41D1-B847-7DC9634A56CE}"/>
              </a:ext>
            </a:extLst>
          </p:cNvPr>
          <p:cNvSpPr>
            <a:spLocks xmlns:a="http://schemas.openxmlformats.org/drawingml/2006/main" noGrp="1"/>
          </p:cNvSpPr>
          <p:nvPr/>
        </p:nvSpPr>
        <p:spPr>
          <a:xfrm xmlns:a="http://schemas.openxmlformats.org/drawingml/2006/main">
            <a:off x="3429000" y="2266950"/>
            <a:ext cx="44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5A215F7D-B088-4923-9E4C-73717C329694}"/>
              </a:ext>
            </a:extLst>
          </p:cNvPr>
          <p:cNvSpPr>
            <a:spLocks xmlns:a="http://schemas.openxmlformats.org/drawingml/2006/main" noGrp="1"/>
          </p:cNvSpPr>
          <p:nvPr/>
        </p:nvSpPr>
        <p:spPr>
          <a:xfrm xmlns:a="http://schemas.openxmlformats.org/drawingml/2006/main">
            <a:off x="142875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先写清边界</a:t>
            </a:r>
          </a:p>
        </p:txBody>
      </p:sp>
      <p:sp>
        <p:nvSpPr>
          <p:cNvPr id="14" name="chain-line-1">
            <a:extLst xmlns:a="http://schemas.openxmlformats.org/drawingml/2006/main">
              <a:ext uri="{FF2B5EF4-FFF2-40B4-BE49-F238E27FC236}">
                <a16:creationId xmlns:a16="http://schemas.microsoft.com/office/drawing/2014/main" id="{340F8BD9-CB9B-422D-9072-9FC5303EBC28}"/>
              </a:ext>
            </a:extLst>
          </p:cNvPr>
          <p:cNvSpPr>
            <a:spLocks xmlns:a="http://schemas.openxmlformats.org/drawingml/2006/main" noGrp="1"/>
          </p:cNvSpPr>
          <p:nvPr/>
        </p:nvSpPr>
        <p:spPr>
          <a:xfrm xmlns:a="http://schemas.openxmlformats.org/drawingml/2006/main">
            <a:off x="387350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80EA1319-62FD-4A95-AABF-80852E726F29}"/>
              </a:ext>
            </a:extLst>
          </p:cNvPr>
          <p:cNvSpPr>
            <a:spLocks xmlns:a="http://schemas.openxmlformats.org/drawingml/2006/main" noGrp="1"/>
          </p:cNvSpPr>
          <p:nvPr/>
        </p:nvSpPr>
        <p:spPr>
          <a:xfrm xmlns:a="http://schemas.openxmlformats.org/drawingml/2006/main">
            <a:off x="387350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执行循环</a:t>
            </a:r>
          </a:p>
        </p:txBody>
      </p:sp>
      <p:sp>
        <p:nvSpPr>
          <p:cNvPr id="16" name="chain-arrow-1">
            <a:extLst xmlns:a="http://schemas.openxmlformats.org/drawingml/2006/main">
              <a:ext uri="{FF2B5EF4-FFF2-40B4-BE49-F238E27FC236}">
                <a16:creationId xmlns:a16="http://schemas.microsoft.com/office/drawing/2014/main" id="{7231FB48-9A32-4C7A-A835-BD1F8C209982}"/>
              </a:ext>
            </a:extLst>
          </p:cNvPr>
          <p:cNvSpPr>
            <a:spLocks xmlns:a="http://schemas.openxmlformats.org/drawingml/2006/main" noGrp="1"/>
          </p:cNvSpPr>
          <p:nvPr/>
        </p:nvSpPr>
        <p:spPr>
          <a:xfrm xmlns:a="http://schemas.openxmlformats.org/drawingml/2006/main">
            <a:off x="5873750" y="2266950"/>
            <a:ext cx="44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B81D3436-6D1F-4C99-BECA-4E37C3F14C00}"/>
              </a:ext>
            </a:extLst>
          </p:cNvPr>
          <p:cNvSpPr>
            <a:spLocks xmlns:a="http://schemas.openxmlformats.org/drawingml/2006/main" noGrp="1"/>
          </p:cNvSpPr>
          <p:nvPr/>
        </p:nvSpPr>
        <p:spPr>
          <a:xfrm xmlns:a="http://schemas.openxmlformats.org/drawingml/2006/main">
            <a:off x="387350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冻结队列 / 优化</a:t>
            </a:r>
          </a:p>
        </p:txBody>
      </p:sp>
      <p:sp>
        <p:nvSpPr>
          <p:cNvPr id="18" name="chain-line-2">
            <a:extLst xmlns:a="http://schemas.openxmlformats.org/drawingml/2006/main">
              <a:ext uri="{FF2B5EF4-FFF2-40B4-BE49-F238E27FC236}">
                <a16:creationId xmlns:a16="http://schemas.microsoft.com/office/drawing/2014/main" id="{D4CBF69F-D5B3-411F-9CC4-5DDD9330275C}"/>
              </a:ext>
            </a:extLst>
          </p:cNvPr>
          <p:cNvSpPr>
            <a:spLocks xmlns:a="http://schemas.openxmlformats.org/drawingml/2006/main" noGrp="1"/>
          </p:cNvSpPr>
          <p:nvPr/>
        </p:nvSpPr>
        <p:spPr>
          <a:xfrm xmlns:a="http://schemas.openxmlformats.org/drawingml/2006/main">
            <a:off x="631825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8E369CDC-D6AE-46BC-AA76-195B2FA449BF}"/>
              </a:ext>
            </a:extLst>
          </p:cNvPr>
          <p:cNvSpPr>
            <a:spLocks xmlns:a="http://schemas.openxmlformats.org/drawingml/2006/main" noGrp="1"/>
          </p:cNvSpPr>
          <p:nvPr/>
        </p:nvSpPr>
        <p:spPr>
          <a:xfrm xmlns:a="http://schemas.openxmlformats.org/drawingml/2006/main">
            <a:off x="631825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独立 Evals</a:t>
            </a:r>
          </a:p>
        </p:txBody>
      </p:sp>
      <p:sp>
        <p:nvSpPr>
          <p:cNvPr id="20" name="chain-arrow-2">
            <a:extLst xmlns:a="http://schemas.openxmlformats.org/drawingml/2006/main">
              <a:ext uri="{FF2B5EF4-FFF2-40B4-BE49-F238E27FC236}">
                <a16:creationId xmlns:a16="http://schemas.microsoft.com/office/drawing/2014/main" id="{005DD256-204E-47F3-9F0E-CBBB59E4AF64}"/>
              </a:ext>
            </a:extLst>
          </p:cNvPr>
          <p:cNvSpPr>
            <a:spLocks xmlns:a="http://schemas.openxmlformats.org/drawingml/2006/main" noGrp="1"/>
          </p:cNvSpPr>
          <p:nvPr/>
        </p:nvSpPr>
        <p:spPr>
          <a:xfrm xmlns:a="http://schemas.openxmlformats.org/drawingml/2006/main">
            <a:off x="8318500" y="2266950"/>
            <a:ext cx="44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D18131AB-528F-4676-B276-162C1F33DF2E}"/>
              </a:ext>
            </a:extLst>
          </p:cNvPr>
          <p:cNvSpPr>
            <a:spLocks xmlns:a="http://schemas.openxmlformats.org/drawingml/2006/main" noGrp="1"/>
          </p:cNvSpPr>
          <p:nvPr/>
        </p:nvSpPr>
        <p:spPr>
          <a:xfrm xmlns:a="http://schemas.openxmlformats.org/drawingml/2006/main">
            <a:off x="631825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生成器不可自评</a:t>
            </a:r>
          </a:p>
        </p:txBody>
      </p:sp>
      <p:sp>
        <p:nvSpPr>
          <p:cNvPr id="22" name="chain-line-3">
            <a:extLst xmlns:a="http://schemas.openxmlformats.org/drawingml/2006/main">
              <a:ext uri="{FF2B5EF4-FFF2-40B4-BE49-F238E27FC236}">
                <a16:creationId xmlns:a16="http://schemas.microsoft.com/office/drawing/2014/main" id="{BABB10B5-292C-4CBB-B447-FDAB4F3B77A4}"/>
              </a:ext>
            </a:extLst>
          </p:cNvPr>
          <p:cNvSpPr>
            <a:spLocks xmlns:a="http://schemas.openxmlformats.org/drawingml/2006/main" noGrp="1"/>
          </p:cNvSpPr>
          <p:nvPr/>
        </p:nvSpPr>
        <p:spPr>
          <a:xfrm xmlns:a="http://schemas.openxmlformats.org/drawingml/2006/main">
            <a:off x="876300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318FD2CF-B2FC-49F3-822A-66D27614A81C}"/>
              </a:ext>
            </a:extLst>
          </p:cNvPr>
          <p:cNvSpPr>
            <a:spLocks xmlns:a="http://schemas.openxmlformats.org/drawingml/2006/main" noGrp="1"/>
          </p:cNvSpPr>
          <p:nvPr/>
        </p:nvSpPr>
        <p:spPr>
          <a:xfrm xmlns:a="http://schemas.openxmlformats.org/drawingml/2006/main">
            <a:off x="876300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人工判断</a:t>
            </a:r>
          </a:p>
        </p:txBody>
      </p:sp>
      <p:sp>
        <p:nvSpPr>
          <p:cNvPr id="24" name="chain-sub-3">
            <a:extLst xmlns:a="http://schemas.openxmlformats.org/drawingml/2006/main">
              <a:ext uri="{FF2B5EF4-FFF2-40B4-BE49-F238E27FC236}">
                <a16:creationId xmlns:a16="http://schemas.microsoft.com/office/drawing/2014/main" id="{70120714-B4F0-4D8D-8DFF-6E48A3FD47A8}"/>
              </a:ext>
            </a:extLst>
          </p:cNvPr>
          <p:cNvSpPr>
            <a:spLocks xmlns:a="http://schemas.openxmlformats.org/drawingml/2006/main" noGrp="1"/>
          </p:cNvSpPr>
          <p:nvPr/>
        </p:nvSpPr>
        <p:spPr>
          <a:xfrm xmlns:a="http://schemas.openxmlformats.org/drawingml/2006/main">
            <a:off x="876300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核验方法与结论</a:t>
            </a:r>
          </a:p>
        </p:txBody>
      </p:sp>
      <p:sp>
        <p:nvSpPr>
          <p:cNvPr id="25" name="systems">
            <a:extLst xmlns:a="http://schemas.openxmlformats.org/drawingml/2006/main">
              <a:ext uri="{FF2B5EF4-FFF2-40B4-BE49-F238E27FC236}">
                <a16:creationId xmlns:a16="http://schemas.microsoft.com/office/drawing/2014/main" id="{FA40BE83-59FF-4173-B5D0-625B2E3211F4}"/>
              </a:ext>
            </a:extLst>
          </p:cNvPr>
          <p:cNvSpPr>
            <a:spLocks xmlns:a="http://schemas.openxmlformats.org/drawingml/2006/main" noGrp="1"/>
          </p:cNvSpPr>
          <p:nvPr/>
        </p:nvSpPr>
        <p:spPr>
          <a:xfrm xmlns:a="http://schemas.openxmlformats.org/drawingml/2006/main">
            <a:off x="762000" y="44767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共同约束：指标、预算、停止、失败保留；冻结队列不做方法优化。</a:t>
            </a:r>
          </a:p>
        </p:txBody>
      </p:sp>
    </p:spTree>
    <p:extLst>
      <p:ext uri="{BB962C8B-B14F-4D97-AF65-F5344CB8AC3E}">
        <p14:creationId xmlns:p14="http://schemas.microsoft.com/office/powerpoint/2010/main" val="14437284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把可重复动作改写为受限循环</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C9C7607-4BA3-B4DC-A00F-2E67A9FCFF7E}" type="slidenum">
              <a:t>16</a:t>
            </a:fld>
            <a:endParaRPr/>
          </a:p>
        </p:txBody>
      </p:sp>
      <p:sp>
        <p:nvSpPr>
          <p:cNvPr id="6" name="brand-header">
            <a:extLst xmlns:a="http://schemas.openxmlformats.org/drawingml/2006/main">
              <a:ext uri="{FF2B5EF4-FFF2-40B4-BE49-F238E27FC236}">
                <a16:creationId xmlns:a16="http://schemas.microsoft.com/office/drawing/2014/main" id="{9E51AA90-7623-48D1-BE9D-00A317F8331D}"/>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351bb2c6b614a4e"/>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8F549422-6031-4454-A1AB-8B80E4ED41FD}"/>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把可重复动作改写为受限循环</a:t>
            </a:r>
          </a:p>
        </p:txBody>
      </p:sp>
      <p:sp>
        <p:nvSpPr>
          <p:cNvPr id="9" name="source">
            <a:extLst xmlns:a="http://schemas.openxmlformats.org/drawingml/2006/main">
              <a:ext uri="{FF2B5EF4-FFF2-40B4-BE49-F238E27FC236}">
                <a16:creationId xmlns:a16="http://schemas.microsoft.com/office/drawing/2014/main" id="{CD2CCE72-5D2E-4553-A7FC-771238CBC76D}"/>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num-0">
            <a:extLst xmlns:a="http://schemas.openxmlformats.org/drawingml/2006/main">
              <a:ext uri="{FF2B5EF4-FFF2-40B4-BE49-F238E27FC236}">
                <a16:creationId xmlns:a16="http://schemas.microsoft.com/office/drawing/2014/main" id="{B8A59DDA-F5D0-4923-BCBD-D9BCA952BB3A}"/>
              </a:ext>
            </a:extLst>
          </p:cNvPr>
          <p:cNvSpPr>
            <a:spLocks xmlns:a="http://schemas.openxmlformats.org/drawingml/2006/main" noGrp="1"/>
          </p:cNvSpPr>
          <p:nvPr/>
        </p:nvSpPr>
        <p:spPr>
          <a:xfrm xmlns:a="http://schemas.openxmlformats.org/drawingml/2006/main">
            <a:off x="666750" y="1524000"/>
            <a:ext cx="323850" cy="738188"/>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1</a:t>
            </a:r>
          </a:p>
        </p:txBody>
      </p:sp>
      <p:sp>
        <p:nvSpPr>
          <p:cNvPr id="11" name="row-0">
            <a:extLst xmlns:a="http://schemas.openxmlformats.org/drawingml/2006/main">
              <a:ext uri="{FF2B5EF4-FFF2-40B4-BE49-F238E27FC236}">
                <a16:creationId xmlns:a16="http://schemas.microsoft.com/office/drawing/2014/main" id="{5D68E49F-5EE2-43C3-BAD5-4081A301C03A}"/>
              </a:ext>
            </a:extLst>
          </p:cNvPr>
          <p:cNvSpPr>
            <a:spLocks xmlns:a="http://schemas.openxmlformats.org/drawingml/2006/main" noGrp="1"/>
          </p:cNvSpPr>
          <p:nvPr/>
        </p:nvSpPr>
        <p:spPr>
          <a:xfrm xmlns:a="http://schemas.openxmlformats.org/drawingml/2006/main">
            <a:off x="1143000" y="1524000"/>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写固定指标与版本</a:t>
            </a:r>
          </a:p>
        </p:txBody>
      </p:sp>
      <p:sp>
        <p:nvSpPr>
          <p:cNvPr id="12" name="row-rule-0">
            <a:extLst xmlns:a="http://schemas.openxmlformats.org/drawingml/2006/main">
              <a:ext uri="{FF2B5EF4-FFF2-40B4-BE49-F238E27FC236}">
                <a16:creationId xmlns:a16="http://schemas.microsoft.com/office/drawing/2014/main" id="{4F9BB401-7931-4736-8743-7C8D1E96C1AB}"/>
              </a:ext>
            </a:extLst>
          </p:cNvPr>
          <p:cNvSpPr>
            <a:spLocks xmlns:a="http://schemas.openxmlformats.org/drawingml/2006/main" noGrp="1"/>
          </p:cNvSpPr>
          <p:nvPr/>
        </p:nvSpPr>
        <p:spPr>
          <a:xfrm xmlns:a="http://schemas.openxmlformats.org/drawingml/2006/main">
            <a:off x="1143000" y="2300288"/>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num-1">
            <a:extLst xmlns:a="http://schemas.openxmlformats.org/drawingml/2006/main">
              <a:ext uri="{FF2B5EF4-FFF2-40B4-BE49-F238E27FC236}">
                <a16:creationId xmlns:a16="http://schemas.microsoft.com/office/drawing/2014/main" id="{7A043A78-C6F1-4CF5-A1EB-3621BCCDEAE3}"/>
              </a:ext>
            </a:extLst>
          </p:cNvPr>
          <p:cNvSpPr>
            <a:spLocks xmlns:a="http://schemas.openxmlformats.org/drawingml/2006/main" noGrp="1"/>
          </p:cNvSpPr>
          <p:nvPr/>
        </p:nvSpPr>
        <p:spPr>
          <a:xfrm xmlns:a="http://schemas.openxmlformats.org/drawingml/2006/main">
            <a:off x="666750" y="2357438"/>
            <a:ext cx="323850" cy="738188"/>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2</a:t>
            </a:r>
          </a:p>
        </p:txBody>
      </p:sp>
      <p:sp>
        <p:nvSpPr>
          <p:cNvPr id="14" name="row-1">
            <a:extLst xmlns:a="http://schemas.openxmlformats.org/drawingml/2006/main">
              <a:ext uri="{FF2B5EF4-FFF2-40B4-BE49-F238E27FC236}">
                <a16:creationId xmlns:a16="http://schemas.microsoft.com/office/drawing/2014/main" id="{890DE06C-1132-41D2-BE5E-24B6543FE191}"/>
              </a:ext>
            </a:extLst>
          </p:cNvPr>
          <p:cNvSpPr>
            <a:spLocks xmlns:a="http://schemas.openxmlformats.org/drawingml/2006/main" noGrp="1"/>
          </p:cNvSpPr>
          <p:nvPr/>
        </p:nvSpPr>
        <p:spPr>
          <a:xfrm xmlns:a="http://schemas.openxmlformats.org/drawingml/2006/main">
            <a:off x="1143000" y="2357438"/>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写预算和停止触发器</a:t>
            </a:r>
          </a:p>
        </p:txBody>
      </p:sp>
      <p:sp>
        <p:nvSpPr>
          <p:cNvPr id="15" name="row-rule-1">
            <a:extLst xmlns:a="http://schemas.openxmlformats.org/drawingml/2006/main">
              <a:ext uri="{FF2B5EF4-FFF2-40B4-BE49-F238E27FC236}">
                <a16:creationId xmlns:a16="http://schemas.microsoft.com/office/drawing/2014/main" id="{A845C900-344D-4B83-894F-9234C9F5810D}"/>
              </a:ext>
            </a:extLst>
          </p:cNvPr>
          <p:cNvSpPr>
            <a:spLocks xmlns:a="http://schemas.openxmlformats.org/drawingml/2006/main" noGrp="1"/>
          </p:cNvSpPr>
          <p:nvPr/>
        </p:nvSpPr>
        <p:spPr>
          <a:xfrm xmlns:a="http://schemas.openxmlformats.org/drawingml/2006/main">
            <a:off x="1143000" y="3133725"/>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6" name="num-2">
            <a:extLst xmlns:a="http://schemas.openxmlformats.org/drawingml/2006/main">
              <a:ext uri="{FF2B5EF4-FFF2-40B4-BE49-F238E27FC236}">
                <a16:creationId xmlns:a16="http://schemas.microsoft.com/office/drawing/2014/main" id="{B66AACBB-8991-4C49-AD11-E739243EB705}"/>
              </a:ext>
            </a:extLst>
          </p:cNvPr>
          <p:cNvSpPr>
            <a:spLocks xmlns:a="http://schemas.openxmlformats.org/drawingml/2006/main" noGrp="1"/>
          </p:cNvSpPr>
          <p:nvPr/>
        </p:nvSpPr>
        <p:spPr>
          <a:xfrm xmlns:a="http://schemas.openxmlformats.org/drawingml/2006/main">
            <a:off x="666750" y="3190875"/>
            <a:ext cx="323850" cy="738188"/>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3</a:t>
            </a:r>
          </a:p>
        </p:txBody>
      </p:sp>
      <p:sp>
        <p:nvSpPr>
          <p:cNvPr id="17" name="row-2">
            <a:extLst xmlns:a="http://schemas.openxmlformats.org/drawingml/2006/main">
              <a:ext uri="{FF2B5EF4-FFF2-40B4-BE49-F238E27FC236}">
                <a16:creationId xmlns:a16="http://schemas.microsoft.com/office/drawing/2014/main" id="{142F75A2-B073-4914-A7D9-D1BD68AF0AAB}"/>
              </a:ext>
            </a:extLst>
          </p:cNvPr>
          <p:cNvSpPr>
            <a:spLocks xmlns:a="http://schemas.openxmlformats.org/drawingml/2006/main" noGrp="1"/>
          </p:cNvSpPr>
          <p:nvPr/>
        </p:nvSpPr>
        <p:spPr>
          <a:xfrm xmlns:a="http://schemas.openxmlformats.org/drawingml/2006/main">
            <a:off x="1143000" y="3190875"/>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区分队列 / 优化，画失败恢复</a:t>
            </a:r>
          </a:p>
        </p:txBody>
      </p:sp>
      <p:sp>
        <p:nvSpPr>
          <p:cNvPr id="18" name="row-rule-2">
            <a:extLst xmlns:a="http://schemas.openxmlformats.org/drawingml/2006/main">
              <a:ext uri="{FF2B5EF4-FFF2-40B4-BE49-F238E27FC236}">
                <a16:creationId xmlns:a16="http://schemas.microsoft.com/office/drawing/2014/main" id="{DE32E8DA-F147-43E6-9F49-D735BA2291EC}"/>
              </a:ext>
            </a:extLst>
          </p:cNvPr>
          <p:cNvSpPr>
            <a:spLocks xmlns:a="http://schemas.openxmlformats.org/drawingml/2006/main" noGrp="1"/>
          </p:cNvSpPr>
          <p:nvPr/>
        </p:nvSpPr>
        <p:spPr>
          <a:xfrm xmlns:a="http://schemas.openxmlformats.org/drawingml/2006/main">
            <a:off x="1143000" y="3967163"/>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9" name="num-3">
            <a:extLst xmlns:a="http://schemas.openxmlformats.org/drawingml/2006/main">
              <a:ext uri="{FF2B5EF4-FFF2-40B4-BE49-F238E27FC236}">
                <a16:creationId xmlns:a16="http://schemas.microsoft.com/office/drawing/2014/main" id="{904290F7-1496-4EDC-B769-9928701C6A48}"/>
              </a:ext>
            </a:extLst>
          </p:cNvPr>
          <p:cNvSpPr>
            <a:spLocks xmlns:a="http://schemas.openxmlformats.org/drawingml/2006/main" noGrp="1"/>
          </p:cNvSpPr>
          <p:nvPr/>
        </p:nvSpPr>
        <p:spPr>
          <a:xfrm xmlns:a="http://schemas.openxmlformats.org/drawingml/2006/main">
            <a:off x="666750" y="4024313"/>
            <a:ext cx="323850" cy="738188"/>
          </a:xfrm>
          <a:prstGeom xmlns:a="http://schemas.openxmlformats.org/drawingml/2006/main" prst="rect">
            <a:avLst/>
          </a:prstGeom>
          <a:solidFill xmlns:a="http://schemas.openxmlformats.org/drawingml/2006/main">
            <a:srgbClr val="C8161E"/>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C8161E"/>
                </a:solidFill>
                <a:latin typeface="微软雅黑"/>
                <a:ea typeface="微软雅黑"/>
                <a:cs typeface="微软雅黑"/>
              </a:defRPr>
            </a:pPr>
            <a:r>
              <a:rPr sz="1800" b="1">
                <a:solidFill>
                  <a:srgbClr val="FFFFFF"/>
                </a:solidFill>
                <a:latin typeface="微软雅黑"/>
                <a:ea typeface="微软雅黑"/>
                <a:cs typeface="微软雅黑"/>
              </a:rPr>
              <a:t>4</a:t>
            </a:r>
          </a:p>
        </p:txBody>
      </p:sp>
      <p:sp>
        <p:nvSpPr>
          <p:cNvPr id="20" name="row-3">
            <a:extLst xmlns:a="http://schemas.openxmlformats.org/drawingml/2006/main">
              <a:ext uri="{FF2B5EF4-FFF2-40B4-BE49-F238E27FC236}">
                <a16:creationId xmlns:a16="http://schemas.microsoft.com/office/drawing/2014/main" id="{A9995ADE-59F5-4D89-A321-188E330F1A19}"/>
              </a:ext>
            </a:extLst>
          </p:cNvPr>
          <p:cNvSpPr>
            <a:spLocks xmlns:a="http://schemas.openxmlformats.org/drawingml/2006/main" noGrp="1"/>
          </p:cNvSpPr>
          <p:nvPr/>
        </p:nvSpPr>
        <p:spPr>
          <a:xfrm xmlns:a="http://schemas.openxmlformats.org/drawingml/2006/main">
            <a:off x="1143000" y="4024313"/>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留下正常、无改善、失败 trace</a:t>
            </a:r>
          </a:p>
        </p:txBody>
      </p:sp>
      <p:sp>
        <p:nvSpPr>
          <p:cNvPr id="21" name="practice-side">
            <a:extLst xmlns:a="http://schemas.openxmlformats.org/drawingml/2006/main">
              <a:ext uri="{FF2B5EF4-FFF2-40B4-BE49-F238E27FC236}">
                <a16:creationId xmlns:a16="http://schemas.microsoft.com/office/drawing/2014/main" id="{CD453484-AACC-407C-9717-4C4DC673F91C}"/>
              </a:ext>
            </a:extLst>
          </p:cNvPr>
          <p:cNvSpPr>
            <a:spLocks xmlns:a="http://schemas.openxmlformats.org/drawingml/2006/main" noGrp="1"/>
          </p:cNvSpPr>
          <p:nvPr/>
        </p:nvSpPr>
        <p:spPr>
          <a:xfrm xmlns:a="http://schemas.openxmlformats.org/drawingml/2006/main">
            <a:off x="7905750" y="1666875"/>
            <a:ext cx="3429000" cy="2619375"/>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22" name="practice-h">
            <a:extLst xmlns:a="http://schemas.openxmlformats.org/drawingml/2006/main">
              <a:ext uri="{FF2B5EF4-FFF2-40B4-BE49-F238E27FC236}">
                <a16:creationId xmlns:a16="http://schemas.microsoft.com/office/drawing/2014/main" id="{A57A1ECA-D979-4925-894F-6FBBDB5A4BAC}"/>
              </a:ext>
            </a:extLst>
          </p:cNvPr>
          <p:cNvSpPr>
            <a:spLocks xmlns:a="http://schemas.openxmlformats.org/drawingml/2006/main" noGrp="1"/>
          </p:cNvSpPr>
          <p:nvPr/>
        </p:nvSpPr>
        <p:spPr>
          <a:xfrm xmlns:a="http://schemas.openxmlformats.org/drawingml/2006/main">
            <a:off x="8191500" y="19526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1F4D78"/>
                </a:solidFill>
                <a:latin typeface="微软雅黑"/>
                <a:ea typeface="微软雅黑"/>
                <a:cs typeface="微软雅黑"/>
              </a:defRPr>
            </a:pPr>
            <a:r>
              <a:rPr sz="2200" b="1">
                <a:solidFill>
                  <a:srgbClr val="1F4D78"/>
                </a:solidFill>
                <a:latin typeface="微软雅黑"/>
                <a:ea typeface="微软雅黑"/>
                <a:cs typeface="微软雅黑"/>
              </a:rPr>
              <a:t>课堂最低产出</a:t>
            </a:r>
          </a:p>
        </p:txBody>
      </p:sp>
      <p:sp>
        <p:nvSpPr>
          <p:cNvPr id="23" name="practice-note">
            <a:extLst xmlns:a="http://schemas.openxmlformats.org/drawingml/2006/main">
              <a:ext uri="{FF2B5EF4-FFF2-40B4-BE49-F238E27FC236}">
                <a16:creationId xmlns:a16="http://schemas.microsoft.com/office/drawing/2014/main" id="{1FCEABC8-D019-4389-B7EF-636E2AC8CC4D}"/>
              </a:ext>
            </a:extLst>
          </p:cNvPr>
          <p:cNvSpPr>
            <a:spLocks xmlns:a="http://schemas.openxmlformats.org/drawingml/2006/main" noGrp="1"/>
          </p:cNvSpPr>
          <p:nvPr/>
        </p:nvSpPr>
        <p:spPr>
          <a:xfrm xmlns:a="http://schemas.openxmlformats.org/drawingml/2006/main">
            <a:off x="8191500" y="261937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受限循环说明</a:t>
            </a:r>
          </a:p>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三种 trace</a:t>
            </a:r>
          </a:p>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四约束短分析</a:t>
            </a:r>
          </a:p>
        </p:txBody>
      </p:sp>
    </p:spTree>
    <p:extLst>
      <p:ext uri="{BB962C8B-B14F-4D97-AF65-F5344CB8AC3E}">
        <p14:creationId xmlns:p14="http://schemas.microsoft.com/office/powerpoint/2010/main" val="144372840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失败 trace 连接停止与冻结配置恢复</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90F7333B-44AC-F7E9-D49D-FE92F45E0477}" type="slidenum">
              <a:t>17</a:t>
            </a:fld>
            <a:endParaRPr/>
          </a:p>
        </p:txBody>
      </p:sp>
      <p:sp>
        <p:nvSpPr>
          <p:cNvPr id="6" name="brand-header">
            <a:extLst xmlns:a="http://schemas.openxmlformats.org/drawingml/2006/main">
              <a:ext uri="{FF2B5EF4-FFF2-40B4-BE49-F238E27FC236}">
                <a16:creationId xmlns:a16="http://schemas.microsoft.com/office/drawing/2014/main" id="{2FB1173E-89B0-4C38-BEF8-42CBF7BDC09B}"/>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67768211c9e4c3b"/>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3DB653CD-F43F-4B80-A8D1-E3121B8AC7ED}"/>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失败 trace 连接停止与冻结配置恢复</a:t>
            </a:r>
          </a:p>
        </p:txBody>
      </p:sp>
      <p:sp>
        <p:nvSpPr>
          <p:cNvPr id="9" name="source">
            <a:extLst xmlns:a="http://schemas.openxmlformats.org/drawingml/2006/main">
              <a:ext uri="{FF2B5EF4-FFF2-40B4-BE49-F238E27FC236}">
                <a16:creationId xmlns:a16="http://schemas.microsoft.com/office/drawing/2014/main" id="{EF4E13FB-2C2B-47CE-8F4A-33ADA74114D4}"/>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doc-10-bg">
            <a:extLst xmlns:a="http://schemas.openxmlformats.org/drawingml/2006/main">
              <a:ext uri="{FF2B5EF4-FFF2-40B4-BE49-F238E27FC236}">
                <a16:creationId xmlns:a16="http://schemas.microsoft.com/office/drawing/2014/main" id="{762DE5CE-3E3F-4FD8-96C8-22C9D7B30667}"/>
              </a:ext>
            </a:extLst>
          </p:cNvPr>
          <p:cNvSpPr>
            <a:spLocks xmlns:a="http://schemas.openxmlformats.org/drawingml/2006/main" noGrp="1"/>
          </p:cNvSpPr>
          <p:nvPr/>
        </p:nvSpPr>
        <p:spPr>
          <a:xfrm xmlns:a="http://schemas.openxmlformats.org/drawingml/2006/main">
            <a:off x="666750" y="1381125"/>
            <a:ext cx="7239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10-title-bg">
            <a:extLst xmlns:a="http://schemas.openxmlformats.org/drawingml/2006/main">
              <a:ext uri="{FF2B5EF4-FFF2-40B4-BE49-F238E27FC236}">
                <a16:creationId xmlns:a16="http://schemas.microsoft.com/office/drawing/2014/main" id="{6C8DB9D6-BD3F-420B-B598-601C6700762E}"/>
              </a:ext>
            </a:extLst>
          </p:cNvPr>
          <p:cNvSpPr>
            <a:spLocks xmlns:a="http://schemas.openxmlformats.org/drawingml/2006/main" noGrp="1"/>
          </p:cNvSpPr>
          <p:nvPr/>
        </p:nvSpPr>
        <p:spPr>
          <a:xfrm xmlns:a="http://schemas.openxmlformats.org/drawingml/2006/main">
            <a:off x="666750" y="1381125"/>
            <a:ext cx="428625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10-title">
            <a:extLst xmlns:a="http://schemas.openxmlformats.org/drawingml/2006/main">
              <a:ext uri="{FF2B5EF4-FFF2-40B4-BE49-F238E27FC236}">
                <a16:creationId xmlns:a16="http://schemas.microsoft.com/office/drawing/2014/main" id="{5B0F690E-31D1-4B3B-855D-0AEA8DDF9BC8}"/>
              </a:ext>
            </a:extLst>
          </p:cNvPr>
          <p:cNvSpPr>
            <a:spLocks xmlns:a="http://schemas.openxmlformats.org/drawingml/2006/main" noGrp="1"/>
          </p:cNvSpPr>
          <p:nvPr/>
        </p:nvSpPr>
        <p:spPr>
          <a:xfrm xmlns:a="http://schemas.openxmlformats.org/drawingml/2006/main">
            <a:off x="742950" y="1400175"/>
            <a:ext cx="413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failure-log.md｜课程虚构记录</a:t>
            </a:r>
          </a:p>
        </p:txBody>
      </p:sp>
      <p:sp>
        <p:nvSpPr>
          <p:cNvPr id="13" name="doc-10-line-0">
            <a:extLst xmlns:a="http://schemas.openxmlformats.org/drawingml/2006/main">
              <a:ext uri="{FF2B5EF4-FFF2-40B4-BE49-F238E27FC236}">
                <a16:creationId xmlns:a16="http://schemas.microsoft.com/office/drawing/2014/main" id="{E548C0B9-7D1B-41FD-8D88-F498BF42C587}"/>
              </a:ext>
            </a:extLst>
          </p:cNvPr>
          <p:cNvSpPr>
            <a:spLocks xmlns:a="http://schemas.openxmlformats.org/drawingml/2006/main" noGrp="1"/>
          </p:cNvSpPr>
          <p:nvPr/>
        </p:nvSpPr>
        <p:spPr>
          <a:xfrm xmlns:a="http://schemas.openxmlformats.org/drawingml/2006/main">
            <a:off x="895350" y="1876425"/>
            <a:ext cx="6781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run_id: exp01-iter07｜H1</a:t>
            </a:r>
          </a:p>
        </p:txBody>
      </p:sp>
      <p:sp>
        <p:nvSpPr>
          <p:cNvPr id="14" name="doc-10-line-1">
            <a:extLst xmlns:a="http://schemas.openxmlformats.org/drawingml/2006/main">
              <a:ext uri="{FF2B5EF4-FFF2-40B4-BE49-F238E27FC236}">
                <a16:creationId xmlns:a16="http://schemas.microsoft.com/office/drawing/2014/main" id="{6ECBC78D-D2E2-470B-86D8-72F21BF0F3E5}"/>
              </a:ext>
            </a:extLst>
          </p:cNvPr>
          <p:cNvSpPr>
            <a:spLocks xmlns:a="http://schemas.openxmlformats.org/drawingml/2006/main" noGrp="1"/>
          </p:cNvSpPr>
          <p:nvPr/>
        </p:nvSpPr>
        <p:spPr>
          <a:xfrm xmlns:a="http://schemas.openxmlformats.org/drawingml/2006/main">
            <a:off x="895350" y="2444750"/>
            <a:ext cx="6781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failure: metric protocol mismatch</a:t>
            </a:r>
          </a:p>
        </p:txBody>
      </p:sp>
      <p:sp>
        <p:nvSpPr>
          <p:cNvPr id="15" name="doc-10-line-2">
            <a:extLst xmlns:a="http://schemas.openxmlformats.org/drawingml/2006/main">
              <a:ext uri="{FF2B5EF4-FFF2-40B4-BE49-F238E27FC236}">
                <a16:creationId xmlns:a16="http://schemas.microsoft.com/office/drawing/2014/main" id="{A250CDD6-B091-410C-A9EB-12B456305116}"/>
              </a:ext>
            </a:extLst>
          </p:cNvPr>
          <p:cNvSpPr>
            <a:spLocks xmlns:a="http://schemas.openxmlformats.org/drawingml/2006/main" noGrp="1"/>
          </p:cNvSpPr>
          <p:nvPr/>
        </p:nvSpPr>
        <p:spPr>
          <a:xfrm xmlns:a="http://schemas.openxmlformats.org/drawingml/2006/main">
            <a:off x="895350" y="3013075"/>
            <a:ext cx="6781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stop: protocol change detected</a:t>
            </a:r>
          </a:p>
        </p:txBody>
      </p:sp>
      <p:sp>
        <p:nvSpPr>
          <p:cNvPr id="16" name="doc-10-line-3">
            <a:extLst xmlns:a="http://schemas.openxmlformats.org/drawingml/2006/main">
              <a:ext uri="{FF2B5EF4-FFF2-40B4-BE49-F238E27FC236}">
                <a16:creationId xmlns:a16="http://schemas.microsoft.com/office/drawing/2014/main" id="{98D14DBA-E92F-410B-A1F7-145FB0516D07}"/>
              </a:ext>
            </a:extLst>
          </p:cNvPr>
          <p:cNvSpPr>
            <a:spLocks xmlns:a="http://schemas.openxmlformats.org/drawingml/2006/main" noGrp="1"/>
          </p:cNvSpPr>
          <p:nvPr/>
        </p:nvSpPr>
        <p:spPr>
          <a:xfrm xmlns:a="http://schemas.openxmlformats.org/drawingml/2006/main">
            <a:off x="895350" y="3581400"/>
            <a:ext cx="6781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rollback: frozen-config-v1</a:t>
            </a:r>
          </a:p>
        </p:txBody>
      </p:sp>
      <p:sp>
        <p:nvSpPr>
          <p:cNvPr id="17" name="doc-10-line-4">
            <a:extLst xmlns:a="http://schemas.openxmlformats.org/drawingml/2006/main">
              <a:ext uri="{FF2B5EF4-FFF2-40B4-BE49-F238E27FC236}">
                <a16:creationId xmlns:a16="http://schemas.microsoft.com/office/drawing/2014/main" id="{1DDF6AA6-E46A-4F8D-B627-EBC0DDDB1EC4}"/>
              </a:ext>
            </a:extLst>
          </p:cNvPr>
          <p:cNvSpPr>
            <a:spLocks xmlns:a="http://schemas.openxmlformats.org/drawingml/2006/main" noGrp="1"/>
          </p:cNvSpPr>
          <p:nvPr/>
        </p:nvSpPr>
        <p:spPr>
          <a:xfrm xmlns:a="http://schemas.openxmlformats.org/drawingml/2006/main">
            <a:off x="895350" y="4149725"/>
            <a:ext cx="6781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human_review: confirmed</a:t>
            </a:r>
          </a:p>
        </p:txBody>
      </p:sp>
      <p:sp>
        <p:nvSpPr>
          <p:cNvPr id="18" name="doc-10-line-5">
            <a:extLst xmlns:a="http://schemas.openxmlformats.org/drawingml/2006/main">
              <a:ext uri="{FF2B5EF4-FFF2-40B4-BE49-F238E27FC236}">
                <a16:creationId xmlns:a16="http://schemas.microsoft.com/office/drawing/2014/main" id="{A007DB37-ABA8-4442-AF92-B882FB2CC452}"/>
              </a:ext>
            </a:extLst>
          </p:cNvPr>
          <p:cNvSpPr>
            <a:spLocks xmlns:a="http://schemas.openxmlformats.org/drawingml/2006/main" noGrp="1"/>
          </p:cNvSpPr>
          <p:nvPr/>
        </p:nvSpPr>
        <p:spPr>
          <a:xfrm xmlns:a="http://schemas.openxmlformats.org/drawingml/2006/main">
            <a:off x="895350" y="4718050"/>
            <a:ext cx="6781800" cy="55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decision: stop; retain failed run</a:t>
            </a:r>
          </a:p>
        </p:txBody>
      </p:sp>
      <p:sp>
        <p:nvSpPr>
          <p:cNvPr id="19" name="keep">
            <a:extLst xmlns:a="http://schemas.openxmlformats.org/drawingml/2006/main">
              <a:ext uri="{FF2B5EF4-FFF2-40B4-BE49-F238E27FC236}">
                <a16:creationId xmlns:a16="http://schemas.microsoft.com/office/drawing/2014/main" id="{4F587CF5-55DD-4E52-9BEA-0E62797A7002}"/>
              </a:ext>
            </a:extLst>
          </p:cNvPr>
          <p:cNvSpPr>
            <a:spLocks xmlns:a="http://schemas.openxmlformats.org/drawingml/2006/main" noGrp="1"/>
          </p:cNvSpPr>
          <p:nvPr/>
        </p:nvSpPr>
        <p:spPr>
          <a:xfrm xmlns:a="http://schemas.openxmlformats.org/drawingml/2006/main">
            <a:off x="8334375" y="2381250"/>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600" b="1">
                <a:solidFill>
                  <a:srgbClr val="2E7D5B"/>
                </a:solidFill>
                <a:latin typeface="微软雅黑"/>
                <a:ea typeface="微软雅黑"/>
                <a:cs typeface="微软雅黑"/>
              </a:defRPr>
            </a:pPr>
            <a:r>
              <a:rPr sz="2600" b="1">
                <a:solidFill>
                  <a:srgbClr val="2E7D5B"/>
                </a:solidFill>
                <a:latin typeface="微软雅黑"/>
                <a:ea typeface="微软雅黑"/>
                <a:cs typeface="微软雅黑"/>
              </a:rPr>
              <a:t>失败记录保留</a:t>
            </a:r>
          </a:p>
          <a:p xmlns:a="http://schemas.openxmlformats.org/drawingml/2006/main">
            <a:pPr algn="ctr">
              <a:lnSpc>
                <a:spcPct val="118000"/>
              </a:lnSpc>
              <a:buNone/>
              <a:defRPr sz="2600" b="1">
                <a:solidFill>
                  <a:srgbClr val="2E7D5B"/>
                </a:solidFill>
                <a:latin typeface="微软雅黑"/>
                <a:ea typeface="微软雅黑"/>
                <a:cs typeface="微软雅黑"/>
              </a:defRPr>
            </a:pPr>
            <a:r>
              <a:rPr sz="2600" b="1">
                <a:solidFill>
                  <a:srgbClr val="2E7D5B"/>
                </a:solidFill>
                <a:latin typeface="微软雅黑"/>
                <a:ea typeface="微软雅黑"/>
                <a:cs typeface="微软雅黑"/>
              </a:rPr>
              <a:t>恢复原冻结配置</a:t>
            </a:r>
          </a:p>
        </p:txBody>
      </p:sp>
    </p:spTree>
    <p:extLst>
      <p:ext uri="{BB962C8B-B14F-4D97-AF65-F5344CB8AC3E}">
        <p14:creationId xmlns:p14="http://schemas.microsoft.com/office/powerpoint/2010/main" val="144372840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同伴只问四个循环边界</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B1C6C81E-38B9-7560-621D-5A151A79DF9B}" type="slidenum">
              <a:t>18</a:t>
            </a:fld>
            <a:endParaRPr/>
          </a:p>
        </p:txBody>
      </p:sp>
      <p:sp>
        <p:nvSpPr>
          <p:cNvPr id="6" name="brand-header">
            <a:extLst xmlns:a="http://schemas.openxmlformats.org/drawingml/2006/main">
              <a:ext uri="{FF2B5EF4-FFF2-40B4-BE49-F238E27FC236}">
                <a16:creationId xmlns:a16="http://schemas.microsoft.com/office/drawing/2014/main" id="{C2242678-EFCD-42B5-BB46-151C8B8375F0}"/>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a0ff7f4d3fc84eef"/>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D9D41C8F-0AB6-4E70-BBAC-4F046A8BEE4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同伴只问四个循环边界</a:t>
            </a:r>
          </a:p>
        </p:txBody>
      </p:sp>
      <p:sp>
        <p:nvSpPr>
          <p:cNvPr id="9" name="source">
            <a:extLst xmlns:a="http://schemas.openxmlformats.org/drawingml/2006/main">
              <a:ext uri="{FF2B5EF4-FFF2-40B4-BE49-F238E27FC236}">
                <a16:creationId xmlns:a16="http://schemas.microsoft.com/office/drawing/2014/main" id="{5ED5AF1C-A147-47CF-9690-17E60911B77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doc-11-bg">
            <a:extLst xmlns:a="http://schemas.openxmlformats.org/drawingml/2006/main">
              <a:ext uri="{FF2B5EF4-FFF2-40B4-BE49-F238E27FC236}">
                <a16:creationId xmlns:a16="http://schemas.microsoft.com/office/drawing/2014/main" id="{CE7CB709-D4C8-491E-8249-5E79A0B7CCD7}"/>
              </a:ext>
            </a:extLst>
          </p:cNvPr>
          <p:cNvSpPr>
            <a:spLocks xmlns:a="http://schemas.openxmlformats.org/drawingml/2006/main" noGrp="1"/>
          </p:cNvSpPr>
          <p:nvPr/>
        </p:nvSpPr>
        <p:spPr>
          <a:xfrm xmlns:a="http://schemas.openxmlformats.org/drawingml/2006/main">
            <a:off x="3429000" y="1476375"/>
            <a:ext cx="5334000" cy="3667125"/>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11-title-bg">
            <a:extLst xmlns:a="http://schemas.openxmlformats.org/drawingml/2006/main">
              <a:ext uri="{FF2B5EF4-FFF2-40B4-BE49-F238E27FC236}">
                <a16:creationId xmlns:a16="http://schemas.microsoft.com/office/drawing/2014/main" id="{209E7F93-4850-4526-9D5F-D10F29314DD7}"/>
              </a:ext>
            </a:extLst>
          </p:cNvPr>
          <p:cNvSpPr>
            <a:spLocks xmlns:a="http://schemas.openxmlformats.org/drawingml/2006/main" noGrp="1"/>
          </p:cNvSpPr>
          <p:nvPr/>
        </p:nvSpPr>
        <p:spPr>
          <a:xfrm xmlns:a="http://schemas.openxmlformats.org/drawingml/2006/main">
            <a:off x="3429000" y="147637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11-title">
            <a:extLst xmlns:a="http://schemas.openxmlformats.org/drawingml/2006/main">
              <a:ext uri="{FF2B5EF4-FFF2-40B4-BE49-F238E27FC236}">
                <a16:creationId xmlns:a16="http://schemas.microsoft.com/office/drawing/2014/main" id="{B43E718C-F427-468D-A8CB-99A36902EDAE}"/>
              </a:ext>
            </a:extLst>
          </p:cNvPr>
          <p:cNvSpPr>
            <a:spLocks xmlns:a="http://schemas.openxmlformats.org/drawingml/2006/main" noGrp="1"/>
          </p:cNvSpPr>
          <p:nvPr/>
        </p:nvSpPr>
        <p:spPr>
          <a:xfrm xmlns:a="http://schemas.openxmlformats.org/drawingml/2006/main">
            <a:off x="3505200" y="149542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作者的受限循环说明</a:t>
            </a:r>
          </a:p>
        </p:txBody>
      </p:sp>
      <p:sp>
        <p:nvSpPr>
          <p:cNvPr id="13" name="doc-11-line-0">
            <a:extLst xmlns:a="http://schemas.openxmlformats.org/drawingml/2006/main">
              <a:ext uri="{FF2B5EF4-FFF2-40B4-BE49-F238E27FC236}">
                <a16:creationId xmlns:a16="http://schemas.microsoft.com/office/drawing/2014/main" id="{7B268B59-141A-4145-B234-F2321C28BB54}"/>
              </a:ext>
            </a:extLst>
          </p:cNvPr>
          <p:cNvSpPr>
            <a:spLocks xmlns:a="http://schemas.openxmlformats.org/drawingml/2006/main" noGrp="1"/>
          </p:cNvSpPr>
          <p:nvPr/>
        </p:nvSpPr>
        <p:spPr>
          <a:xfrm xmlns:a="http://schemas.openxmlformats.org/drawingml/2006/main">
            <a:off x="3657600" y="1971675"/>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固定指标与版本</a:t>
            </a:r>
          </a:p>
        </p:txBody>
      </p:sp>
      <p:sp>
        <p:nvSpPr>
          <p:cNvPr id="14" name="doc-11-line-1">
            <a:extLst xmlns:a="http://schemas.openxmlformats.org/drawingml/2006/main">
              <a:ext uri="{FF2B5EF4-FFF2-40B4-BE49-F238E27FC236}">
                <a16:creationId xmlns:a16="http://schemas.microsoft.com/office/drawing/2014/main" id="{E4754BE3-66FE-442F-A963-96327E757B43}"/>
              </a:ext>
            </a:extLst>
          </p:cNvPr>
          <p:cNvSpPr>
            <a:spLocks xmlns:a="http://schemas.openxmlformats.org/drawingml/2006/main" noGrp="1"/>
          </p:cNvSpPr>
          <p:nvPr/>
        </p:nvSpPr>
        <p:spPr>
          <a:xfrm xmlns:a="http://schemas.openxmlformats.org/drawingml/2006/main">
            <a:off x="3657600" y="2717006"/>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预算 / 停止 / 回退</a:t>
            </a:r>
          </a:p>
        </p:txBody>
      </p:sp>
      <p:sp>
        <p:nvSpPr>
          <p:cNvPr id="15" name="doc-11-line-2">
            <a:extLst xmlns:a="http://schemas.openxmlformats.org/drawingml/2006/main">
              <a:ext uri="{FF2B5EF4-FFF2-40B4-BE49-F238E27FC236}">
                <a16:creationId xmlns:a16="http://schemas.microsoft.com/office/drawing/2014/main" id="{2C7D0A23-AE69-49B6-8183-C59601242ACA}"/>
              </a:ext>
            </a:extLst>
          </p:cNvPr>
          <p:cNvSpPr>
            <a:spLocks xmlns:a="http://schemas.openxmlformats.org/drawingml/2006/main" noGrp="1"/>
          </p:cNvSpPr>
          <p:nvPr/>
        </p:nvSpPr>
        <p:spPr>
          <a:xfrm xmlns:a="http://schemas.openxmlformats.org/drawingml/2006/main">
            <a:off x="3657600" y="3462338"/>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人工审核点</a:t>
            </a:r>
          </a:p>
        </p:txBody>
      </p:sp>
      <p:sp>
        <p:nvSpPr>
          <p:cNvPr id="16" name="doc-11-line-3">
            <a:extLst xmlns:a="http://schemas.openxmlformats.org/drawingml/2006/main">
              <a:ext uri="{FF2B5EF4-FFF2-40B4-BE49-F238E27FC236}">
                <a16:creationId xmlns:a16="http://schemas.microsoft.com/office/drawing/2014/main" id="{FF7D0D47-0B56-439D-BAD0-26B737F90C1B}"/>
              </a:ext>
            </a:extLst>
          </p:cNvPr>
          <p:cNvSpPr>
            <a:spLocks xmlns:a="http://schemas.openxmlformats.org/drawingml/2006/main" noGrp="1"/>
          </p:cNvSpPr>
          <p:nvPr/>
        </p:nvSpPr>
        <p:spPr>
          <a:xfrm xmlns:a="http://schemas.openxmlformats.org/drawingml/2006/main">
            <a:off x="3657600" y="4207669"/>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正常 / 无改善 / 失败 trace</a:t>
            </a:r>
          </a:p>
        </p:txBody>
      </p:sp>
      <p:sp>
        <p:nvSpPr>
          <p:cNvPr id="17" name="peer">
            <a:extLst xmlns:a="http://schemas.openxmlformats.org/drawingml/2006/main">
              <a:ext uri="{FF2B5EF4-FFF2-40B4-BE49-F238E27FC236}">
                <a16:creationId xmlns:a16="http://schemas.microsoft.com/office/drawing/2014/main" id="{F21B36BA-5629-4240-A4BC-24CF2D9CA6D5}"/>
              </a:ext>
            </a:extLst>
          </p:cNvPr>
          <p:cNvSpPr>
            <a:spLocks xmlns:a="http://schemas.openxmlformats.org/drawingml/2006/main" noGrp="1"/>
          </p:cNvSpPr>
          <p:nvPr/>
        </p:nvSpPr>
        <p:spPr>
          <a:xfrm xmlns:a="http://schemas.openxmlformats.org/drawingml/2006/main">
            <a:off x="762000" y="20955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1">
                <a:solidFill>
                  <a:srgbClr val="1F4D78"/>
                </a:solidFill>
                <a:latin typeface="微软雅黑"/>
                <a:ea typeface="微软雅黑"/>
                <a:cs typeface="微软雅黑"/>
              </a:defRPr>
            </a:pPr>
            <a:r>
              <a:rPr sz="2400" b="1">
                <a:solidFill>
                  <a:srgbClr val="1F4D78"/>
                </a:solidFill>
                <a:latin typeface="微软雅黑"/>
                <a:ea typeface="微软雅黑"/>
                <a:cs typeface="微软雅黑"/>
              </a:rPr>
              <a:t>同伴提问</a:t>
            </a:r>
          </a:p>
        </p:txBody>
      </p:sp>
      <p:sp>
        <p:nvSpPr>
          <p:cNvPr id="18" name="list-70-280-0">
            <a:extLst xmlns:a="http://schemas.openxmlformats.org/drawingml/2006/main">
              <a:ext uri="{FF2B5EF4-FFF2-40B4-BE49-F238E27FC236}">
                <a16:creationId xmlns:a16="http://schemas.microsoft.com/office/drawing/2014/main" id="{42D7D260-33F7-4F3C-8244-FEA00E6076B7}"/>
              </a:ext>
            </a:extLst>
          </p:cNvPr>
          <p:cNvSpPr>
            <a:spLocks xmlns:a="http://schemas.openxmlformats.org/drawingml/2006/main" noGrp="1"/>
          </p:cNvSpPr>
          <p:nvPr/>
        </p:nvSpPr>
        <p:spPr>
          <a:xfrm xmlns:a="http://schemas.openxmlformats.org/drawingml/2006/main">
            <a:off x="666750" y="26670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指标会漂移吗</a:t>
            </a:r>
          </a:p>
        </p:txBody>
      </p:sp>
      <p:sp>
        <p:nvSpPr>
          <p:cNvPr id="19" name="list-70-280-1">
            <a:extLst xmlns:a="http://schemas.openxmlformats.org/drawingml/2006/main">
              <a:ext uri="{FF2B5EF4-FFF2-40B4-BE49-F238E27FC236}">
                <a16:creationId xmlns:a16="http://schemas.microsoft.com/office/drawing/2014/main" id="{A3881F0D-A901-4CEB-BFAA-615CBE964844}"/>
              </a:ext>
            </a:extLst>
          </p:cNvPr>
          <p:cNvSpPr>
            <a:spLocks xmlns:a="http://schemas.openxmlformats.org/drawingml/2006/main" noGrp="1"/>
          </p:cNvSpPr>
          <p:nvPr/>
        </p:nvSpPr>
        <p:spPr>
          <a:xfrm xmlns:a="http://schemas.openxmlformats.org/drawingml/2006/main">
            <a:off x="666750" y="31242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何时必须停</a:t>
            </a:r>
          </a:p>
        </p:txBody>
      </p:sp>
      <p:sp>
        <p:nvSpPr>
          <p:cNvPr id="20" name="list-70-280-2">
            <a:extLst xmlns:a="http://schemas.openxmlformats.org/drawingml/2006/main">
              <a:ext uri="{FF2B5EF4-FFF2-40B4-BE49-F238E27FC236}">
                <a16:creationId xmlns:a16="http://schemas.microsoft.com/office/drawing/2014/main" id="{D1173CA3-C759-4806-B5DF-6EDB36EF54B4}"/>
              </a:ext>
            </a:extLst>
          </p:cNvPr>
          <p:cNvSpPr>
            <a:spLocks xmlns:a="http://schemas.openxmlformats.org/drawingml/2006/main" noGrp="1"/>
          </p:cNvSpPr>
          <p:nvPr/>
        </p:nvSpPr>
        <p:spPr>
          <a:xfrm xmlns:a="http://schemas.openxmlformats.org/drawingml/2006/main">
            <a:off x="666750" y="35814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失败仍在账本吗</a:t>
            </a:r>
          </a:p>
        </p:txBody>
      </p:sp>
      <p:sp>
        <p:nvSpPr>
          <p:cNvPr id="21" name="list-70-280-3">
            <a:extLst xmlns:a="http://schemas.openxmlformats.org/drawingml/2006/main">
              <a:ext uri="{FF2B5EF4-FFF2-40B4-BE49-F238E27FC236}">
                <a16:creationId xmlns:a16="http://schemas.microsoft.com/office/drawing/2014/main" id="{A8546C62-C822-4CBE-B85F-41B3B4C8C202}"/>
              </a:ext>
            </a:extLst>
          </p:cNvPr>
          <p:cNvSpPr>
            <a:spLocks xmlns:a="http://schemas.openxmlformats.org/drawingml/2006/main" noGrp="1"/>
          </p:cNvSpPr>
          <p:nvPr/>
        </p:nvSpPr>
        <p:spPr>
          <a:xfrm xmlns:a="http://schemas.openxmlformats.org/drawingml/2006/main">
            <a:off x="666750" y="40386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队列被当成优化吗</a:t>
            </a:r>
          </a:p>
        </p:txBody>
      </p:sp>
      <p:sp>
        <p:nvSpPr>
          <p:cNvPr id="22" name="author">
            <a:extLst xmlns:a="http://schemas.openxmlformats.org/drawingml/2006/main">
              <a:ext uri="{FF2B5EF4-FFF2-40B4-BE49-F238E27FC236}">
                <a16:creationId xmlns:a16="http://schemas.microsoft.com/office/drawing/2014/main" id="{E314FC96-793F-4780-A96A-D26E7C2C588A}"/>
              </a:ext>
            </a:extLst>
          </p:cNvPr>
          <p:cNvSpPr>
            <a:spLocks xmlns:a="http://schemas.openxmlformats.org/drawingml/2006/main" noGrp="1"/>
          </p:cNvSpPr>
          <p:nvPr/>
        </p:nvSpPr>
        <p:spPr>
          <a:xfrm xmlns:a="http://schemas.openxmlformats.org/drawingml/2006/main">
            <a:off x="9048750" y="233362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作者记录</a:t>
            </a:r>
          </a:p>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决定与理由</a:t>
            </a:r>
          </a:p>
        </p:txBody>
      </p:sp>
    </p:spTree>
    <p:extLst>
      <p:ext uri="{BB962C8B-B14F-4D97-AF65-F5344CB8AC3E}">
        <p14:creationId xmlns:p14="http://schemas.microsoft.com/office/powerpoint/2010/main" val="144372840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本讲知识点总结</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CF91274-D221-1BB4-3BF9-836E3AD31EBE}" type="slidenum">
              <a:t>19</a:t>
            </a:fld>
            <a:endParaRPr/>
          </a:p>
        </p:txBody>
      </p:sp>
      <p:sp>
        <p:nvSpPr>
          <p:cNvPr id="6" name="brand-header">
            <a:extLst xmlns:a="http://schemas.openxmlformats.org/drawingml/2006/main">
              <a:ext uri="{FF2B5EF4-FFF2-40B4-BE49-F238E27FC236}">
                <a16:creationId xmlns:a16="http://schemas.microsoft.com/office/drawing/2014/main" id="{9A6D49A9-6EFF-4D86-8529-DF76FE645824}"/>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301b66dbf364e13"/>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B2AAD3E9-06B9-49AE-8965-12015A2E174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本讲知识点总结</a:t>
            </a:r>
          </a:p>
        </p:txBody>
      </p:sp>
      <p:sp>
        <p:nvSpPr>
          <p:cNvPr id="9" name="source">
            <a:extLst xmlns:a="http://schemas.openxmlformats.org/drawingml/2006/main">
              <a:ext uri="{FF2B5EF4-FFF2-40B4-BE49-F238E27FC236}">
                <a16:creationId xmlns:a16="http://schemas.microsoft.com/office/drawing/2014/main" id="{8E8B1793-362E-4877-A4E2-92B415335F2A}"/>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C438E1B3-1C26-495A-9172-EC64F3C08096}"/>
              </a:ext>
            </a:extLst>
          </p:cNvPr>
          <p:cNvSpPr>
            <a:spLocks xmlns:a="http://schemas.openxmlformats.org/drawingml/2006/main" noGrp="1"/>
          </p:cNvSpPr>
          <p:nvPr/>
        </p:nvSpPr>
        <p:spPr>
          <a:xfrm xmlns:a="http://schemas.openxmlformats.org/drawingml/2006/main">
            <a:off x="704850"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98D82923-1FEC-42B2-AEA3-ED7B5C4FC477}"/>
              </a:ext>
            </a:extLst>
          </p:cNvPr>
          <p:cNvSpPr>
            <a:spLocks xmlns:a="http://schemas.openxmlformats.org/drawingml/2006/main" noGrp="1"/>
          </p:cNvSpPr>
          <p:nvPr/>
        </p:nvSpPr>
        <p:spPr>
          <a:xfrm xmlns:a="http://schemas.openxmlformats.org/drawingml/2006/main">
            <a:off x="704850"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冻结指标</a:t>
            </a:r>
          </a:p>
        </p:txBody>
      </p:sp>
      <p:sp>
        <p:nvSpPr>
          <p:cNvPr id="12" name="chain-arrow-0">
            <a:extLst xmlns:a="http://schemas.openxmlformats.org/drawingml/2006/main">
              <a:ext uri="{FF2B5EF4-FFF2-40B4-BE49-F238E27FC236}">
                <a16:creationId xmlns:a16="http://schemas.microsoft.com/office/drawing/2014/main" id="{89CBFB15-63D9-4D88-90C9-B9350752569E}"/>
              </a:ext>
            </a:extLst>
          </p:cNvPr>
          <p:cNvSpPr>
            <a:spLocks xmlns:a="http://schemas.openxmlformats.org/drawingml/2006/main" noGrp="1"/>
          </p:cNvSpPr>
          <p:nvPr/>
        </p:nvSpPr>
        <p:spPr>
          <a:xfrm xmlns:a="http://schemas.openxmlformats.org/drawingml/2006/main">
            <a:off x="2657475"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DDA87765-81F5-4E11-A1F7-3DA4D2DDE09C}"/>
              </a:ext>
            </a:extLst>
          </p:cNvPr>
          <p:cNvSpPr>
            <a:spLocks xmlns:a="http://schemas.openxmlformats.org/drawingml/2006/main" noGrp="1"/>
          </p:cNvSpPr>
          <p:nvPr/>
        </p:nvSpPr>
        <p:spPr>
          <a:xfrm xmlns:a="http://schemas.openxmlformats.org/drawingml/2006/main">
            <a:off x="704850"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本讲输入</a:t>
            </a:r>
          </a:p>
        </p:txBody>
      </p:sp>
      <p:sp>
        <p:nvSpPr>
          <p:cNvPr id="14" name="chain-line-1">
            <a:extLst xmlns:a="http://schemas.openxmlformats.org/drawingml/2006/main">
              <a:ext uri="{FF2B5EF4-FFF2-40B4-BE49-F238E27FC236}">
                <a16:creationId xmlns:a16="http://schemas.microsoft.com/office/drawing/2014/main" id="{E5B22C26-BF9E-4C77-94D3-399247F0E5F4}"/>
              </a:ext>
            </a:extLst>
          </p:cNvPr>
          <p:cNvSpPr>
            <a:spLocks xmlns:a="http://schemas.openxmlformats.org/drawingml/2006/main" noGrp="1"/>
          </p:cNvSpPr>
          <p:nvPr/>
        </p:nvSpPr>
        <p:spPr>
          <a:xfrm xmlns:a="http://schemas.openxmlformats.org/drawingml/2006/main">
            <a:off x="3578225"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22ED1FE5-94AC-453C-B011-1BF74393D7F5}"/>
              </a:ext>
            </a:extLst>
          </p:cNvPr>
          <p:cNvSpPr>
            <a:spLocks xmlns:a="http://schemas.openxmlformats.org/drawingml/2006/main" noGrp="1"/>
          </p:cNvSpPr>
          <p:nvPr/>
        </p:nvSpPr>
        <p:spPr>
          <a:xfrm xmlns:a="http://schemas.openxmlformats.org/drawingml/2006/main">
            <a:off x="3578225"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预算 / 停止</a:t>
            </a:r>
          </a:p>
        </p:txBody>
      </p:sp>
      <p:sp>
        <p:nvSpPr>
          <p:cNvPr id="16" name="chain-arrow-1">
            <a:extLst xmlns:a="http://schemas.openxmlformats.org/drawingml/2006/main">
              <a:ext uri="{FF2B5EF4-FFF2-40B4-BE49-F238E27FC236}">
                <a16:creationId xmlns:a16="http://schemas.microsoft.com/office/drawing/2014/main" id="{ABFA49DC-8A1A-4602-9242-90403D34B1B3}"/>
              </a:ext>
            </a:extLst>
          </p:cNvPr>
          <p:cNvSpPr>
            <a:spLocks xmlns:a="http://schemas.openxmlformats.org/drawingml/2006/main" noGrp="1"/>
          </p:cNvSpPr>
          <p:nvPr/>
        </p:nvSpPr>
        <p:spPr>
          <a:xfrm xmlns:a="http://schemas.openxmlformats.org/drawingml/2006/main">
            <a:off x="5530850"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39EE31EE-CF95-4671-BAFB-B03F3D8DA1D3}"/>
              </a:ext>
            </a:extLst>
          </p:cNvPr>
          <p:cNvSpPr>
            <a:spLocks xmlns:a="http://schemas.openxmlformats.org/drawingml/2006/main" noGrp="1"/>
          </p:cNvSpPr>
          <p:nvPr/>
        </p:nvSpPr>
        <p:spPr>
          <a:xfrm xmlns:a="http://schemas.openxmlformats.org/drawingml/2006/main">
            <a:off x="3578225"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本讲执行</a:t>
            </a:r>
          </a:p>
        </p:txBody>
      </p:sp>
      <p:sp>
        <p:nvSpPr>
          <p:cNvPr id="18" name="chain-line-2">
            <a:extLst xmlns:a="http://schemas.openxmlformats.org/drawingml/2006/main">
              <a:ext uri="{FF2B5EF4-FFF2-40B4-BE49-F238E27FC236}">
                <a16:creationId xmlns:a16="http://schemas.microsoft.com/office/drawing/2014/main" id="{B9587E0B-3739-4421-8617-C2AE5173C247}"/>
              </a:ext>
            </a:extLst>
          </p:cNvPr>
          <p:cNvSpPr>
            <a:spLocks xmlns:a="http://schemas.openxmlformats.org/drawingml/2006/main" noGrp="1"/>
          </p:cNvSpPr>
          <p:nvPr/>
        </p:nvSpPr>
        <p:spPr>
          <a:xfrm xmlns:a="http://schemas.openxmlformats.org/drawingml/2006/main">
            <a:off x="6451600"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FF4FB9C1-AC8C-445E-A3D8-B9EF186C1EFF}"/>
              </a:ext>
            </a:extLst>
          </p:cNvPr>
          <p:cNvSpPr>
            <a:spLocks xmlns:a="http://schemas.openxmlformats.org/drawingml/2006/main" noGrp="1"/>
          </p:cNvSpPr>
          <p:nvPr/>
        </p:nvSpPr>
        <p:spPr>
          <a:xfrm xmlns:a="http://schemas.openxmlformats.org/drawingml/2006/main">
            <a:off x="6451600"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失败保留 / 回退</a:t>
            </a:r>
          </a:p>
        </p:txBody>
      </p:sp>
      <p:sp>
        <p:nvSpPr>
          <p:cNvPr id="20" name="chain-arrow-2">
            <a:extLst xmlns:a="http://schemas.openxmlformats.org/drawingml/2006/main">
              <a:ext uri="{FF2B5EF4-FFF2-40B4-BE49-F238E27FC236}">
                <a16:creationId xmlns:a16="http://schemas.microsoft.com/office/drawing/2014/main" id="{5B643F0F-8DBA-45EC-A589-5B368F6B15F1}"/>
              </a:ext>
            </a:extLst>
          </p:cNvPr>
          <p:cNvSpPr>
            <a:spLocks xmlns:a="http://schemas.openxmlformats.org/drawingml/2006/main" noGrp="1"/>
          </p:cNvSpPr>
          <p:nvPr/>
        </p:nvSpPr>
        <p:spPr>
          <a:xfrm xmlns:a="http://schemas.openxmlformats.org/drawingml/2006/main">
            <a:off x="8404225"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6E04CD6C-100E-44AA-A2A3-3CCEAB06BEBF}"/>
              </a:ext>
            </a:extLst>
          </p:cNvPr>
          <p:cNvSpPr>
            <a:spLocks xmlns:a="http://schemas.openxmlformats.org/drawingml/2006/main" noGrp="1"/>
          </p:cNvSpPr>
          <p:nvPr/>
        </p:nvSpPr>
        <p:spPr>
          <a:xfrm xmlns:a="http://schemas.openxmlformats.org/drawingml/2006/main">
            <a:off x="6451600"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本讲证据</a:t>
            </a:r>
          </a:p>
        </p:txBody>
      </p:sp>
      <p:sp>
        <p:nvSpPr>
          <p:cNvPr id="22" name="chain-line-3">
            <a:extLst xmlns:a="http://schemas.openxmlformats.org/drawingml/2006/main">
              <a:ext uri="{FF2B5EF4-FFF2-40B4-BE49-F238E27FC236}">
                <a16:creationId xmlns:a16="http://schemas.microsoft.com/office/drawing/2014/main" id="{6461B6C4-F3A0-4AA9-BD1E-EE326E8A82A4}"/>
              </a:ext>
            </a:extLst>
          </p:cNvPr>
          <p:cNvSpPr>
            <a:spLocks xmlns:a="http://schemas.openxmlformats.org/drawingml/2006/main" noGrp="1"/>
          </p:cNvSpPr>
          <p:nvPr/>
        </p:nvSpPr>
        <p:spPr>
          <a:xfrm xmlns:a="http://schemas.openxmlformats.org/drawingml/2006/main">
            <a:off x="9324975"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3F540AAC-DFB6-4B87-835B-671FEEF0BEBB}"/>
              </a:ext>
            </a:extLst>
          </p:cNvPr>
          <p:cNvSpPr>
            <a:spLocks xmlns:a="http://schemas.openxmlformats.org/drawingml/2006/main" noGrp="1"/>
          </p:cNvSpPr>
          <p:nvPr/>
        </p:nvSpPr>
        <p:spPr>
          <a:xfrm xmlns:a="http://schemas.openxmlformats.org/drawingml/2006/main">
            <a:off x="9324975"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交给 L12 设计</a:t>
            </a:r>
          </a:p>
        </p:txBody>
      </p:sp>
      <p:sp>
        <p:nvSpPr>
          <p:cNvPr id="24" name="chain-sub-3">
            <a:extLst xmlns:a="http://schemas.openxmlformats.org/drawingml/2006/main">
              <a:ext uri="{FF2B5EF4-FFF2-40B4-BE49-F238E27FC236}">
                <a16:creationId xmlns:a16="http://schemas.microsoft.com/office/drawing/2014/main" id="{3BB63BE2-1B24-48E9-B869-C2A5643F4EFA}"/>
              </a:ext>
            </a:extLst>
          </p:cNvPr>
          <p:cNvSpPr>
            <a:spLocks xmlns:a="http://schemas.openxmlformats.org/drawingml/2006/main" noGrp="1"/>
          </p:cNvSpPr>
          <p:nvPr/>
        </p:nvSpPr>
        <p:spPr>
          <a:xfrm xmlns:a="http://schemas.openxmlformats.org/drawingml/2006/main">
            <a:off x="9324975"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下一步</a:t>
            </a:r>
          </a:p>
        </p:txBody>
      </p:sp>
    </p:spTree>
    <p:extLst>
      <p:ext uri="{BB962C8B-B14F-4D97-AF65-F5344CB8AC3E}">
        <p14:creationId xmlns:p14="http://schemas.microsoft.com/office/powerpoint/2010/main" val="144372840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受限循环将升级为最小工作流</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844E025A-983C-6D44-79C6-4612AACD43FC}" type="slidenum">
              <a:t>20</a:t>
            </a:fld>
            <a:endParaRPr/>
          </a:p>
        </p:txBody>
      </p:sp>
      <p:sp>
        <p:nvSpPr>
          <p:cNvPr id="6" name="brand-header">
            <a:extLst xmlns:a="http://schemas.openxmlformats.org/drawingml/2006/main">
              <a:ext uri="{FF2B5EF4-FFF2-40B4-BE49-F238E27FC236}">
                <a16:creationId xmlns:a16="http://schemas.microsoft.com/office/drawing/2014/main" id="{63C468C4-472E-4E45-9242-123DA072AEDE}"/>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a03f87a7c6a4320"/>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BEEB73D-0C3B-4A73-A9AB-BBA338F31779}"/>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受限循环将升级为最小工作流</a:t>
            </a:r>
          </a:p>
        </p:txBody>
      </p:sp>
      <p:sp>
        <p:nvSpPr>
          <p:cNvPr id="9" name="source">
            <a:extLst xmlns:a="http://schemas.openxmlformats.org/drawingml/2006/main">
              <a:ext uri="{FF2B5EF4-FFF2-40B4-BE49-F238E27FC236}">
                <a16:creationId xmlns:a16="http://schemas.microsoft.com/office/drawing/2014/main" id="{D5F13601-7698-488B-8DF9-7A07B822B43C}"/>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172B414B-8962-47AA-BA37-2014AF0D056C}"/>
              </a:ext>
            </a:extLst>
          </p:cNvPr>
          <p:cNvSpPr>
            <a:spLocks xmlns:a="http://schemas.openxmlformats.org/drawingml/2006/main" noGrp="1"/>
          </p:cNvSpPr>
          <p:nvPr/>
        </p:nvSpPr>
        <p:spPr>
          <a:xfrm xmlns:a="http://schemas.openxmlformats.org/drawingml/2006/main">
            <a:off x="6667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64F94D8B-40A4-4C2D-94CA-DB087FE5F12E}"/>
              </a:ext>
            </a:extLst>
          </p:cNvPr>
          <p:cNvSpPr>
            <a:spLocks xmlns:a="http://schemas.openxmlformats.org/drawingml/2006/main" noGrp="1"/>
          </p:cNvSpPr>
          <p:nvPr/>
        </p:nvSpPr>
        <p:spPr>
          <a:xfrm xmlns:a="http://schemas.openxmlformats.org/drawingml/2006/main">
            <a:off x="6667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L10</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一次执行</a:t>
            </a:r>
          </a:p>
        </p:txBody>
      </p:sp>
      <p:sp>
        <p:nvSpPr>
          <p:cNvPr id="12" name="chain-arrow-0">
            <a:extLst xmlns:a="http://schemas.openxmlformats.org/drawingml/2006/main">
              <a:ext uri="{FF2B5EF4-FFF2-40B4-BE49-F238E27FC236}">
                <a16:creationId xmlns:a16="http://schemas.microsoft.com/office/drawing/2014/main" id="{18AA0A3E-E109-47B4-A072-BD013759357C}"/>
              </a:ext>
            </a:extLst>
          </p:cNvPr>
          <p:cNvSpPr>
            <a:spLocks xmlns:a="http://schemas.openxmlformats.org/drawingml/2006/main" noGrp="1"/>
          </p:cNvSpPr>
          <p:nvPr/>
        </p:nvSpPr>
        <p:spPr>
          <a:xfrm xmlns:a="http://schemas.openxmlformats.org/drawingml/2006/main">
            <a:off x="2762250" y="2552700"/>
            <a:ext cx="76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line-1">
            <a:extLst xmlns:a="http://schemas.openxmlformats.org/drawingml/2006/main">
              <a:ext uri="{FF2B5EF4-FFF2-40B4-BE49-F238E27FC236}">
                <a16:creationId xmlns:a16="http://schemas.microsoft.com/office/drawing/2014/main" id="{B3B1FBF2-5BF5-4195-8DE7-A369542B7CE0}"/>
              </a:ext>
            </a:extLst>
          </p:cNvPr>
          <p:cNvSpPr>
            <a:spLocks xmlns:a="http://schemas.openxmlformats.org/drawingml/2006/main" noGrp="1"/>
          </p:cNvSpPr>
          <p:nvPr/>
        </p:nvSpPr>
        <p:spPr>
          <a:xfrm xmlns:a="http://schemas.openxmlformats.org/drawingml/2006/main">
            <a:off x="35242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4" name="chain-1">
            <a:extLst xmlns:a="http://schemas.openxmlformats.org/drawingml/2006/main">
              <a:ext uri="{FF2B5EF4-FFF2-40B4-BE49-F238E27FC236}">
                <a16:creationId xmlns:a16="http://schemas.microsoft.com/office/drawing/2014/main" id="{D17CF2CF-B8D8-4AB0-9D90-52B2705B1E31}"/>
              </a:ext>
            </a:extLst>
          </p:cNvPr>
          <p:cNvSpPr>
            <a:spLocks xmlns:a="http://schemas.openxmlformats.org/drawingml/2006/main" noGrp="1"/>
          </p:cNvSpPr>
          <p:nvPr/>
        </p:nvSpPr>
        <p:spPr>
          <a:xfrm xmlns:a="http://schemas.openxmlformats.org/drawingml/2006/main">
            <a:off x="35242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L11</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冻结循环</a:t>
            </a:r>
          </a:p>
        </p:txBody>
      </p:sp>
      <p:sp>
        <p:nvSpPr>
          <p:cNvPr id="15" name="chain-arrow-1">
            <a:extLst xmlns:a="http://schemas.openxmlformats.org/drawingml/2006/main">
              <a:ext uri="{FF2B5EF4-FFF2-40B4-BE49-F238E27FC236}">
                <a16:creationId xmlns:a16="http://schemas.microsoft.com/office/drawing/2014/main" id="{48FBC2C3-BA0E-4D21-9561-420BE854420E}"/>
              </a:ext>
            </a:extLst>
          </p:cNvPr>
          <p:cNvSpPr>
            <a:spLocks xmlns:a="http://schemas.openxmlformats.org/drawingml/2006/main" noGrp="1"/>
          </p:cNvSpPr>
          <p:nvPr/>
        </p:nvSpPr>
        <p:spPr>
          <a:xfrm xmlns:a="http://schemas.openxmlformats.org/drawingml/2006/main">
            <a:off x="5619750" y="2552700"/>
            <a:ext cx="76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6" name="chain-sub-1">
            <a:extLst xmlns:a="http://schemas.openxmlformats.org/drawingml/2006/main">
              <a:ext uri="{FF2B5EF4-FFF2-40B4-BE49-F238E27FC236}">
                <a16:creationId xmlns:a16="http://schemas.microsoft.com/office/drawing/2014/main" id="{4C92A392-4852-4343-B9F8-DFD384CA35DA}"/>
              </a:ext>
            </a:extLst>
          </p:cNvPr>
          <p:cNvSpPr>
            <a:spLocks xmlns:a="http://schemas.openxmlformats.org/drawingml/2006/main" noGrp="1"/>
          </p:cNvSpPr>
          <p:nvPr/>
        </p:nvSpPr>
        <p:spPr>
          <a:xfrm xmlns:a="http://schemas.openxmlformats.org/drawingml/2006/main">
            <a:off x="3524250" y="3257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当前位置 / 输出</a:t>
            </a:r>
          </a:p>
        </p:txBody>
      </p:sp>
      <p:sp>
        <p:nvSpPr>
          <p:cNvPr id="17" name="chain-line-2">
            <a:extLst xmlns:a="http://schemas.openxmlformats.org/drawingml/2006/main">
              <a:ext uri="{FF2B5EF4-FFF2-40B4-BE49-F238E27FC236}">
                <a16:creationId xmlns:a16="http://schemas.microsoft.com/office/drawing/2014/main" id="{47DE32A9-4D92-43FA-B4AC-FCC53CC2B8D5}"/>
              </a:ext>
            </a:extLst>
          </p:cNvPr>
          <p:cNvSpPr>
            <a:spLocks xmlns:a="http://schemas.openxmlformats.org/drawingml/2006/main" noGrp="1"/>
          </p:cNvSpPr>
          <p:nvPr/>
        </p:nvSpPr>
        <p:spPr>
          <a:xfrm xmlns:a="http://schemas.openxmlformats.org/drawingml/2006/main">
            <a:off x="63817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8" name="chain-2">
            <a:extLst xmlns:a="http://schemas.openxmlformats.org/drawingml/2006/main">
              <a:ext uri="{FF2B5EF4-FFF2-40B4-BE49-F238E27FC236}">
                <a16:creationId xmlns:a16="http://schemas.microsoft.com/office/drawing/2014/main" id="{FA0BF7F7-7C8D-42FF-8CA8-D918328A34AB}"/>
              </a:ext>
            </a:extLst>
          </p:cNvPr>
          <p:cNvSpPr>
            <a:spLocks xmlns:a="http://schemas.openxmlformats.org/drawingml/2006/main" noGrp="1"/>
          </p:cNvSpPr>
          <p:nvPr/>
        </p:nvSpPr>
        <p:spPr>
          <a:xfrm xmlns:a="http://schemas.openxmlformats.org/drawingml/2006/main">
            <a:off x="63817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L12</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最小工作流</a:t>
            </a:r>
          </a:p>
        </p:txBody>
      </p:sp>
      <p:sp>
        <p:nvSpPr>
          <p:cNvPr id="19" name="chain-arrow-2">
            <a:extLst xmlns:a="http://schemas.openxmlformats.org/drawingml/2006/main">
              <a:ext uri="{FF2B5EF4-FFF2-40B4-BE49-F238E27FC236}">
                <a16:creationId xmlns:a16="http://schemas.microsoft.com/office/drawing/2014/main" id="{51A1544F-BFBB-49A5-90CD-31506E1DD698}"/>
              </a:ext>
            </a:extLst>
          </p:cNvPr>
          <p:cNvSpPr>
            <a:spLocks xmlns:a="http://schemas.openxmlformats.org/drawingml/2006/main" noGrp="1"/>
          </p:cNvSpPr>
          <p:nvPr/>
        </p:nvSpPr>
        <p:spPr>
          <a:xfrm xmlns:a="http://schemas.openxmlformats.org/drawingml/2006/main">
            <a:off x="8477250" y="2552700"/>
            <a:ext cx="76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0" name="chain-line-3">
            <a:extLst xmlns:a="http://schemas.openxmlformats.org/drawingml/2006/main">
              <a:ext uri="{FF2B5EF4-FFF2-40B4-BE49-F238E27FC236}">
                <a16:creationId xmlns:a16="http://schemas.microsoft.com/office/drawing/2014/main" id="{83CED6A0-3880-42FF-82A5-5F8F86A4D1B4}"/>
              </a:ext>
            </a:extLst>
          </p:cNvPr>
          <p:cNvSpPr>
            <a:spLocks xmlns:a="http://schemas.openxmlformats.org/drawingml/2006/main" noGrp="1"/>
          </p:cNvSpPr>
          <p:nvPr/>
        </p:nvSpPr>
        <p:spPr>
          <a:xfrm xmlns:a="http://schemas.openxmlformats.org/drawingml/2006/main">
            <a:off x="92392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1" name="chain-3">
            <a:extLst xmlns:a="http://schemas.openxmlformats.org/drawingml/2006/main">
              <a:ext uri="{FF2B5EF4-FFF2-40B4-BE49-F238E27FC236}">
                <a16:creationId xmlns:a16="http://schemas.microsoft.com/office/drawing/2014/main" id="{811F3753-0F7E-411D-8BC7-0D47BD5FC0B7}"/>
              </a:ext>
            </a:extLst>
          </p:cNvPr>
          <p:cNvSpPr>
            <a:spLocks xmlns:a="http://schemas.openxmlformats.org/drawingml/2006/main" noGrp="1"/>
          </p:cNvSpPr>
          <p:nvPr/>
        </p:nvSpPr>
        <p:spPr>
          <a:xfrm xmlns:a="http://schemas.openxmlformats.org/drawingml/2006/main">
            <a:off x="92392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L13</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评价</a:t>
            </a:r>
          </a:p>
        </p:txBody>
      </p:sp>
      <p:sp>
        <p:nvSpPr>
          <p:cNvPr id="22" name="handoff">
            <a:extLst xmlns:a="http://schemas.openxmlformats.org/drawingml/2006/main">
              <a:ext uri="{FF2B5EF4-FFF2-40B4-BE49-F238E27FC236}">
                <a16:creationId xmlns:a16="http://schemas.microsoft.com/office/drawing/2014/main" id="{44FA5B3E-E8A7-4426-ABD0-B48773EFD3EE}"/>
              </a:ext>
            </a:extLst>
          </p:cNvPr>
          <p:cNvSpPr>
            <a:spLocks xmlns:a="http://schemas.openxmlformats.org/drawingml/2006/main" noGrp="1"/>
          </p:cNvSpPr>
          <p:nvPr/>
        </p:nvSpPr>
        <p:spPr>
          <a:xfrm xmlns:a="http://schemas.openxmlformats.org/drawingml/2006/main">
            <a:off x="1714500" y="4476750"/>
            <a:ext cx="876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交给第 12 课：循环说明｜三种 trace｜四约束短分析</a:t>
            </a:r>
          </a:p>
        </p:txBody>
      </p:sp>
    </p:spTree>
    <p:extLst>
      <p:ext uri="{BB962C8B-B14F-4D97-AF65-F5344CB8AC3E}">
        <p14:creationId xmlns:p14="http://schemas.microsoft.com/office/powerpoint/2010/main" val="1443728403"/>
      </p:ext>
    </p:extLst>
  </p:cSld>
</p:sld>
</file>

<file path=ppt/theme/theme1.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2026-09-13T14:42:17.6740000Z</dcterms:created>
  <dcterms:modified xsi:type="dcterms:W3CDTF">2026-09-13T14:42:17.6740000Z</dcterms:modified>
</coreProperties>
</file>