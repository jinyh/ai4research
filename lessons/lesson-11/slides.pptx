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e02e6ccc12f4a59" /><Relationship Type="http://schemas.openxmlformats.org/officeDocument/2006/relationships/extended-properties" Target="/docProps/app.xml" Id="Rcdedc18904394399" /><Relationship Type="http://schemas.openxmlformats.org/officeDocument/2006/relationships/officeDocument" Target="/ppt/presentation.xml" Id="R4d38b5b45f35490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f2f1560cc1243b3"/>
  </p:sldMasterIdLst>
  <p:notesMasterIdLst>
    <p:notesMasterId xmlns:r="http://schemas.openxmlformats.org/officeDocument/2006/relationships" r:id="Re74fd06111d04df4"/>
  </p:notesMasterIdLst>
  <p:sldIdLst>
    <p:sldId xmlns:r="http://schemas.openxmlformats.org/officeDocument/2006/relationships" id="256" r:id="Rd9cec92a02d349c3"/>
    <p:sldId xmlns:r="http://schemas.openxmlformats.org/officeDocument/2006/relationships" id="257" r:id="R2d6cfba1ff614a0e"/>
    <p:sldId xmlns:r="http://schemas.openxmlformats.org/officeDocument/2006/relationships" id="258" r:id="R8e0ded8b79844eab"/>
    <p:sldId xmlns:r="http://schemas.openxmlformats.org/officeDocument/2006/relationships" id="259" r:id="Rfb30ec17b24c43dd"/>
    <p:sldId xmlns:r="http://schemas.openxmlformats.org/officeDocument/2006/relationships" id="260" r:id="R286b48930f264469"/>
    <p:sldId xmlns:r="http://schemas.openxmlformats.org/officeDocument/2006/relationships" id="261" r:id="R01060cd321264b7a"/>
    <p:sldId xmlns:r="http://schemas.openxmlformats.org/officeDocument/2006/relationships" id="262" r:id="Re19b40c179064f6b"/>
    <p:sldId xmlns:r="http://schemas.openxmlformats.org/officeDocument/2006/relationships" id="263" r:id="Rc70f899254da46ad"/>
    <p:sldId xmlns:r="http://schemas.openxmlformats.org/officeDocument/2006/relationships" id="264" r:id="R5e4eeb76b4ce408a"/>
    <p:sldId xmlns:r="http://schemas.openxmlformats.org/officeDocument/2006/relationships" id="265" r:id="R300f490dd3a34088"/>
    <p:sldId xmlns:r="http://schemas.openxmlformats.org/officeDocument/2006/relationships" id="266" r:id="Rdad0fb3698f845ea"/>
    <p:sldId xmlns:r="http://schemas.openxmlformats.org/officeDocument/2006/relationships" id="267" r:id="R79e0fd13ee784ee8"/>
    <p:sldId xmlns:r="http://schemas.openxmlformats.org/officeDocument/2006/relationships" id="268" r:id="R023cd7345b3247a6"/>
    <p:sldId xmlns:r="http://schemas.openxmlformats.org/officeDocument/2006/relationships" id="269" r:id="Ra9a2db701977458f"/>
    <p:sldId xmlns:r="http://schemas.openxmlformats.org/officeDocument/2006/relationships" id="270" r:id="R9ee674e57e424ce9"/>
    <p:sldId xmlns:r="http://schemas.openxmlformats.org/officeDocument/2006/relationships" id="271" r:id="R37fc0a35e89744a9"/>
    <p:sldId xmlns:r="http://schemas.openxmlformats.org/officeDocument/2006/relationships" id="272" r:id="R7c5dec5dc0e04a99"/>
    <p:sldId xmlns:r="http://schemas.openxmlformats.org/officeDocument/2006/relationships" id="273" r:id="R4aa85fef751346d8"/>
    <p:sldId xmlns:r="http://schemas.openxmlformats.org/officeDocument/2006/relationships" id="274" r:id="R2b100394fb814212"/>
    <p:sldId xmlns:r="http://schemas.openxmlformats.org/officeDocument/2006/relationships" id="275" r:id="R2b99a2d806db412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34d233532af48bc" /><Relationship Type="http://schemas.openxmlformats.org/officeDocument/2006/relationships/slideMaster" Target="/ppt/slideMasters/slideMaster1.xml" Id="R6f2f1560cc1243b3" /><Relationship Type="http://schemas.openxmlformats.org/officeDocument/2006/relationships/notesMaster" Target="/ppt/notesMasters/notesMaster1.xml" Id="Re74fd06111d04df4" /><Relationship Type="http://schemas.openxmlformats.org/officeDocument/2006/relationships/presProps" Target="/ppt/presProps.xml" Id="R3a62bca7d0e04383" /><Relationship Type="http://schemas.openxmlformats.org/officeDocument/2006/relationships/viewProps" Target="/ppt/viewProps.xml" Id="R4065f2b7f0fa46e3" /><Relationship Type="http://schemas.openxmlformats.org/officeDocument/2006/relationships/tableStyles" Target="/ppt/tableStyles.xml" Id="R9659d054a6364490" /><Relationship Type="http://schemas.openxmlformats.org/officeDocument/2006/relationships/slide" Target="/ppt/slides/slide1.xml" Id="Rd9cec92a02d349c3" /><Relationship Type="http://schemas.openxmlformats.org/officeDocument/2006/relationships/slide" Target="/ppt/slides/slide2.xml" Id="R2d6cfba1ff614a0e" /><Relationship Type="http://schemas.openxmlformats.org/officeDocument/2006/relationships/slide" Target="/ppt/slides/slide3.xml" Id="R8e0ded8b79844eab" /><Relationship Type="http://schemas.openxmlformats.org/officeDocument/2006/relationships/slide" Target="/ppt/slides/slide4.xml" Id="Rfb30ec17b24c43dd" /><Relationship Type="http://schemas.openxmlformats.org/officeDocument/2006/relationships/slide" Target="/ppt/slides/slide5.xml" Id="R286b48930f264469" /><Relationship Type="http://schemas.openxmlformats.org/officeDocument/2006/relationships/slide" Target="/ppt/slides/slide6.xml" Id="R01060cd321264b7a" /><Relationship Type="http://schemas.openxmlformats.org/officeDocument/2006/relationships/slide" Target="/ppt/slides/slide7.xml" Id="Re19b40c179064f6b" /><Relationship Type="http://schemas.openxmlformats.org/officeDocument/2006/relationships/slide" Target="/ppt/slides/slide8.xml" Id="Rc70f899254da46ad" /><Relationship Type="http://schemas.openxmlformats.org/officeDocument/2006/relationships/slide" Target="/ppt/slides/slide9.xml" Id="R5e4eeb76b4ce408a" /><Relationship Type="http://schemas.openxmlformats.org/officeDocument/2006/relationships/slide" Target="/ppt/slides/slide10.xml" Id="R300f490dd3a34088" /><Relationship Type="http://schemas.openxmlformats.org/officeDocument/2006/relationships/slide" Target="/ppt/slides/slide11.xml" Id="Rdad0fb3698f845ea" /><Relationship Type="http://schemas.openxmlformats.org/officeDocument/2006/relationships/slide" Target="/ppt/slides/slide12.xml" Id="R79e0fd13ee784ee8" /><Relationship Type="http://schemas.openxmlformats.org/officeDocument/2006/relationships/slide" Target="/ppt/slides/slide13.xml" Id="R023cd7345b3247a6" /><Relationship Type="http://schemas.openxmlformats.org/officeDocument/2006/relationships/slide" Target="/ppt/slides/slide14.xml" Id="Ra9a2db701977458f" /><Relationship Type="http://schemas.openxmlformats.org/officeDocument/2006/relationships/slide" Target="/ppt/slides/slide15.xml" Id="R9ee674e57e424ce9" /><Relationship Type="http://schemas.openxmlformats.org/officeDocument/2006/relationships/slide" Target="/ppt/slides/slide16.xml" Id="R37fc0a35e89744a9" /><Relationship Type="http://schemas.openxmlformats.org/officeDocument/2006/relationships/slide" Target="/ppt/slides/slide17.xml" Id="R7c5dec5dc0e04a99" /><Relationship Type="http://schemas.openxmlformats.org/officeDocument/2006/relationships/slide" Target="/ppt/slides/slide18.xml" Id="R4aa85fef751346d8" /><Relationship Type="http://schemas.openxmlformats.org/officeDocument/2006/relationships/slide" Target="/ppt/slides/slide19.xml" Id="R2b100394fb814212" /><Relationship Type="http://schemas.openxmlformats.org/officeDocument/2006/relationships/slide" Target="/ppt/slides/slide20.xml" Id="R2b99a2d806db412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3482c8aef374fe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dafa822ef8c4c9f" /><Relationship Type="http://schemas.openxmlformats.org/officeDocument/2006/relationships/notesMaster" Target="/ppt/notesMasters/notesMaster1.xml" Id="R02e0826fdfb14ef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c74eb010abd41df" /><Relationship Type="http://schemas.openxmlformats.org/officeDocument/2006/relationships/notesMaster" Target="/ppt/notesMasters/notesMaster1.xml" Id="Rf7287a4f2f5f48d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1eab869e37b4b2d" /><Relationship Type="http://schemas.openxmlformats.org/officeDocument/2006/relationships/notesMaster" Target="/ppt/notesMasters/notesMaster1.xml" Id="Rd35fca8b4c4e43d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08c87889fe24d5c" /><Relationship Type="http://schemas.openxmlformats.org/officeDocument/2006/relationships/notesMaster" Target="/ppt/notesMasters/notesMaster1.xml" Id="R56af4f62d719416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9981e9764be4d23" /><Relationship Type="http://schemas.openxmlformats.org/officeDocument/2006/relationships/notesMaster" Target="/ppt/notesMasters/notesMaster1.xml" Id="R200a603dc97d47b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d06c4dbfbaf49c5" /><Relationship Type="http://schemas.openxmlformats.org/officeDocument/2006/relationships/notesMaster" Target="/ppt/notesMasters/notesMaster1.xml" Id="Rf5285ef7af2e4c8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4369d4e57f2408d" /><Relationship Type="http://schemas.openxmlformats.org/officeDocument/2006/relationships/notesMaster" Target="/ppt/notesMasters/notesMaster1.xml" Id="R50562ab48fd446d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f2bf238129a4750" /><Relationship Type="http://schemas.openxmlformats.org/officeDocument/2006/relationships/notesMaster" Target="/ppt/notesMasters/notesMaster1.xml" Id="Rfaafe1fea87c4de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cd7815f51d9447a" /><Relationship Type="http://schemas.openxmlformats.org/officeDocument/2006/relationships/notesMaster" Target="/ppt/notesMasters/notesMaster1.xml" Id="Rda6e1f2bb0cc474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4fcd457fdec4ad2" /><Relationship Type="http://schemas.openxmlformats.org/officeDocument/2006/relationships/notesMaster" Target="/ppt/notesMasters/notesMaster1.xml" Id="R43da46c6582448e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83d3df7f66944da" /><Relationship Type="http://schemas.openxmlformats.org/officeDocument/2006/relationships/notesMaster" Target="/ppt/notesMasters/notesMaster1.xml" Id="R0aa07047bfef4a3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432a8e081af4640" /><Relationship Type="http://schemas.openxmlformats.org/officeDocument/2006/relationships/notesMaster" Target="/ppt/notesMasters/notesMaster1.xml" Id="Rfb4e15aaa88f45d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302ce4b8fcc4520" /><Relationship Type="http://schemas.openxmlformats.org/officeDocument/2006/relationships/notesMaster" Target="/ppt/notesMasters/notesMaster1.xml" Id="R53b256e65881429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7e106ca5fc34f10" /><Relationship Type="http://schemas.openxmlformats.org/officeDocument/2006/relationships/notesMaster" Target="/ppt/notesMasters/notesMaster1.xml" Id="Rd383090ddd3d49b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81ae6a7d63b4724" /><Relationship Type="http://schemas.openxmlformats.org/officeDocument/2006/relationships/notesMaster" Target="/ppt/notesMasters/notesMaster1.xml" Id="Rc3c66a8dd4444c7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d13c4b24c6f4244" /><Relationship Type="http://schemas.openxmlformats.org/officeDocument/2006/relationships/notesMaster" Target="/ppt/notesMasters/notesMaster1.xml" Id="Rf7c1a6e7ffe0448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4aeb40f928f4e92" /><Relationship Type="http://schemas.openxmlformats.org/officeDocument/2006/relationships/notesMaster" Target="/ppt/notesMasters/notesMaster1.xml" Id="Rae09e7481daa432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81faf6f0dc64a8b" /><Relationship Type="http://schemas.openxmlformats.org/officeDocument/2006/relationships/notesMaster" Target="/ppt/notesMasters/notesMaster1.xml" Id="R87569fc2c6ee4240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c122cd756944af9" /><Relationship Type="http://schemas.openxmlformats.org/officeDocument/2006/relationships/notesMaster" Target="/ppt/notesMasters/notesMaster1.xml" Id="R4c8f14c6dc9f477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ed5a3f07b644e4c" /><Relationship Type="http://schemas.openxmlformats.org/officeDocument/2006/relationships/notesMaster" Target="/ppt/notesMasters/notesMaster1.xml" Id="Rea0d550020e84ab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11 课冻结队列与失败恢复。屏显按现行逐页母稿压缩为课堂可读对象，完整说明保留在讲义与教师备注。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/Users/bright/Projects/courses/graduate/lessons/lesson-11/slides.md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11 课冻结队列与失败恢复。屏显按现行逐页母稿压缩为课堂可读对象，完整说明保留在讲义与教师备注。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/Users/bright/Projects/courses/graduate/lessons/lesson-11/slides.md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11 课冻结队列与失败恢复。屏显按现行逐页母稿压缩为课堂可读对象，完整说明保留在讲义与教师备注。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/Users/bright/Projects/courses/graduate/lessons/lesson-11/slides.md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11 课冻结队列与失败恢复。屏显按现行逐页母稿压缩为课堂可读对象，完整说明保留在讲义与教师备注。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/Users/bright/Projects/courses/graduate/lessons/lesson-11/slides.md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11 课冻结队列与失败恢复。屏显按现行逐页母稿压缩为课堂可读对象，完整说明保留在讲义与教师备注。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/Users/bright/Projects/courses/graduate/lessons/lesson-11/slides.md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11 课冻结队列与失败恢复。屏显按现行逐页母稿压缩为课堂可读对象，完整说明保留在讲义与教师备注。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/Users/bright/Projects/courses/graduate/lessons/lesson-11/slides.md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11 课冻结队列与失败恢复。屏显按现行逐页母稿压缩为课堂可读对象，完整说明保留在讲义与教师备注。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/Users/bright/Projects/courses/graduate/lessons/lesson-11/slides.md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11 课冻结队列与失败恢复。屏显按现行逐页母稿压缩为课堂可读对象，完整说明保留在讲义与教师备注。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/Users/bright/Projects/courses/graduate/lessons/lesson-11/slides.md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11 课冻结队列与失败恢复。屏显按现行逐页母稿压缩为课堂可读对象，完整说明保留在讲义与教师备注。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/Users/bright/Projects/courses/graduate/lessons/lesson-11/slides.md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11 课冻结队列与失败恢复。屏显按现行逐页母稿压缩为课堂可读对象，完整说明保留在讲义与教师备注。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/Users/bright/Projects/courses/graduate/lessons/lesson-11/slides.md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11 课冻结队列与失败恢复。屏显按现行逐页母稿压缩为课堂可读对象，完整说明保留在讲义与教师备注。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/Users/bright/Projects/courses/graduate/lessons/lesson-11/slides.md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11 课冻结队列与失败恢复。屏显按现行逐页母稿压缩为课堂可读对象，完整说明保留在讲义与教师备注。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/Users/bright/Projects/courses/graduate/lessons/lesson-11/slides.md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11 课冻结队列与失败恢复。屏显按现行逐页母稿压缩为课堂可读对象，完整说明保留在讲义与教师备注。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/Users/bright/Projects/courses/graduate/lessons/lesson-11/slides.md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11 课冻结队列与失败恢复。屏显按现行逐页母稿压缩为课堂可读对象，完整说明保留在讲义与教师备注。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/Users/bright/Projects/courses/graduate/lessons/lesson-11/slides.md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11 课冻结队列与失败恢复。屏显按现行逐页母稿压缩为课堂可读对象，完整说明保留在讲义与教师备注。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/Users/bright/Projects/courses/graduate/lessons/lesson-11/slides.md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11 课冻结队列与失败恢复。屏显按现行逐页母稿压缩为课堂可读对象，完整说明保留在讲义与教师备注。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/Users/bright/Projects/courses/graduate/lessons/lesson-11/slides.md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11 课冻结队列与失败恢复。屏显按现行逐页母稿压缩为课堂可读对象，完整说明保留在讲义与教师备注。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/Users/bright/Projects/courses/graduate/lessons/lesson-11/slides.md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11 课冻结队列与失败恢复。屏显按现行逐页母稿压缩为课堂可读对象，完整说明保留在讲义与教师备注。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/Users/bright/Projects/courses/graduate/lessons/lesson-11/slides.md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11 课冻结队列与失败恢复。屏显按现行逐页母稿压缩为课堂可读对象，完整说明保留在讲义与教师备注。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/Users/bright/Projects/courses/graduate/lessons/lesson-11/slides.md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11 课冻结队列与失败恢复。屏显按现行逐页母稿压缩为课堂可读对象，完整说明保留在讲义与教师备注。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/Users/bright/Projects/courses/graduate/lessons/lesson-11/slides.md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e46588ffe540de" /><Relationship Type="http://schemas.openxmlformats.org/officeDocument/2006/relationships/image" Target="/ppt/media/image.png" Id="R9bc49006ce3d4524" /><Relationship Type="http://schemas.openxmlformats.org/officeDocument/2006/relationships/image" Target="/ppt/media/image2.png" Id="Ra975c2031bf444c0" /><Relationship Type="http://schemas.openxmlformats.org/officeDocument/2006/relationships/image" Target="/ppt/media/image3.png" Id="R7c3204bf36604292" /><Relationship Type="http://schemas.openxmlformats.org/officeDocument/2006/relationships/image" Target="/ppt/media/image4.png" Id="Rd84ffb93b6cb4f4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1852b04cb249e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b2c86c33aa4fe8" /><Relationship Type="http://schemas.openxmlformats.org/officeDocument/2006/relationships/image" Target="/ppt/media/image2.png" Id="Rcb8c4dac3d00414c" /><Relationship Type="http://schemas.openxmlformats.org/officeDocument/2006/relationships/image" Target="/ppt/media/image5.png" Id="Rd00de6d61ccb4f5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322b24209f4042" /><Relationship Type="http://schemas.openxmlformats.org/officeDocument/2006/relationships/image" Target="/ppt/media/image.png" Id="Ra92ca630a9914edb" /><Relationship Type="http://schemas.openxmlformats.org/officeDocument/2006/relationships/image" Target="/ppt/media/image3.png" Id="Ra7fdfef88c3b4fc7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c49006ce3d4524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975c2031bf444c0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c3204bf36604292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4ffb93b6cb4f41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b8c4dac3d00414c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0de6d61ccb4f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2ca630a9914edb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7fdfef88c3b4fc7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c3dc903f85a44e1" /><Relationship Type="http://schemas.openxmlformats.org/officeDocument/2006/relationships/slideLayout" Target="/ppt/slideLayouts/slideLayout1.xml" Id="R0d091fc547dd4123" /><Relationship Type="http://schemas.openxmlformats.org/officeDocument/2006/relationships/slideLayout" Target="/ppt/slideLayouts/slideLayout2.xml" Id="R88a5f35a84b3480d" /><Relationship Type="http://schemas.openxmlformats.org/officeDocument/2006/relationships/slideLayout" Target="/ppt/slideLayouts/slideLayout3.xml" Id="R7a4965264169488a" /><Relationship Type="http://schemas.openxmlformats.org/officeDocument/2006/relationships/slideLayout" Target="/ppt/slideLayouts/slideLayout4.xml" Id="Rc4d34ce73eb74c96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d091fc547dd4123"/>
    <p:sldLayoutId xmlns:r="http://schemas.openxmlformats.org/officeDocument/2006/relationships" id="2147483650" r:id="R88a5f35a84b3480d"/>
    <p:sldLayoutId xmlns:r="http://schemas.openxmlformats.org/officeDocument/2006/relationships" id="2147483651" r:id="R7a4965264169488a"/>
    <p:sldLayoutId xmlns:r="http://schemas.openxmlformats.org/officeDocument/2006/relationships" id="2147483652" r:id="Rc4d34ce73eb74c96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9e2bbb71834f2b" /><Relationship Type="http://schemas.openxmlformats.org/officeDocument/2006/relationships/notesSlide" Target="/ppt/notesSlides/notesSlide1.xml" Id="R0bc62167682448b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ac531d75a704788" /><Relationship Type="http://schemas.openxmlformats.org/officeDocument/2006/relationships/image" Target="/ppt/media/image6.png" Id="R7c52dd09d14c4c63" /><Relationship Type="http://schemas.openxmlformats.org/officeDocument/2006/relationships/notesSlide" Target="/ppt/notesSlides/notesSlide2.xml" Id="R4e80e2f29687402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409a4d7ebd94e2c" /><Relationship Type="http://schemas.openxmlformats.org/officeDocument/2006/relationships/image" Target="/ppt/media/image7.png" Id="R8a4ad8eeacb64730" /><Relationship Type="http://schemas.openxmlformats.org/officeDocument/2006/relationships/notesSlide" Target="/ppt/notesSlides/notesSlide3.xml" Id="R6999c86d0e30488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dad0d7026b3455c" /><Relationship Type="http://schemas.openxmlformats.org/officeDocument/2006/relationships/image" Target="/ppt/media/image8.png" Id="R823ec0b6671b4e6e" /><Relationship Type="http://schemas.openxmlformats.org/officeDocument/2006/relationships/notesSlide" Target="/ppt/notesSlides/notesSlide4.xml" Id="R6df6edaf9e30456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4c4de69482740ca" /><Relationship Type="http://schemas.openxmlformats.org/officeDocument/2006/relationships/image" Target="/ppt/media/image9.png" Id="Rd434ee918631414c" /><Relationship Type="http://schemas.openxmlformats.org/officeDocument/2006/relationships/notesSlide" Target="/ppt/notesSlides/notesSlide5.xml" Id="R21fbc90f46c9455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57b74f7a502447e" /><Relationship Type="http://schemas.openxmlformats.org/officeDocument/2006/relationships/image" Target="/ppt/media/image10.png" Id="R1dbfe4fd2450464c" /><Relationship Type="http://schemas.openxmlformats.org/officeDocument/2006/relationships/notesSlide" Target="/ppt/notesSlides/notesSlide6.xml" Id="R6c003e8793f1471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32d8b3ab08e4b3e" /><Relationship Type="http://schemas.openxmlformats.org/officeDocument/2006/relationships/image" Target="/ppt/media/image11.png" Id="Rdd0913a507704464" /><Relationship Type="http://schemas.openxmlformats.org/officeDocument/2006/relationships/notesSlide" Target="/ppt/notesSlides/notesSlide7.xml" Id="R1db5866921f84f5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c9dab5f416741d3" /><Relationship Type="http://schemas.openxmlformats.org/officeDocument/2006/relationships/image" Target="/ppt/media/image12.png" Id="Rabbabfbc621d43d9" /><Relationship Type="http://schemas.openxmlformats.org/officeDocument/2006/relationships/notesSlide" Target="/ppt/notesSlides/notesSlide8.xml" Id="R65862dd26d8b43e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bf70699bddc48a7" /><Relationship Type="http://schemas.openxmlformats.org/officeDocument/2006/relationships/image" Target="/ppt/media/image13.png" Id="Rca721d568c454ea9" /><Relationship Type="http://schemas.openxmlformats.org/officeDocument/2006/relationships/notesSlide" Target="/ppt/notesSlides/notesSlide9.xml" Id="Rda52d27eac6243d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fe2a25506a44295" /><Relationship Type="http://schemas.openxmlformats.org/officeDocument/2006/relationships/image" Target="/ppt/media/image14.png" Id="R3fa5fc555ac04457" /><Relationship Type="http://schemas.openxmlformats.org/officeDocument/2006/relationships/notesSlide" Target="/ppt/notesSlides/notesSlide10.xml" Id="R8b7c5e0b255449b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dd1bf89100b4311" /><Relationship Type="http://schemas.openxmlformats.org/officeDocument/2006/relationships/image" Target="/ppt/media/image15.png" Id="Rfa8b9d2a9e294971" /><Relationship Type="http://schemas.openxmlformats.org/officeDocument/2006/relationships/notesSlide" Target="/ppt/notesSlides/notesSlide11.xml" Id="R526338310a774d2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6eed340d037431a" /><Relationship Type="http://schemas.openxmlformats.org/officeDocument/2006/relationships/image" Target="/ppt/media/image16.png" Id="R3b0dbab70c444cf4" /><Relationship Type="http://schemas.openxmlformats.org/officeDocument/2006/relationships/notesSlide" Target="/ppt/notesSlides/notesSlide12.xml" Id="R4d6b8eb565b44c7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0aa826da6e641b1" /><Relationship Type="http://schemas.openxmlformats.org/officeDocument/2006/relationships/image" Target="/ppt/media/image17.png" Id="R82af8b339a0d44b6" /><Relationship Type="http://schemas.openxmlformats.org/officeDocument/2006/relationships/notesSlide" Target="/ppt/notesSlides/notesSlide13.xml" Id="R12128d9c0d0d49a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921298f26b54902" /><Relationship Type="http://schemas.openxmlformats.org/officeDocument/2006/relationships/image" Target="/ppt/media/image18.png" Id="R2c130e8240ed435a" /><Relationship Type="http://schemas.openxmlformats.org/officeDocument/2006/relationships/notesSlide" Target="/ppt/notesSlides/notesSlide14.xml" Id="R35dfb574761c41c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fa2045648ef4cb6" /><Relationship Type="http://schemas.openxmlformats.org/officeDocument/2006/relationships/image" Target="/ppt/media/image19.png" Id="Rfbea582486634573" /><Relationship Type="http://schemas.openxmlformats.org/officeDocument/2006/relationships/notesSlide" Target="/ppt/notesSlides/notesSlide15.xml" Id="R28588d58156848d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095b148a99e42e6" /><Relationship Type="http://schemas.openxmlformats.org/officeDocument/2006/relationships/image" Target="/ppt/media/image20.png" Id="R1c8ca9165f604306" /><Relationship Type="http://schemas.openxmlformats.org/officeDocument/2006/relationships/notesSlide" Target="/ppt/notesSlides/notesSlide16.xml" Id="R51f80e456709421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9c7e42cbd1f4c26" /><Relationship Type="http://schemas.openxmlformats.org/officeDocument/2006/relationships/image" Target="/ppt/media/image21.png" Id="R56066a86c7bf48ec" /><Relationship Type="http://schemas.openxmlformats.org/officeDocument/2006/relationships/notesSlide" Target="/ppt/notesSlides/notesSlide17.xml" Id="Reca1ed7272e643f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4150693f5764556" /><Relationship Type="http://schemas.openxmlformats.org/officeDocument/2006/relationships/image" Target="/ppt/media/image22.png" Id="R3296ea45d60c45b2" /><Relationship Type="http://schemas.openxmlformats.org/officeDocument/2006/relationships/notesSlide" Target="/ppt/notesSlides/notesSlide18.xml" Id="R57f2de4d31b246f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7b1b40a3a224e22" /><Relationship Type="http://schemas.openxmlformats.org/officeDocument/2006/relationships/image" Target="/ppt/media/image23.png" Id="Re566882fd7e244ca" /><Relationship Type="http://schemas.openxmlformats.org/officeDocument/2006/relationships/notesSlide" Target="/ppt/notesSlides/notesSlide19.xml" Id="Rbe782d739302440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37c4298d52f4b1e" /><Relationship Type="http://schemas.openxmlformats.org/officeDocument/2006/relationships/image" Target="/ppt/media/image24.png" Id="R3db3761ef99e4f3c" /><Relationship Type="http://schemas.openxmlformats.org/officeDocument/2006/relationships/notesSlide" Target="/ppt/notesSlides/notesSlide20.xml" Id="R85c790e3e12e4f1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1698D383-E450-42E0-8CAE-F57449127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9906000" cy="1647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3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3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第11讲 实验自动化与 AutoResearch 循环</a:t>
            </a: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从一次受限执行到冻结运行队列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351FED7B-F2ED-45E1-AF94-972E9E104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52dd09d14c4c63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5E860BAC-ECE1-445F-8F28-2A0B3683C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从一次受限执行到冻结运行队列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F799280E-E700-4B73-90A3-33B629752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来源：lesson-11/slides.md；课程工件与讲义见 speaker notes</a:t>
            </a:r>
          </a:p>
        </p:txBody>
      </p:sp>
      <p:sp>
        <p:nvSpPr>
          <p:cNvPr id="10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217EDAC9-2047-4F9D-8FAC-3D105C4BB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05150"/>
            <a:ext cx="1714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1" name="chain-0">
            <a:extLst xmlns:a="http://schemas.openxmlformats.org/drawingml/2006/main">
              <a:ext uri="{FF2B5EF4-FFF2-40B4-BE49-F238E27FC236}">
                <a16:creationId xmlns:a16="http://schemas.microsoft.com/office/drawing/2014/main" id="{54EE1F02-75C3-47A5-BC50-3D800E2B6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task-01</a:t>
            </a:r>
          </a:p>
        </p:txBody>
      </p:sp>
      <p:sp>
        <p:nvSpPr>
          <p:cNvPr id="12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CD9E4C4F-1754-4676-994C-49CCF4B20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552700"/>
            <a:ext cx="127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chain-sub-0">
            <a:extLst xmlns:a="http://schemas.openxmlformats.org/drawingml/2006/main">
              <a:ext uri="{FF2B5EF4-FFF2-40B4-BE49-F238E27FC236}">
                <a16:creationId xmlns:a16="http://schemas.microsoft.com/office/drawing/2014/main" id="{560E037C-2643-4927-8A5D-D7B585A15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57550"/>
            <a:ext cx="1714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契约 + diff</a:t>
            </a:r>
          </a:p>
        </p:txBody>
      </p:sp>
      <p:sp>
        <p:nvSpPr>
          <p:cNvPr id="14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6E89C65D-AFEA-4B39-BEFB-66879DA70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1250" y="3105150"/>
            <a:ext cx="1714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5" name="chain-1">
            <a:extLst xmlns:a="http://schemas.openxmlformats.org/drawingml/2006/main">
              <a:ext uri="{FF2B5EF4-FFF2-40B4-BE49-F238E27FC236}">
                <a16:creationId xmlns:a16="http://schemas.microsoft.com/office/drawing/2014/main" id="{01117F50-DFAB-4587-A1AD-39EA3B452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1250" y="2381250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run-001</a:t>
            </a:r>
          </a:p>
        </p:txBody>
      </p:sp>
      <p:sp>
        <p:nvSpPr>
          <p:cNvPr id="16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8C8B86CA-D1FF-4293-AD37-1ADB885A9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5750" y="2552700"/>
            <a:ext cx="127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chain-sub-1">
            <a:extLst xmlns:a="http://schemas.openxmlformats.org/drawingml/2006/main">
              <a:ext uri="{FF2B5EF4-FFF2-40B4-BE49-F238E27FC236}">
                <a16:creationId xmlns:a16="http://schemas.microsoft.com/office/drawing/2014/main" id="{1388CF72-B830-4BA0-B06C-183D3C68B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1250" y="3257550"/>
            <a:ext cx="1714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正常</a:t>
            </a:r>
          </a:p>
        </p:txBody>
      </p:sp>
      <p:sp>
        <p:nvSpPr>
          <p:cNvPr id="18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BFCC3EEC-F872-40B0-9C0F-1EE473A09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5750" y="3105150"/>
            <a:ext cx="1714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9" name="chain-2">
            <a:extLst xmlns:a="http://schemas.openxmlformats.org/drawingml/2006/main">
              <a:ext uri="{FF2B5EF4-FFF2-40B4-BE49-F238E27FC236}">
                <a16:creationId xmlns:a16="http://schemas.microsoft.com/office/drawing/2014/main" id="{A5C9FFF0-74D9-497C-B8F6-940EBB93A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5750" y="2381250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run-002</a:t>
            </a:r>
          </a:p>
        </p:txBody>
      </p:sp>
      <p:sp>
        <p:nvSpPr>
          <p:cNvPr id="20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D1A40D5D-0974-450A-9F95-5E99AF562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0250" y="2552700"/>
            <a:ext cx="127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1" name="chain-sub-2">
            <a:extLst xmlns:a="http://schemas.openxmlformats.org/drawingml/2006/main">
              <a:ext uri="{FF2B5EF4-FFF2-40B4-BE49-F238E27FC236}">
                <a16:creationId xmlns:a16="http://schemas.microsoft.com/office/drawing/2014/main" id="{D2A79B20-151C-43BE-8F63-487A63F61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5750" y="3257550"/>
            <a:ext cx="1714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无改善</a:t>
            </a:r>
          </a:p>
        </p:txBody>
      </p:sp>
      <p:sp>
        <p:nvSpPr>
          <p:cNvPr id="22" name="chain-line-3">
            <a:extLst xmlns:a="http://schemas.openxmlformats.org/drawingml/2006/main">
              <a:ext uri="{FF2B5EF4-FFF2-40B4-BE49-F238E27FC236}">
                <a16:creationId xmlns:a16="http://schemas.microsoft.com/office/drawing/2014/main" id="{10A766F6-29C1-471B-9956-C96341987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105150"/>
            <a:ext cx="1714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sp>
        <p:nvSpPr>
          <p:cNvPr id="23" name="chain-3">
            <a:extLst xmlns:a="http://schemas.openxmlformats.org/drawingml/2006/main">
              <a:ext uri="{FF2B5EF4-FFF2-40B4-BE49-F238E27FC236}">
                <a16:creationId xmlns:a16="http://schemas.microsoft.com/office/drawing/2014/main" id="{A7131901-BE9B-4911-BFEB-7CF271EB5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381250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run-003</a:t>
            </a:r>
          </a:p>
        </p:txBody>
      </p:sp>
      <p:sp>
        <p:nvSpPr>
          <p:cNvPr id="24" name="chain-sub-3">
            <a:extLst xmlns:a="http://schemas.openxmlformats.org/drawingml/2006/main">
              <a:ext uri="{FF2B5EF4-FFF2-40B4-BE49-F238E27FC236}">
                <a16:creationId xmlns:a16="http://schemas.microsoft.com/office/drawing/2014/main" id="{C71006C8-88D2-482B-9DAB-5C24AB80D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57550"/>
            <a:ext cx="1714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失败保留</a:t>
            </a:r>
          </a:p>
        </p:txBody>
      </p:sp>
      <p:sp>
        <p:nvSpPr>
          <p:cNvPr id="25" name="gaps">
            <a:extLst xmlns:a="http://schemas.openxmlformats.org/drawingml/2006/main">
              <a:ext uri="{FF2B5EF4-FFF2-40B4-BE49-F238E27FC236}">
                <a16:creationId xmlns:a16="http://schemas.microsoft.com/office/drawing/2014/main" id="{544C62F5-16F2-4CA4-AEF4-3A8600765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286250"/>
            <a:ext cx="8191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6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循环还缺：固定指标｜预算｜停止条件｜回退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本课形成三件可交给第 12 课的工件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72CE762E-758E-4684-A82E-BB5390AEB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4ad8eeacb64730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ECB0A77E-C355-402A-B450-E0686328B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本课形成三件可交给第 12 课的工件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DC6D4ABE-25E0-4566-ABE4-24A486AC1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来源：lesson-11/slides.md；课程工件与讲义见 speaker notes</a:t>
            </a:r>
          </a:p>
        </p:txBody>
      </p:sp>
      <p:sp>
        <p:nvSpPr>
          <p:cNvPr id="10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3EAA5851-C628-4A3C-83A5-620E95443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19400"/>
            <a:ext cx="2381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1" name="chain-0">
            <a:extLst xmlns:a="http://schemas.openxmlformats.org/drawingml/2006/main">
              <a:ext uri="{FF2B5EF4-FFF2-40B4-BE49-F238E27FC236}">
                <a16:creationId xmlns:a16="http://schemas.microsoft.com/office/drawing/2014/main" id="{AA34558A-F818-4D1A-B5B0-FC935E02C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09550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受限循环说明</a:t>
            </a:r>
          </a:p>
        </p:txBody>
      </p:sp>
      <p:sp>
        <p:nvSpPr>
          <p:cNvPr id="12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83DF5567-D1C4-4428-B864-3141425C0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266950"/>
            <a:ext cx="114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chain-sub-0">
            <a:extLst xmlns:a="http://schemas.openxmlformats.org/drawingml/2006/main">
              <a:ext uri="{FF2B5EF4-FFF2-40B4-BE49-F238E27FC236}">
                <a16:creationId xmlns:a16="http://schemas.microsoft.com/office/drawing/2014/main" id="{358F8E81-288D-4A48-875A-B88F0D962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9718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固定指标 / 预算 / 停止 / 回退</a:t>
            </a:r>
          </a:p>
        </p:txBody>
      </p:sp>
      <p:sp>
        <p:nvSpPr>
          <p:cNvPr id="14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711F76E0-5CFE-403A-B46E-A1FA5D266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819400"/>
            <a:ext cx="2381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5" name="chain-1">
            <a:extLst xmlns:a="http://schemas.openxmlformats.org/drawingml/2006/main">
              <a:ext uri="{FF2B5EF4-FFF2-40B4-BE49-F238E27FC236}">
                <a16:creationId xmlns:a16="http://schemas.microsoft.com/office/drawing/2014/main" id="{0E674618-AF86-4675-AFB7-3CC4FF093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09550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三种运行 trace</a:t>
            </a:r>
          </a:p>
        </p:txBody>
      </p:sp>
      <p:sp>
        <p:nvSpPr>
          <p:cNvPr id="16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855CE9E7-BBEE-4599-8D91-77379D61B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266950"/>
            <a:ext cx="114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chain-sub-1">
            <a:extLst xmlns:a="http://schemas.openxmlformats.org/drawingml/2006/main">
              <a:ext uri="{FF2B5EF4-FFF2-40B4-BE49-F238E27FC236}">
                <a16:creationId xmlns:a16="http://schemas.microsoft.com/office/drawing/2014/main" id="{10C01102-E5E3-49CC-B64D-75ECE2D03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9718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正常 / 无改善 / 失败</a:t>
            </a:r>
          </a:p>
        </p:txBody>
      </p:sp>
      <p:sp>
        <p:nvSpPr>
          <p:cNvPr id="18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3C840F29-AB3D-4D31-9A65-4E6F95ED4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819400"/>
            <a:ext cx="2381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9" name="chain-2">
            <a:extLst xmlns:a="http://schemas.openxmlformats.org/drawingml/2006/main">
              <a:ext uri="{FF2B5EF4-FFF2-40B4-BE49-F238E27FC236}">
                <a16:creationId xmlns:a16="http://schemas.microsoft.com/office/drawing/2014/main" id="{4D34B5E8-2B6F-4730-9F6B-25151FDFD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09550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四约束短分析</a:t>
            </a:r>
          </a:p>
        </p:txBody>
      </p:sp>
      <p:sp>
        <p:nvSpPr>
          <p:cNvPr id="20" name="chain-sub-2">
            <a:extLst xmlns:a="http://schemas.openxmlformats.org/drawingml/2006/main">
              <a:ext uri="{FF2B5EF4-FFF2-40B4-BE49-F238E27FC236}">
                <a16:creationId xmlns:a16="http://schemas.microsoft.com/office/drawing/2014/main" id="{908331F4-47EF-411B-BE18-517F7C8F7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9718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何处仍需人工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循环五步与 Keep / Discard 分支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81E30CAD-0711-486F-966A-D2EC17E4D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3ec0b6671b4e6e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DB165109-B26C-41BA-931D-693891B24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循环五步与 Keep / Discard 分支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FBF3CCF1-47D4-45E7-B915-84B7C9489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来源：lesson-11/slides.md；课程工件与讲义见 speaker notes</a:t>
            </a:r>
          </a:p>
        </p:txBody>
      </p:sp>
      <p:sp>
        <p:nvSpPr>
          <p:cNvPr id="10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6ABACD04-631B-46AD-A456-D11529728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28900"/>
            <a:ext cx="16668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1" name="chain-0">
            <a:extLst xmlns:a="http://schemas.openxmlformats.org/drawingml/2006/main">
              <a:ext uri="{FF2B5EF4-FFF2-40B4-BE49-F238E27FC236}">
                <a16:creationId xmlns:a16="http://schemas.microsoft.com/office/drawing/2014/main" id="{1060E9AE-C28E-4526-8C0F-458117F04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05000"/>
            <a:ext cx="1666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假设</a:t>
            </a:r>
          </a:p>
        </p:txBody>
      </p:sp>
      <p:sp>
        <p:nvSpPr>
          <p:cNvPr id="12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C883ABA9-47A5-497D-B4F6-69B1DA14E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076450"/>
            <a:ext cx="583406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chain-sub-0">
            <a:extLst xmlns:a="http://schemas.openxmlformats.org/drawingml/2006/main">
              <a:ext uri="{FF2B5EF4-FFF2-40B4-BE49-F238E27FC236}">
                <a16:creationId xmlns:a16="http://schemas.microsoft.com/office/drawing/2014/main" id="{7D6965FC-69B5-4AEA-829E-B1FC7FDA6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81300"/>
            <a:ext cx="1666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运行前写明</a:t>
            </a:r>
          </a:p>
        </p:txBody>
      </p:sp>
      <p:sp>
        <p:nvSpPr>
          <p:cNvPr id="14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E029D8ED-3825-4C6F-97A8-EF475EF18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7031" y="2628900"/>
            <a:ext cx="16668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5" name="chain-1">
            <a:extLst xmlns:a="http://schemas.openxmlformats.org/drawingml/2006/main">
              <a:ext uri="{FF2B5EF4-FFF2-40B4-BE49-F238E27FC236}">
                <a16:creationId xmlns:a16="http://schemas.microsoft.com/office/drawing/2014/main" id="{B05A9355-E258-40EE-92E0-7391A82CF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7031" y="1905000"/>
            <a:ext cx="1666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运行</a:t>
            </a:r>
          </a:p>
        </p:txBody>
      </p:sp>
      <p:sp>
        <p:nvSpPr>
          <p:cNvPr id="16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EE9AA43C-A6BB-4242-9D4F-F0EC990F4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3906" y="2076450"/>
            <a:ext cx="583406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chain-sub-1">
            <a:extLst xmlns:a="http://schemas.openxmlformats.org/drawingml/2006/main">
              <a:ext uri="{FF2B5EF4-FFF2-40B4-BE49-F238E27FC236}">
                <a16:creationId xmlns:a16="http://schemas.microsoft.com/office/drawing/2014/main" id="{BB5B1C7B-6E79-4FAB-8675-99DDA0CA0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7031" y="2781300"/>
            <a:ext cx="1666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冻结配置</a:t>
            </a:r>
          </a:p>
        </p:txBody>
      </p:sp>
      <p:sp>
        <p:nvSpPr>
          <p:cNvPr id="18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9EC11A9B-EAC9-4E33-B26E-BD1E3E395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7313" y="2628900"/>
            <a:ext cx="16668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9" name="chain-2">
            <a:extLst xmlns:a="http://schemas.openxmlformats.org/drawingml/2006/main">
              <a:ext uri="{FF2B5EF4-FFF2-40B4-BE49-F238E27FC236}">
                <a16:creationId xmlns:a16="http://schemas.microsoft.com/office/drawing/2014/main" id="{12DA2A5F-3604-4A2A-BFF1-90BA93945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7313" y="1905000"/>
            <a:ext cx="1666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度量</a:t>
            </a:r>
          </a:p>
        </p:txBody>
      </p:sp>
      <p:sp>
        <p:nvSpPr>
          <p:cNvPr id="20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F09E4742-E700-425C-BBBA-D30171922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4188" y="2076450"/>
            <a:ext cx="583406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1" name="chain-sub-2">
            <a:extLst xmlns:a="http://schemas.openxmlformats.org/drawingml/2006/main">
              <a:ext uri="{FF2B5EF4-FFF2-40B4-BE49-F238E27FC236}">
                <a16:creationId xmlns:a16="http://schemas.microsoft.com/office/drawing/2014/main" id="{A8C32085-20BC-4D32-8D0D-2256E3B68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7313" y="2781300"/>
            <a:ext cx="1666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指标不可改</a:t>
            </a:r>
          </a:p>
        </p:txBody>
      </p:sp>
      <p:sp>
        <p:nvSpPr>
          <p:cNvPr id="22" name="chain-line-3">
            <a:extLst xmlns:a="http://schemas.openxmlformats.org/drawingml/2006/main">
              <a:ext uri="{FF2B5EF4-FFF2-40B4-BE49-F238E27FC236}">
                <a16:creationId xmlns:a16="http://schemas.microsoft.com/office/drawing/2014/main" id="{FD004BBF-D014-4255-A566-471D5BDF7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7594" y="2628900"/>
            <a:ext cx="16668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3" name="chain-3">
            <a:extLst xmlns:a="http://schemas.openxmlformats.org/drawingml/2006/main">
              <a:ext uri="{FF2B5EF4-FFF2-40B4-BE49-F238E27FC236}">
                <a16:creationId xmlns:a16="http://schemas.microsoft.com/office/drawing/2014/main" id="{812DB370-F3B9-4615-B2E3-50354E593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7594" y="1905000"/>
            <a:ext cx="1666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评价</a:t>
            </a:r>
          </a:p>
        </p:txBody>
      </p:sp>
      <p:sp>
        <p:nvSpPr>
          <p:cNvPr id="24" name="chain-arrow-3">
            <a:extLst xmlns:a="http://schemas.openxmlformats.org/drawingml/2006/main">
              <a:ext uri="{FF2B5EF4-FFF2-40B4-BE49-F238E27FC236}">
                <a16:creationId xmlns:a16="http://schemas.microsoft.com/office/drawing/2014/main" id="{477CA584-2010-4992-A31A-D84E81905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4469" y="2076450"/>
            <a:ext cx="583406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5" name="chain-sub-3">
            <a:extLst xmlns:a="http://schemas.openxmlformats.org/drawingml/2006/main">
              <a:ext uri="{FF2B5EF4-FFF2-40B4-BE49-F238E27FC236}">
                <a16:creationId xmlns:a16="http://schemas.microsoft.com/office/drawing/2014/main" id="{E35172CD-951E-41BA-B707-1778CD729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7594" y="2781300"/>
            <a:ext cx="1666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人工判断</a:t>
            </a:r>
          </a:p>
        </p:txBody>
      </p:sp>
      <p:sp>
        <p:nvSpPr>
          <p:cNvPr id="26" name="chain-line-4">
            <a:extLst xmlns:a="http://schemas.openxmlformats.org/drawingml/2006/main">
              <a:ext uri="{FF2B5EF4-FFF2-40B4-BE49-F238E27FC236}">
                <a16:creationId xmlns:a16="http://schemas.microsoft.com/office/drawing/2014/main" id="{9EC58F0B-8547-4B71-9490-E6625AF9B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2628900"/>
            <a:ext cx="16668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6510"/>
          </a:solidFill>
          <a:ln xmlns:a="http://schemas.openxmlformats.org/drawingml/2006/main" w="0">
            <a:noFill/>
          </a:ln>
        </p:spPr>
      </p:sp>
      <p:sp>
        <p:nvSpPr>
          <p:cNvPr id="27" name="chain-4">
            <a:extLst xmlns:a="http://schemas.openxmlformats.org/drawingml/2006/main">
              <a:ext uri="{FF2B5EF4-FFF2-40B4-BE49-F238E27FC236}">
                <a16:creationId xmlns:a16="http://schemas.microsoft.com/office/drawing/2014/main" id="{93B4C766-2240-4D9D-BB7F-020E6EE04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1905000"/>
            <a:ext cx="1666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Keep / Discard</a:t>
            </a:r>
          </a:p>
        </p:txBody>
      </p:sp>
      <p:sp>
        <p:nvSpPr>
          <p:cNvPr id="28" name="chain-sub-4">
            <a:extLst xmlns:a="http://schemas.openxmlformats.org/drawingml/2006/main">
              <a:ext uri="{FF2B5EF4-FFF2-40B4-BE49-F238E27FC236}">
                <a16:creationId xmlns:a16="http://schemas.microsoft.com/office/drawing/2014/main" id="{6D3AA4C7-1818-4487-9A6B-843C00EC9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2781300"/>
            <a:ext cx="1666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回写或回退</a:t>
            </a:r>
          </a:p>
        </p:txBody>
      </p:sp>
      <p:sp>
        <p:nvSpPr>
          <p:cNvPr id="29" name="back">
            <a:extLst xmlns:a="http://schemas.openxmlformats.org/drawingml/2006/main">
              <a:ext uri="{FF2B5EF4-FFF2-40B4-BE49-F238E27FC236}">
                <a16:creationId xmlns:a16="http://schemas.microsoft.com/office/drawing/2014/main" id="{3E5BCB12-9AA4-415F-BE7F-E0BF8B8C1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333875"/>
            <a:ext cx="8382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Discard 回到冻结假设与配置；失败日志留在账本中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适用边界取决于重复性与判断风险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66ACE150-CFA0-4BD2-B7B4-ABFBB48DE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34ee918631414c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55FEC14A-8AFF-407E-A9A7-6906ABEDD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适用边界取决于重复性与判断风险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91760A78-1B90-4BAC-B5CF-580920B00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来源：lesson-11/slides.md；课程工件与讲义见 speaker notes</a:t>
            </a:r>
          </a:p>
        </p:txBody>
      </p:sp>
      <p:sp>
        <p:nvSpPr>
          <p:cNvPr id="10" name="left-h">
            <a:extLst xmlns:a="http://schemas.openxmlformats.org/drawingml/2006/main">
              <a:ext uri="{FF2B5EF4-FFF2-40B4-BE49-F238E27FC236}">
                <a16:creationId xmlns:a16="http://schemas.microsoft.com/office/drawing/2014/main" id="{3D7360FE-9CA9-442A-9F8A-927758CAE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适合受限循环</a:t>
            </a:r>
          </a:p>
        </p:txBody>
      </p:sp>
      <p:sp>
        <p:nvSpPr>
          <p:cNvPr id="11" name="right-h">
            <a:extLst xmlns:a="http://schemas.openxmlformats.org/drawingml/2006/main">
              <a:ext uri="{FF2B5EF4-FFF2-40B4-BE49-F238E27FC236}">
                <a16:creationId xmlns:a16="http://schemas.microsoft.com/office/drawing/2014/main" id="{6A53C637-0FE2-48D0-93C4-737C9120C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47637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保留人工主导</a:t>
            </a:r>
          </a:p>
        </p:txBody>
      </p:sp>
      <p:sp>
        <p:nvSpPr>
          <p:cNvPr id="12" name="split">
            <a:extLst xmlns:a="http://schemas.openxmlformats.org/drawingml/2006/main">
              <a:ext uri="{FF2B5EF4-FFF2-40B4-BE49-F238E27FC236}">
                <a16:creationId xmlns:a16="http://schemas.microsoft.com/office/drawing/2014/main" id="{B2D61171-0EA8-4F5E-A3CE-BB09FD127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76375"/>
            <a:ext cx="95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3" name="list-64-217-0">
            <a:extLst xmlns:a="http://schemas.openxmlformats.org/drawingml/2006/main">
              <a:ext uri="{FF2B5EF4-FFF2-40B4-BE49-F238E27FC236}">
                <a16:creationId xmlns:a16="http://schemas.microsoft.com/office/drawing/2014/main" id="{CF32C691-93B5-4138-B4A7-14666C54C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669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输入输出明确</a:t>
            </a:r>
          </a:p>
        </p:txBody>
      </p:sp>
      <p:sp>
        <p:nvSpPr>
          <p:cNvPr id="14" name="list-64-217-1">
            <a:extLst xmlns:a="http://schemas.openxmlformats.org/drawingml/2006/main">
              <a:ext uri="{FF2B5EF4-FFF2-40B4-BE49-F238E27FC236}">
                <a16:creationId xmlns:a16="http://schemas.microsoft.com/office/drawing/2014/main" id="{30F4208E-DFC8-4D2B-A492-532F7564E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评价标准可预先固定</a:t>
            </a:r>
          </a:p>
        </p:txBody>
      </p:sp>
      <p:sp>
        <p:nvSpPr>
          <p:cNvPr id="15" name="list-64-217-2">
            <a:extLst xmlns:a="http://schemas.openxmlformats.org/drawingml/2006/main">
              <a:ext uri="{FF2B5EF4-FFF2-40B4-BE49-F238E27FC236}">
                <a16:creationId xmlns:a16="http://schemas.microsoft.com/office/drawing/2014/main" id="{93214113-C134-49C8-BF84-3431E5E94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813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失败可检测并回退</a:t>
            </a:r>
          </a:p>
        </p:txBody>
      </p:sp>
      <p:sp>
        <p:nvSpPr>
          <p:cNvPr id="16" name="list-64-217-3">
            <a:extLst xmlns:a="http://schemas.openxmlformats.org/drawingml/2006/main">
              <a:ext uri="{FF2B5EF4-FFF2-40B4-BE49-F238E27FC236}">
                <a16:creationId xmlns:a16="http://schemas.microsoft.com/office/drawing/2014/main" id="{789D5C3E-06F7-488E-AFC5-9CFF4965C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385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重复执行有价值</a:t>
            </a:r>
          </a:p>
        </p:txBody>
      </p:sp>
      <p:sp>
        <p:nvSpPr>
          <p:cNvPr id="17" name="list-696-217-0">
            <a:extLst xmlns:a="http://schemas.openxmlformats.org/drawingml/2006/main">
              <a:ext uri="{FF2B5EF4-FFF2-40B4-BE49-F238E27FC236}">
                <a16:creationId xmlns:a16="http://schemas.microsoft.com/office/drawing/2014/main" id="{AB295E3B-A8A4-4006-B596-D94AF61C8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0669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研究问题仍在形成</a:t>
            </a:r>
          </a:p>
        </p:txBody>
      </p:sp>
      <p:sp>
        <p:nvSpPr>
          <p:cNvPr id="18" name="list-696-217-1">
            <a:extLst xmlns:a="http://schemas.openxmlformats.org/drawingml/2006/main">
              <a:ext uri="{FF2B5EF4-FFF2-40B4-BE49-F238E27FC236}">
                <a16:creationId xmlns:a16="http://schemas.microsoft.com/office/drawing/2014/main" id="{6775B39B-5858-4015-8084-01E9398ED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5241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评价协议需要不断改写</a:t>
            </a:r>
          </a:p>
        </p:txBody>
      </p:sp>
      <p:sp>
        <p:nvSpPr>
          <p:cNvPr id="19" name="list-696-217-2">
            <a:extLst xmlns:a="http://schemas.openxmlformats.org/drawingml/2006/main">
              <a:ext uri="{FF2B5EF4-FFF2-40B4-BE49-F238E27FC236}">
                <a16:creationId xmlns:a16="http://schemas.microsoft.com/office/drawing/2014/main" id="{F711A956-8A6B-4DDF-ADDD-3C888E1AA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9813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涉及高风险外部动作</a:t>
            </a:r>
          </a:p>
        </p:txBody>
      </p:sp>
      <p:sp>
        <p:nvSpPr>
          <p:cNvPr id="20" name="list-696-217-3">
            <a:extLst xmlns:a="http://schemas.openxmlformats.org/drawingml/2006/main">
              <a:ext uri="{FF2B5EF4-FFF2-40B4-BE49-F238E27FC236}">
                <a16:creationId xmlns:a16="http://schemas.microsoft.com/office/drawing/2014/main" id="{652CCB98-3C6F-4620-A03C-A16F61BE1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4385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无法保留失败与审计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指标定义在循环启动前冻结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1382AAB8-72DC-417F-A4C1-7747B5BC2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bfe4fd2450464c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0D6A27B3-4275-4447-AECE-570F9053D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指标定义在循环启动前冻结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C5C2157C-3152-49AE-A53A-82B2DB940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来源：lesson-11/slides.md；课程工件与讲义见 speaker notes</a:t>
            </a:r>
          </a:p>
        </p:txBody>
      </p:sp>
      <p:sp>
        <p:nvSpPr>
          <p:cNvPr id="10" name="doc-8-bg">
            <a:extLst xmlns:a="http://schemas.openxmlformats.org/drawingml/2006/main">
              <a:ext uri="{FF2B5EF4-FFF2-40B4-BE49-F238E27FC236}">
                <a16:creationId xmlns:a16="http://schemas.microsoft.com/office/drawing/2014/main" id="{E4D9C28D-2A4E-4002-8E11-E15BB4302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6858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1" name="doc-8-title-bg">
            <a:extLst xmlns:a="http://schemas.openxmlformats.org/drawingml/2006/main">
              <a:ext uri="{FF2B5EF4-FFF2-40B4-BE49-F238E27FC236}">
                <a16:creationId xmlns:a16="http://schemas.microsoft.com/office/drawing/2014/main" id="{C82BF2A8-5991-47AD-A918-F8B487A8A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2" name="doc-8-title">
            <a:extLst xmlns:a="http://schemas.openxmlformats.org/drawingml/2006/main">
              <a:ext uri="{FF2B5EF4-FFF2-40B4-BE49-F238E27FC236}">
                <a16:creationId xmlns:a16="http://schemas.microsoft.com/office/drawing/2014/main" id="{014499E1-728E-434D-8278-3A7A12959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0175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metric.yaml｜v1.2</a:t>
            </a:r>
          </a:p>
        </p:txBody>
      </p:sp>
      <p:sp>
        <p:nvSpPr>
          <p:cNvPr id="13" name="doc-8-line-0">
            <a:extLst xmlns:a="http://schemas.openxmlformats.org/drawingml/2006/main">
              <a:ext uri="{FF2B5EF4-FFF2-40B4-BE49-F238E27FC236}">
                <a16:creationId xmlns:a16="http://schemas.microsoft.com/office/drawing/2014/main" id="{7F46D4C6-D14C-4056-86BF-50C496204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76425"/>
            <a:ext cx="6400800" cy="670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name: qualifying_condition_omission_rate</a:t>
            </a:r>
          </a:p>
        </p:txBody>
      </p:sp>
      <p:sp>
        <p:nvSpPr>
          <p:cNvPr id="14" name="doc-8-line-1">
            <a:extLst xmlns:a="http://schemas.openxmlformats.org/drawingml/2006/main">
              <a:ext uri="{FF2B5EF4-FFF2-40B4-BE49-F238E27FC236}">
                <a16:creationId xmlns:a16="http://schemas.microsoft.com/office/drawing/2014/main" id="{71C34D35-667B-4D15-83E5-4D70775A4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58415"/>
            <a:ext cx="6400800" cy="670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numerator: omitted_gold_conditions</a:t>
            </a:r>
          </a:p>
        </p:txBody>
      </p:sp>
      <p:sp>
        <p:nvSpPr>
          <p:cNvPr id="15" name="doc-8-line-2">
            <a:extLst xmlns:a="http://schemas.openxmlformats.org/drawingml/2006/main">
              <a:ext uri="{FF2B5EF4-FFF2-40B4-BE49-F238E27FC236}">
                <a16:creationId xmlns:a16="http://schemas.microsoft.com/office/drawing/2014/main" id="{55DA18A4-488C-48E3-90AA-4D231E642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40405"/>
            <a:ext cx="6400800" cy="670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denominator: gold_conditions</a:t>
            </a:r>
          </a:p>
        </p:txBody>
      </p:sp>
      <p:sp>
        <p:nvSpPr>
          <p:cNvPr id="16" name="doc-8-line-3">
            <a:extLst xmlns:a="http://schemas.openxmlformats.org/drawingml/2006/main">
              <a:ext uri="{FF2B5EF4-FFF2-40B4-BE49-F238E27FC236}">
                <a16:creationId xmlns:a16="http://schemas.microsoft.com/office/drawing/2014/main" id="{FC39F621-70AD-4EDD-B864-DA174E9DC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22395"/>
            <a:ext cx="6400800" cy="670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missing_output: count_as_omission</a:t>
            </a:r>
          </a:p>
        </p:txBody>
      </p:sp>
      <p:sp>
        <p:nvSpPr>
          <p:cNvPr id="17" name="doc-8-line-4">
            <a:extLst xmlns:a="http://schemas.openxmlformats.org/drawingml/2006/main">
              <a:ext uri="{FF2B5EF4-FFF2-40B4-BE49-F238E27FC236}">
                <a16:creationId xmlns:a16="http://schemas.microsoft.com/office/drawing/2014/main" id="{C9D96DE9-04F9-47AA-8996-94A1DAE60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04385"/>
            <a:ext cx="6400800" cy="670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rubric: human_gold_v1.2</a:t>
            </a:r>
          </a:p>
        </p:txBody>
      </p:sp>
      <p:sp>
        <p:nvSpPr>
          <p:cNvPr id="18" name="locked">
            <a:extLst xmlns:a="http://schemas.openxmlformats.org/drawingml/2006/main">
              <a:ext uri="{FF2B5EF4-FFF2-40B4-BE49-F238E27FC236}">
                <a16:creationId xmlns:a16="http://schemas.microsoft.com/office/drawing/2014/main" id="{2BE0BC53-69D6-440E-9E20-9FF1661DC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00025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6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运行期间不可写</a:t>
            </a:r>
          </a:p>
        </p:txBody>
      </p:sp>
      <p:sp>
        <p:nvSpPr>
          <p:cNvPr id="19" name="list-850-300-0">
            <a:extLst xmlns:a="http://schemas.openxmlformats.org/drawingml/2006/main">
              <a:ext uri="{FF2B5EF4-FFF2-40B4-BE49-F238E27FC236}">
                <a16:creationId xmlns:a16="http://schemas.microsoft.com/office/drawing/2014/main" id="{C7E4D41D-E7D9-45D8-98DE-DC8912B32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8575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× 不能换更容易的指标</a:t>
            </a:r>
          </a:p>
        </p:txBody>
      </p:sp>
      <p:sp>
        <p:nvSpPr>
          <p:cNvPr id="20" name="list-850-300-1">
            <a:extLst xmlns:a="http://schemas.openxmlformats.org/drawingml/2006/main">
              <a:ext uri="{FF2B5EF4-FFF2-40B4-BE49-F238E27FC236}">
                <a16:creationId xmlns:a16="http://schemas.microsoft.com/office/drawing/2014/main" id="{D543FF52-BE59-43C8-8159-92ECA5DCD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3147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× 不能删除失败样本</a:t>
            </a:r>
          </a:p>
        </p:txBody>
      </p:sp>
      <p:sp>
        <p:nvSpPr>
          <p:cNvPr id="21" name="list-850-300-2">
            <a:extLst xmlns:a="http://schemas.openxmlformats.org/drawingml/2006/main">
              <a:ext uri="{FF2B5EF4-FFF2-40B4-BE49-F238E27FC236}">
                <a16:creationId xmlns:a16="http://schemas.microsoft.com/office/drawing/2014/main" id="{B649C224-1380-4850-9E13-ABD517DFE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719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× 不能改变人工基准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预算与停止条件写进运行序列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7D40FB45-4A27-4052-BE7D-2DF0D8FF6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0913a507704464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69E283D8-7E9D-4581-A393-409DFEA5B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预算与停止条件写进运行序列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F5B8BBE2-108F-4A02-948C-E04C28F5B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来源：lesson-11/slides.md；课程工件与讲义见 speaker notes</a:t>
            </a:r>
          </a:p>
        </p:txBody>
      </p:sp>
      <p:sp>
        <p:nvSpPr>
          <p:cNvPr id="10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801F8F48-6111-4338-BD3C-D03FB693B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24150"/>
            <a:ext cx="16668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1" name="chain-0">
            <a:extLst xmlns:a="http://schemas.openxmlformats.org/drawingml/2006/main">
              <a:ext uri="{FF2B5EF4-FFF2-40B4-BE49-F238E27FC236}">
                <a16:creationId xmlns:a16="http://schemas.microsoft.com/office/drawing/2014/main" id="{E067003D-59F0-438D-8052-258E80D48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1666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启动</a:t>
            </a:r>
          </a:p>
        </p:txBody>
      </p:sp>
      <p:sp>
        <p:nvSpPr>
          <p:cNvPr id="12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11FA3E43-9439-4954-ADEB-5782B18B5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171700"/>
            <a:ext cx="583406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chain-sub-0">
            <a:extLst xmlns:a="http://schemas.openxmlformats.org/drawingml/2006/main">
              <a:ext uri="{FF2B5EF4-FFF2-40B4-BE49-F238E27FC236}">
                <a16:creationId xmlns:a16="http://schemas.microsoft.com/office/drawing/2014/main" id="{A489D1D1-8019-446A-8413-C059EBDA4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76550"/>
            <a:ext cx="1666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冻结承诺</a:t>
            </a:r>
          </a:p>
        </p:txBody>
      </p:sp>
      <p:sp>
        <p:nvSpPr>
          <p:cNvPr id="14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85E25FBF-FEAE-4CA8-AFDA-091294DFF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7031" y="2724150"/>
            <a:ext cx="16668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5" name="chain-1">
            <a:extLst xmlns:a="http://schemas.openxmlformats.org/drawingml/2006/main">
              <a:ext uri="{FF2B5EF4-FFF2-40B4-BE49-F238E27FC236}">
                <a16:creationId xmlns:a16="http://schemas.microsoft.com/office/drawing/2014/main" id="{F5E77D4E-AB41-475E-83C1-A53B74CF9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7031" y="2000250"/>
            <a:ext cx="1666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预算 1/3</a:t>
            </a:r>
          </a:p>
        </p:txBody>
      </p:sp>
      <p:sp>
        <p:nvSpPr>
          <p:cNvPr id="16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0044E86F-7586-4F3D-B5E0-88D05F217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3906" y="2171700"/>
            <a:ext cx="583406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chain-sub-1">
            <a:extLst xmlns:a="http://schemas.openxmlformats.org/drawingml/2006/main">
              <a:ext uri="{FF2B5EF4-FFF2-40B4-BE49-F238E27FC236}">
                <a16:creationId xmlns:a16="http://schemas.microsoft.com/office/drawing/2014/main" id="{3E7E5DBC-882E-4257-8D76-85B756443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7031" y="2876550"/>
            <a:ext cx="1666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调用 / token</a:t>
            </a:r>
          </a:p>
        </p:txBody>
      </p:sp>
      <p:sp>
        <p:nvSpPr>
          <p:cNvPr id="18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30D9CFD9-FAAC-49EC-AFCA-284908E42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7313" y="2724150"/>
            <a:ext cx="16668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9" name="chain-2">
            <a:extLst xmlns:a="http://schemas.openxmlformats.org/drawingml/2006/main">
              <a:ext uri="{FF2B5EF4-FFF2-40B4-BE49-F238E27FC236}">
                <a16:creationId xmlns:a16="http://schemas.microsoft.com/office/drawing/2014/main" id="{D83B89AB-3CBA-4F21-BCD9-098A3CDDD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7313" y="2000250"/>
            <a:ext cx="1666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预算 2/3</a:t>
            </a:r>
          </a:p>
        </p:txBody>
      </p:sp>
      <p:sp>
        <p:nvSpPr>
          <p:cNvPr id="20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1F11E412-1ACF-4481-A47B-010C5753C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4188" y="2171700"/>
            <a:ext cx="583406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1" name="chain-sub-2">
            <a:extLst xmlns:a="http://schemas.openxmlformats.org/drawingml/2006/main">
              <a:ext uri="{FF2B5EF4-FFF2-40B4-BE49-F238E27FC236}">
                <a16:creationId xmlns:a16="http://schemas.microsoft.com/office/drawing/2014/main" id="{951A7187-69B6-4A9D-8C3A-A4167343B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7313" y="2876550"/>
            <a:ext cx="1666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时间 / 运行数</a:t>
            </a:r>
          </a:p>
        </p:txBody>
      </p:sp>
      <p:sp>
        <p:nvSpPr>
          <p:cNvPr id="22" name="chain-line-3">
            <a:extLst xmlns:a="http://schemas.openxmlformats.org/drawingml/2006/main">
              <a:ext uri="{FF2B5EF4-FFF2-40B4-BE49-F238E27FC236}">
                <a16:creationId xmlns:a16="http://schemas.microsoft.com/office/drawing/2014/main" id="{17F01009-ECC0-4280-BC76-6EC998EF7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7594" y="2724150"/>
            <a:ext cx="16668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3" name="chain-3">
            <a:extLst xmlns:a="http://schemas.openxmlformats.org/drawingml/2006/main">
              <a:ext uri="{FF2B5EF4-FFF2-40B4-BE49-F238E27FC236}">
                <a16:creationId xmlns:a16="http://schemas.microsoft.com/office/drawing/2014/main" id="{DB6C1A3F-985E-4E20-BCE3-7E908048B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7594" y="2000250"/>
            <a:ext cx="1666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正常停止</a:t>
            </a:r>
          </a:p>
        </p:txBody>
      </p:sp>
      <p:sp>
        <p:nvSpPr>
          <p:cNvPr id="24" name="chain-arrow-3">
            <a:extLst xmlns:a="http://schemas.openxmlformats.org/drawingml/2006/main">
              <a:ext uri="{FF2B5EF4-FFF2-40B4-BE49-F238E27FC236}">
                <a16:creationId xmlns:a16="http://schemas.microsoft.com/office/drawing/2014/main" id="{ADFD486B-88F8-496F-A283-88FFC1223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4469" y="2171700"/>
            <a:ext cx="583406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5" name="chain-sub-3">
            <a:extLst xmlns:a="http://schemas.openxmlformats.org/drawingml/2006/main">
              <a:ext uri="{FF2B5EF4-FFF2-40B4-BE49-F238E27FC236}">
                <a16:creationId xmlns:a16="http://schemas.microsoft.com/office/drawing/2014/main" id="{6B1E7965-69F5-4A40-B87A-C9209DCCF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7594" y="2876550"/>
            <a:ext cx="1666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预算耗尽或稳定</a:t>
            </a:r>
          </a:p>
        </p:txBody>
      </p:sp>
      <p:sp>
        <p:nvSpPr>
          <p:cNvPr id="26" name="chain-line-4">
            <a:extLst xmlns:a="http://schemas.openxmlformats.org/drawingml/2006/main">
              <a:ext uri="{FF2B5EF4-FFF2-40B4-BE49-F238E27FC236}">
                <a16:creationId xmlns:a16="http://schemas.microsoft.com/office/drawing/2014/main" id="{D63D7A60-BB95-49D3-BAD8-72D458DDB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2724150"/>
            <a:ext cx="16668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sp>
        <p:nvSpPr>
          <p:cNvPr id="27" name="chain-4">
            <a:extLst xmlns:a="http://schemas.openxmlformats.org/drawingml/2006/main">
              <a:ext uri="{FF2B5EF4-FFF2-40B4-BE49-F238E27FC236}">
                <a16:creationId xmlns:a16="http://schemas.microsoft.com/office/drawing/2014/main" id="{A49A75BF-7110-4C6A-B5BC-25267CA06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2000250"/>
            <a:ext cx="1666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协议性停止</a:t>
            </a:r>
          </a:p>
        </p:txBody>
      </p:sp>
      <p:sp>
        <p:nvSpPr>
          <p:cNvPr id="28" name="chain-sub-4">
            <a:extLst xmlns:a="http://schemas.openxmlformats.org/drawingml/2006/main">
              <a:ext uri="{FF2B5EF4-FFF2-40B4-BE49-F238E27FC236}">
                <a16:creationId xmlns:a16="http://schemas.microsoft.com/office/drawing/2014/main" id="{A0E73DEE-FB8E-4B22-800D-14FA77C1C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2876550"/>
            <a:ext cx="1666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指标漂移 / 越权 / 数据异常</a:t>
            </a:r>
          </a:p>
        </p:txBody>
      </p:sp>
      <p:sp>
        <p:nvSpPr>
          <p:cNvPr id="29" name="stop">
            <a:extLst xmlns:a="http://schemas.openxmlformats.org/drawingml/2006/main">
              <a:ext uri="{FF2B5EF4-FFF2-40B4-BE49-F238E27FC236}">
                <a16:creationId xmlns:a16="http://schemas.microsoft.com/office/drawing/2014/main" id="{1D5CAA12-56F8-4E63-9142-D3AA99316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禁止触发：越权、评价协议变更、失败日志删除 → 立即停止并记录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回退到稳定配置，同时保留失败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C13017D8-AEE3-47D6-B729-ACC365305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babfbc621d43d9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DC697EB1-AF48-4F32-B0A5-A14B09559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回退到稳定配置，同时保留失败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DAFDFE25-F481-47E6-B5A6-93CAED52D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来源：lesson-11/slides.md；课程工件与讲义见 speaker notes</a:t>
            </a:r>
          </a:p>
        </p:txBody>
      </p:sp>
      <p:sp>
        <p:nvSpPr>
          <p:cNvPr id="10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4792FEBA-2BFA-4CAC-8A59-F44318FF7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71775"/>
            <a:ext cx="18573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1" name="chain-0">
            <a:extLst xmlns:a="http://schemas.openxmlformats.org/drawingml/2006/main">
              <a:ext uri="{FF2B5EF4-FFF2-40B4-BE49-F238E27FC236}">
                <a16:creationId xmlns:a16="http://schemas.microsoft.com/office/drawing/2014/main" id="{896FFFD9-61CE-4FF8-AEAD-EFFC2E39E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47875"/>
            <a:ext cx="1857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stable-config</a:t>
            </a:r>
          </a:p>
        </p:txBody>
      </p:sp>
      <p:sp>
        <p:nvSpPr>
          <p:cNvPr id="12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AC98EA64-A850-4673-8ED2-DC98667AB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2219325"/>
            <a:ext cx="95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chain-sub-0">
            <a:extLst xmlns:a="http://schemas.openxmlformats.org/drawingml/2006/main">
              <a:ext uri="{FF2B5EF4-FFF2-40B4-BE49-F238E27FC236}">
                <a16:creationId xmlns:a16="http://schemas.microsoft.com/office/drawing/2014/main" id="{A611D1FF-626F-42C7-96A0-071CD8CE9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24175"/>
            <a:ext cx="1857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冻结基线</a:t>
            </a:r>
          </a:p>
        </p:txBody>
      </p:sp>
      <p:sp>
        <p:nvSpPr>
          <p:cNvPr id="14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856AD377-167B-4323-A503-1FA13B395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771775"/>
            <a:ext cx="18573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5" name="chain-1">
            <a:extLst xmlns:a="http://schemas.openxmlformats.org/drawingml/2006/main">
              <a:ext uri="{FF2B5EF4-FFF2-40B4-BE49-F238E27FC236}">
                <a16:creationId xmlns:a16="http://schemas.microsoft.com/office/drawing/2014/main" id="{368E9D07-DB99-40F2-85BB-C56F7AF56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047875"/>
            <a:ext cx="1857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candidate-run</a:t>
            </a:r>
          </a:p>
        </p:txBody>
      </p:sp>
      <p:sp>
        <p:nvSpPr>
          <p:cNvPr id="16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0757C7EB-8E78-4A86-A7B5-CC96D685B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219325"/>
            <a:ext cx="95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chain-sub-1">
            <a:extLst xmlns:a="http://schemas.openxmlformats.org/drawingml/2006/main">
              <a:ext uri="{FF2B5EF4-FFF2-40B4-BE49-F238E27FC236}">
                <a16:creationId xmlns:a16="http://schemas.microsoft.com/office/drawing/2014/main" id="{7E032C41-4CB4-4837-A920-F7021171C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924175"/>
            <a:ext cx="1857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保持同一指标</a:t>
            </a:r>
          </a:p>
        </p:txBody>
      </p:sp>
      <p:sp>
        <p:nvSpPr>
          <p:cNvPr id="18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42433855-5D5A-4A3C-8347-8C57F5957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71775"/>
            <a:ext cx="18573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9" name="chain-2">
            <a:extLst xmlns:a="http://schemas.openxmlformats.org/drawingml/2006/main">
              <a:ext uri="{FF2B5EF4-FFF2-40B4-BE49-F238E27FC236}">
                <a16:creationId xmlns:a16="http://schemas.microsoft.com/office/drawing/2014/main" id="{011F5654-3913-40BA-9322-A3FFD832B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47875"/>
            <a:ext cx="1857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失败</a:t>
            </a:r>
          </a:p>
        </p:txBody>
      </p:sp>
      <p:sp>
        <p:nvSpPr>
          <p:cNvPr id="20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6A018254-7920-46D1-B5FD-16859BB81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219325"/>
            <a:ext cx="95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1" name="chain-sub-2">
            <a:extLst xmlns:a="http://schemas.openxmlformats.org/drawingml/2006/main">
              <a:ext uri="{FF2B5EF4-FFF2-40B4-BE49-F238E27FC236}">
                <a16:creationId xmlns:a16="http://schemas.microsoft.com/office/drawing/2014/main" id="{853511F2-A3F1-45BA-935E-BBCC90314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924175"/>
            <a:ext cx="1857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保留 run ID / 日志</a:t>
            </a:r>
          </a:p>
        </p:txBody>
      </p:sp>
      <p:sp>
        <p:nvSpPr>
          <p:cNvPr id="22" name="chain-line-3">
            <a:extLst xmlns:a="http://schemas.openxmlformats.org/drawingml/2006/main">
              <a:ext uri="{FF2B5EF4-FFF2-40B4-BE49-F238E27FC236}">
                <a16:creationId xmlns:a16="http://schemas.microsoft.com/office/drawing/2014/main" id="{B916E003-C7CE-4E7D-8348-63B45ADAE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771775"/>
            <a:ext cx="18573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5B"/>
          </a:solidFill>
          <a:ln xmlns:a="http://schemas.openxmlformats.org/drawingml/2006/main" w="0">
            <a:noFill/>
          </a:ln>
        </p:spPr>
      </p:sp>
      <p:sp>
        <p:nvSpPr>
          <p:cNvPr id="23" name="chain-3">
            <a:extLst xmlns:a="http://schemas.openxmlformats.org/drawingml/2006/main">
              <a:ext uri="{FF2B5EF4-FFF2-40B4-BE49-F238E27FC236}">
                <a16:creationId xmlns:a16="http://schemas.microsoft.com/office/drawing/2014/main" id="{1D7483A0-E1D4-45BD-8043-621F72447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047875"/>
            <a:ext cx="1857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rollback pointer</a:t>
            </a:r>
          </a:p>
        </p:txBody>
      </p:sp>
      <p:sp>
        <p:nvSpPr>
          <p:cNvPr id="24" name="chain-sub-3">
            <a:extLst xmlns:a="http://schemas.openxmlformats.org/drawingml/2006/main">
              <a:ext uri="{FF2B5EF4-FFF2-40B4-BE49-F238E27FC236}">
                <a16:creationId xmlns:a16="http://schemas.microsoft.com/office/drawing/2014/main" id="{7F2E5A58-35A5-4480-967F-A588B3638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924175"/>
            <a:ext cx="1857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回到稳定版本</a:t>
            </a:r>
          </a:p>
        </p:txBody>
      </p:sp>
      <p:sp>
        <p:nvSpPr>
          <p:cNvPr id="25" name="no">
            <a:extLst xmlns:a="http://schemas.openxmlformats.org/drawingml/2006/main">
              <a:ext uri="{FF2B5EF4-FFF2-40B4-BE49-F238E27FC236}">
                <a16:creationId xmlns:a16="http://schemas.microsoft.com/office/drawing/2014/main" id="{901271DE-E48E-4DB6-8735-BB290AD89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429125"/>
            <a:ext cx="7429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回退不等于“重跑到成功”或删除失败。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评价协议漂移会让循环失去可比性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EEC9C317-F8D5-49AE-8F6B-02BEABD5E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721d568c454ea9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51F5117D-BBD5-48DC-9FF1-4C2FBBDB4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评价协议漂移会让循环失去可比性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14AF0639-9C29-44E7-9F0A-CBB7843DA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来源：lesson-11/slides.md；课程工件与讲义见 speaker notes</a:t>
            </a:r>
          </a:p>
        </p:txBody>
      </p:sp>
      <p:sp>
        <p:nvSpPr>
          <p:cNvPr id="10" name="doc-9-bg">
            <a:extLst xmlns:a="http://schemas.openxmlformats.org/drawingml/2006/main">
              <a:ext uri="{FF2B5EF4-FFF2-40B4-BE49-F238E27FC236}">
                <a16:creationId xmlns:a16="http://schemas.microsoft.com/office/drawing/2014/main" id="{8514A8FF-2973-4445-B5CE-DAF1A7812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6858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1" name="doc-9-title-bg">
            <a:extLst xmlns:a="http://schemas.openxmlformats.org/drawingml/2006/main">
              <a:ext uri="{FF2B5EF4-FFF2-40B4-BE49-F238E27FC236}">
                <a16:creationId xmlns:a16="http://schemas.microsoft.com/office/drawing/2014/main" id="{0535ACF6-677E-4BC4-A76D-E988D6637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2" name="doc-9-title">
            <a:extLst xmlns:a="http://schemas.openxmlformats.org/drawingml/2006/main">
              <a:ext uri="{FF2B5EF4-FFF2-40B4-BE49-F238E27FC236}">
                <a16:creationId xmlns:a16="http://schemas.microsoft.com/office/drawing/2014/main" id="{D5662151-4671-46C0-9723-D654D6244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0175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run-017.log｜虚构记录</a:t>
            </a:r>
          </a:p>
        </p:txBody>
      </p:sp>
      <p:sp>
        <p:nvSpPr>
          <p:cNvPr id="13" name="doc-9-line-0">
            <a:extLst xmlns:a="http://schemas.openxmlformats.org/drawingml/2006/main">
              <a:ext uri="{FF2B5EF4-FFF2-40B4-BE49-F238E27FC236}">
                <a16:creationId xmlns:a16="http://schemas.microsoft.com/office/drawing/2014/main" id="{1E33F564-5013-44A4-A657-93FFBBF7C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76425"/>
            <a:ext cx="6400800" cy="670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metric_version = human_gold_v1.2</a:t>
            </a:r>
          </a:p>
        </p:txBody>
      </p:sp>
      <p:sp>
        <p:nvSpPr>
          <p:cNvPr id="14" name="doc-9-line-1">
            <a:extLst xmlns:a="http://schemas.openxmlformats.org/drawingml/2006/main">
              <a:ext uri="{FF2B5EF4-FFF2-40B4-BE49-F238E27FC236}">
                <a16:creationId xmlns:a16="http://schemas.microsoft.com/office/drawing/2014/main" id="{1AADE86A-24E9-4F27-A825-A80636A53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58415"/>
            <a:ext cx="6400800" cy="670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score = 0.34</a:t>
            </a:r>
          </a:p>
        </p:txBody>
      </p:sp>
      <p:sp>
        <p:nvSpPr>
          <p:cNvPr id="15" name="doc-9-line-2">
            <a:extLst xmlns:a="http://schemas.openxmlformats.org/drawingml/2006/main">
              <a:ext uri="{FF2B5EF4-FFF2-40B4-BE49-F238E27FC236}">
                <a16:creationId xmlns:a16="http://schemas.microsoft.com/office/drawing/2014/main" id="{C907A7A8-D82F-4B96-A593-071A20938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40405"/>
            <a:ext cx="6400800" cy="670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! auto-switch rubric -&gt; easy-v2</a:t>
            </a:r>
          </a:p>
        </p:txBody>
      </p:sp>
      <p:sp>
        <p:nvSpPr>
          <p:cNvPr id="16" name="doc-9-line-3">
            <a:extLst xmlns:a="http://schemas.openxmlformats.org/drawingml/2006/main">
              <a:ext uri="{FF2B5EF4-FFF2-40B4-BE49-F238E27FC236}">
                <a16:creationId xmlns:a16="http://schemas.microsoft.com/office/drawing/2014/main" id="{AC840ECF-01C2-429D-ACDF-0EEE1430B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22395"/>
            <a:ext cx="6400800" cy="670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score = 0.19</a:t>
            </a:r>
          </a:p>
        </p:txBody>
      </p:sp>
      <p:sp>
        <p:nvSpPr>
          <p:cNvPr id="17" name="doc-9-line-4">
            <a:extLst xmlns:a="http://schemas.openxmlformats.org/drawingml/2006/main">
              <a:ext uri="{FF2B5EF4-FFF2-40B4-BE49-F238E27FC236}">
                <a16:creationId xmlns:a16="http://schemas.microsoft.com/office/drawing/2014/main" id="{4F711E7A-8CC1-4943-82BB-50DDCF536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04385"/>
            <a:ext cx="6400800" cy="670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decision = DISCARD_PROTOCOL_CHANGE</a:t>
            </a:r>
          </a:p>
        </p:txBody>
      </p:sp>
      <p:sp>
        <p:nvSpPr>
          <p:cNvPr id="18" name="decision">
            <a:extLst xmlns:a="http://schemas.openxmlformats.org/drawingml/2006/main">
              <a:ext uri="{FF2B5EF4-FFF2-40B4-BE49-F238E27FC236}">
                <a16:creationId xmlns:a16="http://schemas.microsoft.com/office/drawing/2014/main" id="{B5C5028E-3214-4DD4-9F04-46902B1A4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38375"/>
            <a:ext cx="2857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处置：Discard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4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回到冻结协议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4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保留本次失败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同一 120 份输出进入受限循环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F76A2FCF-EA68-4A8C-AB7E-0390E7C0F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a5fc555ac04457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C5B6D924-86BA-4623-8222-F52C63C90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同一 120 份输出进入受限循环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99B1E462-48B3-4AE9-BE33-5E4346DC5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来源：lesson-11/slides.md；课程工件与讲义见 speaker notes</a:t>
            </a:r>
          </a:p>
        </p:txBody>
      </p:sp>
      <p:sp>
        <p:nvSpPr>
          <p:cNvPr id="10" name="fiction">
            <a:extLst xmlns:a="http://schemas.openxmlformats.org/drawingml/2006/main">
              <a:ext uri="{FF2B5EF4-FFF2-40B4-BE49-F238E27FC236}">
                <a16:creationId xmlns:a16="http://schemas.microsoft.com/office/drawing/2014/main" id="{8D14E582-E5EB-4F06-8B6C-226F05F0F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5825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课程虚构教学案例</a:t>
            </a:r>
          </a:p>
        </p:txBody>
      </p:sp>
      <p:sp>
        <p:nvSpPr>
          <p:cNvPr id="11" name="case">
            <a:extLst xmlns:a="http://schemas.openxmlformats.org/drawingml/2006/main">
              <a:ext uri="{FF2B5EF4-FFF2-40B4-BE49-F238E27FC236}">
                <a16:creationId xmlns:a16="http://schemas.microsoft.com/office/drawing/2014/main" id="{2864CBBE-98A0-45D0-B137-1512706FF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66875"/>
            <a:ext cx="1714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20 篇论文</a:t>
            </a:r>
          </a:p>
        </p:txBody>
      </p:sp>
      <p:sp>
        <p:nvSpPr>
          <p:cNvPr id="12" name="a1">
            <a:extLst xmlns:a="http://schemas.openxmlformats.org/drawingml/2006/main">
              <a:ext uri="{FF2B5EF4-FFF2-40B4-BE49-F238E27FC236}">
                <a16:creationId xmlns:a16="http://schemas.microsoft.com/office/drawing/2014/main" id="{C7A00CCE-E50C-42DB-A576-79F9132D6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1762125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conds">
            <a:extLst xmlns:a="http://schemas.openxmlformats.org/drawingml/2006/main">
              <a:ext uri="{FF2B5EF4-FFF2-40B4-BE49-F238E27FC236}">
                <a16:creationId xmlns:a16="http://schemas.microsoft.com/office/drawing/2014/main" id="{51D5F5A4-53FB-424D-95C4-89C36C753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666875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阅读卡 / 自由摘要</a:t>
            </a:r>
          </a:p>
        </p:txBody>
      </p:sp>
      <p:sp>
        <p:nvSpPr>
          <p:cNvPr id="14" name="a2">
            <a:extLst xmlns:a="http://schemas.openxmlformats.org/drawingml/2006/main">
              <a:ext uri="{FF2B5EF4-FFF2-40B4-BE49-F238E27FC236}">
                <a16:creationId xmlns:a16="http://schemas.microsoft.com/office/drawing/2014/main" id="{3181935E-B808-4B10-AB82-857DD0E16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1762125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5" name="runs">
            <a:extLst xmlns:a="http://schemas.openxmlformats.org/drawingml/2006/main">
              <a:ext uri="{FF2B5EF4-FFF2-40B4-BE49-F238E27FC236}">
                <a16:creationId xmlns:a16="http://schemas.microsoft.com/office/drawing/2014/main" id="{4FC68267-076E-4D4F-82D8-5460547DF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5240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各运行 3 次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共 120 输出</a:t>
            </a:r>
          </a:p>
        </p:txBody>
      </p:sp>
      <p:sp>
        <p:nvSpPr>
          <p:cNvPr id="16" name="a3">
            <a:extLst xmlns:a="http://schemas.openxmlformats.org/drawingml/2006/main">
              <a:ext uri="{FF2B5EF4-FFF2-40B4-BE49-F238E27FC236}">
                <a16:creationId xmlns:a16="http://schemas.microsoft.com/office/drawing/2014/main" id="{B1EF2E4C-D87B-48F1-B3A3-D6C959551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62125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eval">
            <a:extLst xmlns:a="http://schemas.openxmlformats.org/drawingml/2006/main">
              <a:ext uri="{FF2B5EF4-FFF2-40B4-BE49-F238E27FC236}">
                <a16:creationId xmlns:a16="http://schemas.microsoft.com/office/drawing/2014/main" id="{863B0647-29B2-41AC-89C0-E2F0ECCB1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666875"/>
            <a:ext cx="285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独立人工基准评价</a:t>
            </a:r>
          </a:p>
        </p:txBody>
      </p:sp>
      <p:sp>
        <p:nvSpPr>
          <p:cNvPr id="18" name="sep">
            <a:extLst xmlns:a="http://schemas.openxmlformats.org/drawingml/2006/main">
              <a:ext uri="{FF2B5EF4-FFF2-40B4-BE49-F238E27FC236}">
                <a16:creationId xmlns:a16="http://schemas.microsoft.com/office/drawing/2014/main" id="{A2060D24-06FC-47E0-853E-204CCFFCD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10953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9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32950FBC-D1AA-4AE5-829E-78763818B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057650"/>
            <a:ext cx="1714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0" name="chain-0">
            <a:extLst xmlns:a="http://schemas.openxmlformats.org/drawingml/2006/main">
              <a:ext uri="{FF2B5EF4-FFF2-40B4-BE49-F238E27FC236}">
                <a16:creationId xmlns:a16="http://schemas.microsoft.com/office/drawing/2014/main" id="{DDC931FA-B36F-431D-87C8-492CF2F43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333750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假设冻结</a:t>
            </a:r>
          </a:p>
        </p:txBody>
      </p:sp>
      <p:sp>
        <p:nvSpPr>
          <p:cNvPr id="21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F4158655-9046-4D8A-A57C-089E11469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505200"/>
            <a:ext cx="50006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2" name="chain-sub-0">
            <a:extLst xmlns:a="http://schemas.openxmlformats.org/drawingml/2006/main">
              <a:ext uri="{FF2B5EF4-FFF2-40B4-BE49-F238E27FC236}">
                <a16:creationId xmlns:a16="http://schemas.microsoft.com/office/drawing/2014/main" id="{099D8C70-86D3-4BB7-8CAB-46F13324D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210050"/>
            <a:ext cx="1714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H1/A1/A2/A3</a:t>
            </a:r>
          </a:p>
        </p:txBody>
      </p:sp>
      <p:sp>
        <p:nvSpPr>
          <p:cNvPr id="23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4D3A69C5-E313-4D19-9A8E-87FB63431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8938" y="4057650"/>
            <a:ext cx="1714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4" name="chain-1">
            <a:extLst xmlns:a="http://schemas.openxmlformats.org/drawingml/2006/main">
              <a:ext uri="{FF2B5EF4-FFF2-40B4-BE49-F238E27FC236}">
                <a16:creationId xmlns:a16="http://schemas.microsoft.com/office/drawing/2014/main" id="{39E6F569-2D63-45C3-A5A9-35A6AA8A6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8938" y="3333750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队列运行</a:t>
            </a:r>
          </a:p>
        </p:txBody>
      </p:sp>
      <p:sp>
        <p:nvSpPr>
          <p:cNvPr id="25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EAC799CD-D304-46CE-8CBE-4D952B7CB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3505200"/>
            <a:ext cx="50006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6" name="chain-sub-1">
            <a:extLst xmlns:a="http://schemas.openxmlformats.org/drawingml/2006/main">
              <a:ext uri="{FF2B5EF4-FFF2-40B4-BE49-F238E27FC236}">
                <a16:creationId xmlns:a16="http://schemas.microsoft.com/office/drawing/2014/main" id="{6F7FDBD6-6284-4BDA-A434-5D8A9FE6B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8938" y="4210050"/>
            <a:ext cx="1714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批量执行</a:t>
            </a:r>
          </a:p>
        </p:txBody>
      </p:sp>
      <p:sp>
        <p:nvSpPr>
          <p:cNvPr id="27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60DB6156-C144-4ACC-A13B-6963C0D16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057650"/>
            <a:ext cx="1714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8" name="chain-2">
            <a:extLst xmlns:a="http://schemas.openxmlformats.org/drawingml/2006/main">
              <a:ext uri="{FF2B5EF4-FFF2-40B4-BE49-F238E27FC236}">
                <a16:creationId xmlns:a16="http://schemas.microsoft.com/office/drawing/2014/main" id="{876CC3A4-D2B3-417B-8791-02508EE59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333750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指标度量</a:t>
            </a:r>
          </a:p>
        </p:txBody>
      </p:sp>
      <p:sp>
        <p:nvSpPr>
          <p:cNvPr id="29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056BEAF3-8DB6-407A-B420-D9B440691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505200"/>
            <a:ext cx="50006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30" name="chain-sub-2">
            <a:extLst xmlns:a="http://schemas.openxmlformats.org/drawingml/2006/main">
              <a:ext uri="{FF2B5EF4-FFF2-40B4-BE49-F238E27FC236}">
                <a16:creationId xmlns:a16="http://schemas.microsoft.com/office/drawing/2014/main" id="{243192A4-EE05-42F4-A65D-0D3BE1D44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210050"/>
            <a:ext cx="1714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不改口径</a:t>
            </a:r>
          </a:p>
        </p:txBody>
      </p:sp>
      <p:sp>
        <p:nvSpPr>
          <p:cNvPr id="31" name="chain-line-3">
            <a:extLst xmlns:a="http://schemas.openxmlformats.org/drawingml/2006/main">
              <a:ext uri="{FF2B5EF4-FFF2-40B4-BE49-F238E27FC236}">
                <a16:creationId xmlns:a16="http://schemas.microsoft.com/office/drawing/2014/main" id="{8796F0C3-2AE4-48E6-BA19-186FFBFD7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8063" y="4057650"/>
            <a:ext cx="1714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32" name="chain-3">
            <a:extLst xmlns:a="http://schemas.openxmlformats.org/drawingml/2006/main">
              <a:ext uri="{FF2B5EF4-FFF2-40B4-BE49-F238E27FC236}">
                <a16:creationId xmlns:a16="http://schemas.microsoft.com/office/drawing/2014/main" id="{1F3C37CE-C1EC-456C-BDF8-6360F8281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8063" y="3333750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人工评价</a:t>
            </a:r>
          </a:p>
        </p:txBody>
      </p:sp>
      <p:sp>
        <p:nvSpPr>
          <p:cNvPr id="33" name="chain-arrow-3">
            <a:extLst xmlns:a="http://schemas.openxmlformats.org/drawingml/2006/main">
              <a:ext uri="{FF2B5EF4-FFF2-40B4-BE49-F238E27FC236}">
                <a16:creationId xmlns:a16="http://schemas.microsoft.com/office/drawing/2014/main" id="{8A9A13F2-A901-4ADC-A847-698DBA7E3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563" y="3505200"/>
            <a:ext cx="50006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34" name="chain-sub-3">
            <a:extLst xmlns:a="http://schemas.openxmlformats.org/drawingml/2006/main">
              <a:ext uri="{FF2B5EF4-FFF2-40B4-BE49-F238E27FC236}">
                <a16:creationId xmlns:a16="http://schemas.microsoft.com/office/drawing/2014/main" id="{9329C75D-B494-4828-82BC-842325B9F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8063" y="4210050"/>
            <a:ext cx="1714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三态判断</a:t>
            </a:r>
          </a:p>
        </p:txBody>
      </p:sp>
      <p:sp>
        <p:nvSpPr>
          <p:cNvPr id="35" name="chain-line-4">
            <a:extLst xmlns:a="http://schemas.openxmlformats.org/drawingml/2006/main">
              <a:ext uri="{FF2B5EF4-FFF2-40B4-BE49-F238E27FC236}">
                <a16:creationId xmlns:a16="http://schemas.microsoft.com/office/drawing/2014/main" id="{F7320817-9A9D-4AD7-86E8-D5C8F8B73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4057650"/>
            <a:ext cx="1714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36" name="chain-4">
            <a:extLst xmlns:a="http://schemas.openxmlformats.org/drawingml/2006/main">
              <a:ext uri="{FF2B5EF4-FFF2-40B4-BE49-F238E27FC236}">
                <a16:creationId xmlns:a16="http://schemas.microsoft.com/office/drawing/2014/main" id="{9CCC8FC4-5106-46FE-887B-96205BBE9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3333750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Keep / Discard</a:t>
            </a:r>
          </a:p>
        </p:txBody>
      </p:sp>
      <p:sp>
        <p:nvSpPr>
          <p:cNvPr id="37" name="chain-sub-4">
            <a:extLst xmlns:a="http://schemas.openxmlformats.org/drawingml/2006/main">
              <a:ext uri="{FF2B5EF4-FFF2-40B4-BE49-F238E27FC236}">
                <a16:creationId xmlns:a16="http://schemas.microsoft.com/office/drawing/2014/main" id="{37C7A5EE-6D87-4343-8784-CE3814CA9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4210050"/>
            <a:ext cx="1714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含失败理由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失败保留需要一张完整运行账本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9A345A71-A642-498C-B7D6-C5A10F1F7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8b9d2a9e294971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9DAE3D05-D7C8-4409-9787-C60589CCF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失败保留需要一张完整运行账本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3576F77D-2823-473C-906E-863281901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来源：lesson-11/slides.md；课程工件与讲义见 speaker notes</a:t>
            </a:r>
          </a:p>
        </p:txBody>
      </p:sp>
      <p:sp>
        <p:nvSpPr>
          <p:cNvPr id="10" name="m-label-0">
            <a:extLst xmlns:a="http://schemas.openxmlformats.org/drawingml/2006/main">
              <a:ext uri="{FF2B5EF4-FFF2-40B4-BE49-F238E27FC236}">
                <a16:creationId xmlns:a16="http://schemas.microsoft.com/office/drawing/2014/main" id="{1205D472-BC2E-44BC-B7AE-AAA7B9DD8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238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run-001</a:t>
            </a:r>
          </a:p>
        </p:txBody>
      </p:sp>
      <p:sp>
        <p:nvSpPr>
          <p:cNvPr id="11" name="m-value-0">
            <a:extLst xmlns:a="http://schemas.openxmlformats.org/drawingml/2006/main">
              <a:ext uri="{FF2B5EF4-FFF2-40B4-BE49-F238E27FC236}">
                <a16:creationId xmlns:a16="http://schemas.microsoft.com/office/drawing/2014/main" id="{6D92CADF-7C0D-47AE-BED4-3C51B773C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524000"/>
            <a:ext cx="8420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正常｜0.18｜Keep</a:t>
            </a:r>
          </a:p>
        </p:txBody>
      </p:sp>
      <p:sp>
        <p:nvSpPr>
          <p:cNvPr id="12" name="m-rule-0">
            <a:extLst xmlns:a="http://schemas.openxmlformats.org/drawingml/2006/main">
              <a:ext uri="{FF2B5EF4-FFF2-40B4-BE49-F238E27FC236}">
                <a16:creationId xmlns:a16="http://schemas.microsoft.com/office/drawing/2014/main" id="{A1958D45-FCD8-462C-872A-7D25EDFD2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28850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3" name="m-label-1">
            <a:extLst xmlns:a="http://schemas.openxmlformats.org/drawingml/2006/main">
              <a:ext uri="{FF2B5EF4-FFF2-40B4-BE49-F238E27FC236}">
                <a16:creationId xmlns:a16="http://schemas.microsoft.com/office/drawing/2014/main" id="{70BD9184-544C-4C81-B205-78EFFAB85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238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run-002</a:t>
            </a:r>
          </a:p>
        </p:txBody>
      </p:sp>
      <p:sp>
        <p:nvSpPr>
          <p:cNvPr id="14" name="m-value-1">
            <a:extLst xmlns:a="http://schemas.openxmlformats.org/drawingml/2006/main">
              <a:ext uri="{FF2B5EF4-FFF2-40B4-BE49-F238E27FC236}">
                <a16:creationId xmlns:a16="http://schemas.microsoft.com/office/drawing/2014/main" id="{3F524DD2-05B4-4A48-8EAE-7D0109518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266950"/>
            <a:ext cx="8420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无改善｜0.31｜Keep + 边界</a:t>
            </a:r>
          </a:p>
        </p:txBody>
      </p:sp>
      <p:sp>
        <p:nvSpPr>
          <p:cNvPr id="15" name="m-rule-1">
            <a:extLst xmlns:a="http://schemas.openxmlformats.org/drawingml/2006/main">
              <a:ext uri="{FF2B5EF4-FFF2-40B4-BE49-F238E27FC236}">
                <a16:creationId xmlns:a16="http://schemas.microsoft.com/office/drawing/2014/main" id="{44EE04D3-971C-4218-9030-DCEBDCB93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6" name="m-label-2">
            <a:extLst xmlns:a="http://schemas.openxmlformats.org/drawingml/2006/main">
              <a:ext uri="{FF2B5EF4-FFF2-40B4-BE49-F238E27FC236}">
                <a16:creationId xmlns:a16="http://schemas.microsoft.com/office/drawing/2014/main" id="{7CD43D78-F66F-473C-9E2C-C7C81F7EB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238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run-003</a:t>
            </a:r>
          </a:p>
        </p:txBody>
      </p:sp>
      <p:sp>
        <p:nvSpPr>
          <p:cNvPr id="17" name="m-value-2">
            <a:extLst xmlns:a="http://schemas.openxmlformats.org/drawingml/2006/main">
              <a:ext uri="{FF2B5EF4-FFF2-40B4-BE49-F238E27FC236}">
                <a16:creationId xmlns:a16="http://schemas.microsoft.com/office/drawing/2014/main" id="{8C84ED35-152E-40A5-9594-F0571EDB0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009900"/>
            <a:ext cx="8420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超时｜无分数｜Discard</a:t>
            </a:r>
          </a:p>
        </p:txBody>
      </p:sp>
      <p:sp>
        <p:nvSpPr>
          <p:cNvPr id="18" name="m-rule-2">
            <a:extLst xmlns:a="http://schemas.openxmlformats.org/drawingml/2006/main">
              <a:ext uri="{FF2B5EF4-FFF2-40B4-BE49-F238E27FC236}">
                <a16:creationId xmlns:a16="http://schemas.microsoft.com/office/drawing/2014/main" id="{7CA18E95-0A94-46C8-BE03-F22929242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9" name="m-label-3">
            <a:extLst xmlns:a="http://schemas.openxmlformats.org/drawingml/2006/main">
              <a:ext uri="{FF2B5EF4-FFF2-40B4-BE49-F238E27FC236}">
                <a16:creationId xmlns:a16="http://schemas.microsoft.com/office/drawing/2014/main" id="{80AE385A-A283-4D7C-8D88-589FFC3B1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52850"/>
            <a:ext cx="238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run-004</a:t>
            </a:r>
          </a:p>
        </p:txBody>
      </p:sp>
      <p:sp>
        <p:nvSpPr>
          <p:cNvPr id="20" name="m-value-3">
            <a:extLst xmlns:a="http://schemas.openxmlformats.org/drawingml/2006/main">
              <a:ext uri="{FF2B5EF4-FFF2-40B4-BE49-F238E27FC236}">
                <a16:creationId xmlns:a16="http://schemas.microsoft.com/office/drawing/2014/main" id="{191F64FE-8531-4ABA-B773-93227AEC3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752850"/>
            <a:ext cx="8420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协议漂移｜拒绝｜Discard + failure-log</a:t>
            </a:r>
          </a:p>
        </p:txBody>
      </p:sp>
      <p:sp>
        <p:nvSpPr>
          <p:cNvPr id="21" name="m-rule-3">
            <a:extLst xmlns:a="http://schemas.openxmlformats.org/drawingml/2006/main">
              <a:ext uri="{FF2B5EF4-FFF2-40B4-BE49-F238E27FC236}">
                <a16:creationId xmlns:a16="http://schemas.microsoft.com/office/drawing/2014/main" id="{AA25EF2A-9097-4400-8F12-3C7755CE8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57700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22" name="m-label-4">
            <a:extLst xmlns:a="http://schemas.openxmlformats.org/drawingml/2006/main">
              <a:ext uri="{FF2B5EF4-FFF2-40B4-BE49-F238E27FC236}">
                <a16:creationId xmlns:a16="http://schemas.microsoft.com/office/drawing/2014/main" id="{FD10EBE4-E711-4053-AA6F-4241CB20B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238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数账</a:t>
            </a:r>
          </a:p>
        </p:txBody>
      </p:sp>
      <p:sp>
        <p:nvSpPr>
          <p:cNvPr id="23" name="m-value-4">
            <a:extLst xmlns:a="http://schemas.openxmlformats.org/drawingml/2006/main">
              <a:ext uri="{FF2B5EF4-FFF2-40B4-BE49-F238E27FC236}">
                <a16:creationId xmlns:a16="http://schemas.microsoft.com/office/drawing/2014/main" id="{E0E37ED4-E3D2-4147-BC50-32C1710CF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495800"/>
            <a:ext cx="8420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成功 + 无改善 + 失败 = 全部运行</a:t>
            </a:r>
          </a:p>
        </p:txBody>
      </p:sp>
      <p:sp>
        <p:nvSpPr>
          <p:cNvPr id="24" name="m-rule-4">
            <a:extLst xmlns:a="http://schemas.openxmlformats.org/drawingml/2006/main">
              <a:ext uri="{FF2B5EF4-FFF2-40B4-BE49-F238E27FC236}">
                <a16:creationId xmlns:a16="http://schemas.microsoft.com/office/drawing/2014/main" id="{807186E3-6A83-4DE8-ACA8-0C391322D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AutoResearch 与 AI Scientist 的系统主链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6D57A154-8966-4612-8C56-D50A409FC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0dbab70c444cf4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1DDD75B8-7C4A-4EF1-A64C-018020B33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AutoResearch 与 AI Scientist 的系统主链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938CD449-5948-49CF-A2E8-12D165C0F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来源：Karpathy, AutoResearch（commit 228791f）；Lu et al., 2026；详见 notes</a:t>
            </a:r>
          </a:p>
        </p:txBody>
      </p:sp>
      <p:sp>
        <p:nvSpPr>
          <p:cNvPr id="10" name="left-h">
            <a:extLst xmlns:a="http://schemas.openxmlformats.org/drawingml/2006/main">
              <a:ext uri="{FF2B5EF4-FFF2-40B4-BE49-F238E27FC236}">
                <a16:creationId xmlns:a16="http://schemas.microsoft.com/office/drawing/2014/main" id="{87E6889C-F0AF-4D84-90F4-0A7B80AB2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AutoResearch｜最小循环</a:t>
            </a:r>
          </a:p>
        </p:txBody>
      </p:sp>
      <p:sp>
        <p:nvSpPr>
          <p:cNvPr id="11" name="right-h">
            <a:extLst xmlns:a="http://schemas.openxmlformats.org/drawingml/2006/main">
              <a:ext uri="{FF2B5EF4-FFF2-40B4-BE49-F238E27FC236}">
                <a16:creationId xmlns:a16="http://schemas.microsoft.com/office/drawing/2014/main" id="{CBBDF686-2005-4866-8D01-C7737F735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47637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AI Scientist｜端到端链</a:t>
            </a:r>
          </a:p>
        </p:txBody>
      </p:sp>
      <p:sp>
        <p:nvSpPr>
          <p:cNvPr id="12" name="split">
            <a:extLst xmlns:a="http://schemas.openxmlformats.org/drawingml/2006/main">
              <a:ext uri="{FF2B5EF4-FFF2-40B4-BE49-F238E27FC236}">
                <a16:creationId xmlns:a16="http://schemas.microsoft.com/office/drawing/2014/main" id="{8969B760-230D-4B52-83E3-165615C22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76375"/>
            <a:ext cx="95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3" name="list-64-217-0">
            <a:extLst xmlns:a="http://schemas.openxmlformats.org/drawingml/2006/main">
              <a:ext uri="{FF2B5EF4-FFF2-40B4-BE49-F238E27FC236}">
                <a16:creationId xmlns:a16="http://schemas.microsoft.com/office/drawing/2014/main" id="{EC0A0F27-85BE-4F14-A704-67317FAA5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669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程序改动</a:t>
            </a:r>
          </a:p>
        </p:txBody>
      </p:sp>
      <p:sp>
        <p:nvSpPr>
          <p:cNvPr id="14" name="list-64-217-1">
            <a:extLst xmlns:a="http://schemas.openxmlformats.org/drawingml/2006/main">
              <a:ext uri="{FF2B5EF4-FFF2-40B4-BE49-F238E27FC236}">
                <a16:creationId xmlns:a16="http://schemas.microsoft.com/office/drawing/2014/main" id="{91580CD9-9450-4D37-8EB4-A18C6CBF3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单指标评价</a:t>
            </a:r>
          </a:p>
        </p:txBody>
      </p:sp>
      <p:sp>
        <p:nvSpPr>
          <p:cNvPr id="15" name="list-64-217-2">
            <a:extLst xmlns:a="http://schemas.openxmlformats.org/drawingml/2006/main">
              <a:ext uri="{FF2B5EF4-FFF2-40B4-BE49-F238E27FC236}">
                <a16:creationId xmlns:a16="http://schemas.microsoft.com/office/drawing/2014/main" id="{E121436F-A705-43D3-9B84-10B542C68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813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Keep / Discard</a:t>
            </a:r>
          </a:p>
        </p:txBody>
      </p:sp>
      <p:sp>
        <p:nvSpPr>
          <p:cNvPr id="16" name="list-64-217-3">
            <a:extLst xmlns:a="http://schemas.openxmlformats.org/drawingml/2006/main">
              <a:ext uri="{FF2B5EF4-FFF2-40B4-BE49-F238E27FC236}">
                <a16:creationId xmlns:a16="http://schemas.microsoft.com/office/drawing/2014/main" id="{7A3B9E98-6E5D-4EBF-96B0-3DD63B1C8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385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回到稳定版本</a:t>
            </a:r>
          </a:p>
        </p:txBody>
      </p:sp>
      <p:sp>
        <p:nvSpPr>
          <p:cNvPr id="17" name="list-696-217-0">
            <a:extLst xmlns:a="http://schemas.openxmlformats.org/drawingml/2006/main">
              <a:ext uri="{FF2B5EF4-FFF2-40B4-BE49-F238E27FC236}">
                <a16:creationId xmlns:a16="http://schemas.microsoft.com/office/drawing/2014/main" id="{A1225B85-D041-4DBB-B635-030A0C354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0669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想法生成</a:t>
            </a:r>
          </a:p>
        </p:txBody>
      </p:sp>
      <p:sp>
        <p:nvSpPr>
          <p:cNvPr id="18" name="list-696-217-1">
            <a:extLst xmlns:a="http://schemas.openxmlformats.org/drawingml/2006/main">
              <a:ext uri="{FF2B5EF4-FFF2-40B4-BE49-F238E27FC236}">
                <a16:creationId xmlns:a16="http://schemas.microsoft.com/office/drawing/2014/main" id="{9D3B53CA-2D29-4DA9-AF73-86E850889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5241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实现与实验</a:t>
            </a:r>
          </a:p>
        </p:txBody>
      </p:sp>
      <p:sp>
        <p:nvSpPr>
          <p:cNvPr id="19" name="list-696-217-2">
            <a:extLst xmlns:a="http://schemas.openxmlformats.org/drawingml/2006/main">
              <a:ext uri="{FF2B5EF4-FFF2-40B4-BE49-F238E27FC236}">
                <a16:creationId xmlns:a16="http://schemas.microsoft.com/office/drawing/2014/main" id="{E6AC28A2-CD36-47BA-B2EE-201EDF8C1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9813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结果分析</a:t>
            </a:r>
          </a:p>
        </p:txBody>
      </p:sp>
      <p:sp>
        <p:nvSpPr>
          <p:cNvPr id="20" name="list-696-217-3">
            <a:extLst xmlns:a="http://schemas.openxmlformats.org/drawingml/2006/main">
              <a:ext uri="{FF2B5EF4-FFF2-40B4-BE49-F238E27FC236}">
                <a16:creationId xmlns:a16="http://schemas.microsoft.com/office/drawing/2014/main" id="{62127B98-D9AC-40A5-ADE9-EC4411B62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4385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论文与评审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八维比较的主轴是人工判断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4595EE99-9D4D-45E3-8D79-ED764170E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af8b339a0d44b6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3B4662E0-37D5-446A-B3D3-AD372A848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八维比较的主轴是人工判断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641EE6DB-4CB9-48AF-B551-C71398176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来源：Lu et al., 2026；课程八维分析框架详见 speaker notes</a:t>
            </a:r>
          </a:p>
        </p:txBody>
      </p:sp>
      <p:sp>
        <p:nvSpPr>
          <p:cNvPr id="10" name="m-label-0">
            <a:extLst xmlns:a="http://schemas.openxmlformats.org/drawingml/2006/main">
              <a:ext uri="{FF2B5EF4-FFF2-40B4-BE49-F238E27FC236}">
                <a16:creationId xmlns:a16="http://schemas.microsoft.com/office/drawing/2014/main" id="{88936EAD-F26B-4BB4-91A6-3D41E2391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24765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任务契约</a:t>
            </a:r>
          </a:p>
        </p:txBody>
      </p:sp>
      <p:sp>
        <p:nvSpPr>
          <p:cNvPr id="11" name="m-value-0">
            <a:extLst xmlns:a="http://schemas.openxmlformats.org/drawingml/2006/main">
              <a:ext uri="{FF2B5EF4-FFF2-40B4-BE49-F238E27FC236}">
                <a16:creationId xmlns:a16="http://schemas.microsoft.com/office/drawing/2014/main" id="{2F8FF005-FF36-4A08-92F2-DC3264621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381125"/>
            <a:ext cx="83248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目标能否预先固定？</a:t>
            </a:r>
          </a:p>
        </p:txBody>
      </p:sp>
      <p:sp>
        <p:nvSpPr>
          <p:cNvPr id="12" name="m-rule-0">
            <a:extLst xmlns:a="http://schemas.openxmlformats.org/drawingml/2006/main">
              <a:ext uri="{FF2B5EF4-FFF2-40B4-BE49-F238E27FC236}">
                <a16:creationId xmlns:a16="http://schemas.microsoft.com/office/drawing/2014/main" id="{EBE47EA7-8C7B-4AB0-AF82-A6BE8CA96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3" name="m-label-1">
            <a:extLst xmlns:a="http://schemas.openxmlformats.org/drawingml/2006/main">
              <a:ext uri="{FF2B5EF4-FFF2-40B4-BE49-F238E27FC236}">
                <a16:creationId xmlns:a16="http://schemas.microsoft.com/office/drawing/2014/main" id="{CFF92111-CE24-4512-AD8C-4EEFE9007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24765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Context / 状态</a:t>
            </a:r>
          </a:p>
        </p:txBody>
      </p:sp>
      <p:sp>
        <p:nvSpPr>
          <p:cNvPr id="14" name="m-value-1">
            <a:extLst xmlns:a="http://schemas.openxmlformats.org/drawingml/2006/main">
              <a:ext uri="{FF2B5EF4-FFF2-40B4-BE49-F238E27FC236}">
                <a16:creationId xmlns:a16="http://schemas.microsoft.com/office/drawing/2014/main" id="{C401BD5E-41BF-4F68-946E-3C8BCB8E2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076450"/>
            <a:ext cx="83248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输入与中间工件能否追溯？</a:t>
            </a:r>
          </a:p>
        </p:txBody>
      </p:sp>
      <p:sp>
        <p:nvSpPr>
          <p:cNvPr id="15" name="m-rule-1">
            <a:extLst xmlns:a="http://schemas.openxmlformats.org/drawingml/2006/main">
              <a:ext uri="{FF2B5EF4-FFF2-40B4-BE49-F238E27FC236}">
                <a16:creationId xmlns:a16="http://schemas.microsoft.com/office/drawing/2014/main" id="{62A82DDA-1EF9-4F85-80D2-4D1D22A9C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6" name="m-label-2">
            <a:extLst xmlns:a="http://schemas.openxmlformats.org/drawingml/2006/main">
              <a:ext uri="{FF2B5EF4-FFF2-40B4-BE49-F238E27FC236}">
                <a16:creationId xmlns:a16="http://schemas.microsoft.com/office/drawing/2014/main" id="{C620FF24-AB34-4A37-A02A-22E42E250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71775"/>
            <a:ext cx="24765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工具与权限</a:t>
            </a:r>
          </a:p>
        </p:txBody>
      </p:sp>
      <p:sp>
        <p:nvSpPr>
          <p:cNvPr id="17" name="m-value-2">
            <a:extLst xmlns:a="http://schemas.openxmlformats.org/drawingml/2006/main">
              <a:ext uri="{FF2B5EF4-FFF2-40B4-BE49-F238E27FC236}">
                <a16:creationId xmlns:a16="http://schemas.microsoft.com/office/drawing/2014/main" id="{943D0B7A-D33D-4012-9879-1C5CC5F49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771775"/>
            <a:ext cx="83248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哪些外部动作必须确认？</a:t>
            </a:r>
          </a:p>
        </p:txBody>
      </p:sp>
      <p:sp>
        <p:nvSpPr>
          <p:cNvPr id="18" name="m-rule-2">
            <a:extLst xmlns:a="http://schemas.openxmlformats.org/drawingml/2006/main">
              <a:ext uri="{FF2B5EF4-FFF2-40B4-BE49-F238E27FC236}">
                <a16:creationId xmlns:a16="http://schemas.microsoft.com/office/drawing/2014/main" id="{E6BDD34D-28E9-4FC5-B722-BB7C27181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9" name="m-label-3">
            <a:extLst xmlns:a="http://schemas.openxmlformats.org/drawingml/2006/main">
              <a:ext uri="{FF2B5EF4-FFF2-40B4-BE49-F238E27FC236}">
                <a16:creationId xmlns:a16="http://schemas.microsoft.com/office/drawing/2014/main" id="{F53715A9-EE8E-4231-B3EB-B7E114424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24765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执行与追踪</a:t>
            </a:r>
          </a:p>
        </p:txBody>
      </p:sp>
      <p:sp>
        <p:nvSpPr>
          <p:cNvPr id="20" name="m-value-3">
            <a:extLst xmlns:a="http://schemas.openxmlformats.org/drawingml/2006/main">
              <a:ext uri="{FF2B5EF4-FFF2-40B4-BE49-F238E27FC236}">
                <a16:creationId xmlns:a16="http://schemas.microsoft.com/office/drawing/2014/main" id="{7DB66F20-7823-448F-A241-2189645AF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467100"/>
            <a:ext cx="83248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失败是否完整保留？</a:t>
            </a:r>
          </a:p>
        </p:txBody>
      </p:sp>
      <p:sp>
        <p:nvSpPr>
          <p:cNvPr id="21" name="m-rule-3">
            <a:extLst xmlns:a="http://schemas.openxmlformats.org/drawingml/2006/main">
              <a:ext uri="{FF2B5EF4-FFF2-40B4-BE49-F238E27FC236}">
                <a16:creationId xmlns:a16="http://schemas.microsoft.com/office/drawing/2014/main" id="{8EA67106-C350-414E-9C0D-88563FEDA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22" name="m-label-4">
            <a:extLst xmlns:a="http://schemas.openxmlformats.org/drawingml/2006/main">
              <a:ext uri="{FF2B5EF4-FFF2-40B4-BE49-F238E27FC236}">
                <a16:creationId xmlns:a16="http://schemas.microsoft.com/office/drawing/2014/main" id="{0F5E1D51-4815-4643-BA77-A29879E75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62425"/>
            <a:ext cx="24765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Evals</a:t>
            </a:r>
          </a:p>
        </p:txBody>
      </p:sp>
      <p:sp>
        <p:nvSpPr>
          <p:cNvPr id="23" name="m-value-4">
            <a:extLst xmlns:a="http://schemas.openxmlformats.org/drawingml/2006/main">
              <a:ext uri="{FF2B5EF4-FFF2-40B4-BE49-F238E27FC236}">
                <a16:creationId xmlns:a16="http://schemas.microsoft.com/office/drawing/2014/main" id="{28551BA7-286E-4F9F-9633-F4DCECEE7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162425"/>
            <a:ext cx="83248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评价器是否独立？</a:t>
            </a:r>
          </a:p>
        </p:txBody>
      </p:sp>
      <p:sp>
        <p:nvSpPr>
          <p:cNvPr id="24" name="m-rule-4">
            <a:extLst xmlns:a="http://schemas.openxmlformats.org/drawingml/2006/main">
              <a:ext uri="{FF2B5EF4-FFF2-40B4-BE49-F238E27FC236}">
                <a16:creationId xmlns:a16="http://schemas.microsoft.com/office/drawing/2014/main" id="{D173D95F-A6ED-4CAD-9484-6A43BC836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25" name="m-label-5">
            <a:extLst xmlns:a="http://schemas.openxmlformats.org/drawingml/2006/main">
              <a:ext uri="{FF2B5EF4-FFF2-40B4-BE49-F238E27FC236}">
                <a16:creationId xmlns:a16="http://schemas.microsoft.com/office/drawing/2014/main" id="{7784AAA5-E1EA-44B5-875A-2838FB59F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24765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人工判断</a:t>
            </a:r>
          </a:p>
        </p:txBody>
      </p:sp>
      <p:sp>
        <p:nvSpPr>
          <p:cNvPr id="26" name="m-value-5">
            <a:extLst xmlns:a="http://schemas.openxmlformats.org/drawingml/2006/main">
              <a:ext uri="{FF2B5EF4-FFF2-40B4-BE49-F238E27FC236}">
                <a16:creationId xmlns:a16="http://schemas.microsoft.com/office/drawing/2014/main" id="{18E01007-8064-463F-9E39-B17FE052C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857750"/>
            <a:ext cx="83248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方法、证据与结论由谁决定？</a:t>
            </a:r>
          </a:p>
        </p:txBody>
      </p:sp>
      <p:sp>
        <p:nvSpPr>
          <p:cNvPr id="27" name="m-rule-5">
            <a:extLst xmlns:a="http://schemas.openxmlformats.org/drawingml/2006/main">
              <a:ext uri="{FF2B5EF4-FFF2-40B4-BE49-F238E27FC236}">
                <a16:creationId xmlns:a16="http://schemas.microsoft.com/office/drawing/2014/main" id="{50EF693D-327F-4C5F-A685-33A7F7CF6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系统边界决定哪些表述可以成立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A01C6C72-7586-4CE9-BF23-71DFD6B4F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130e8240ed435a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4DCE4DCC-44A3-4B2F-B641-EA58E9CF8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系统边界决定哪些表述可以成立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B3E8695D-C059-45E9-98CF-ECDA11C67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来源：Karpathy, AutoResearch；Lu et al., 2026；边界说明详见 notes</a:t>
            </a:r>
          </a:p>
        </p:txBody>
      </p:sp>
      <p:sp>
        <p:nvSpPr>
          <p:cNvPr id="10" name="left-h">
            <a:extLst xmlns:a="http://schemas.openxmlformats.org/drawingml/2006/main">
              <a:ext uri="{FF2B5EF4-FFF2-40B4-BE49-F238E27FC236}">
                <a16:creationId xmlns:a16="http://schemas.microsoft.com/office/drawing/2014/main" id="{AF14A406-79D1-435D-8F76-5871DBEEB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证据不支持的外推</a:t>
            </a:r>
          </a:p>
        </p:txBody>
      </p:sp>
      <p:sp>
        <p:nvSpPr>
          <p:cNvPr id="11" name="right-h">
            <a:extLst xmlns:a="http://schemas.openxmlformats.org/drawingml/2006/main">
              <a:ext uri="{FF2B5EF4-FFF2-40B4-BE49-F238E27FC236}">
                <a16:creationId xmlns:a16="http://schemas.microsoft.com/office/drawing/2014/main" id="{A231557C-6824-4F7D-81F3-87FE98E71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47637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当前可成立</a:t>
            </a:r>
          </a:p>
        </p:txBody>
      </p:sp>
      <p:sp>
        <p:nvSpPr>
          <p:cNvPr id="12" name="split">
            <a:extLst xmlns:a="http://schemas.openxmlformats.org/drawingml/2006/main">
              <a:ext uri="{FF2B5EF4-FFF2-40B4-BE49-F238E27FC236}">
                <a16:creationId xmlns:a16="http://schemas.microsoft.com/office/drawing/2014/main" id="{26F6E5ED-8F8A-4D89-B893-DE75FDA4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76375"/>
            <a:ext cx="95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3" name="list-64-217-0">
            <a:extLst xmlns:a="http://schemas.openxmlformats.org/drawingml/2006/main">
              <a:ext uri="{FF2B5EF4-FFF2-40B4-BE49-F238E27FC236}">
                <a16:creationId xmlns:a16="http://schemas.microsoft.com/office/drawing/2014/main" id="{F85F86F5-10BC-413D-BDD1-00D133FC9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669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“自动完成完整科研”</a:t>
            </a:r>
          </a:p>
        </p:txBody>
      </p:sp>
      <p:sp>
        <p:nvSpPr>
          <p:cNvPr id="14" name="list-64-217-1">
            <a:extLst xmlns:a="http://schemas.openxmlformats.org/drawingml/2006/main">
              <a:ext uri="{FF2B5EF4-FFF2-40B4-BE49-F238E27FC236}">
                <a16:creationId xmlns:a16="http://schemas.microsoft.com/office/drawing/2014/main" id="{00688A3B-C2AC-4E3C-B4B4-7B4EEE821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“自动评审替代同行”</a:t>
            </a:r>
          </a:p>
        </p:txBody>
      </p:sp>
      <p:sp>
        <p:nvSpPr>
          <p:cNvPr id="15" name="list-64-217-2">
            <a:extLst xmlns:a="http://schemas.openxmlformats.org/drawingml/2006/main">
              <a:ext uri="{FF2B5EF4-FFF2-40B4-BE49-F238E27FC236}">
                <a16:creationId xmlns:a16="http://schemas.microsoft.com/office/drawing/2014/main" id="{8B07ECA5-C861-435F-A0CD-DF356E02A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813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“端到端适用于所有学科”</a:t>
            </a:r>
          </a:p>
        </p:txBody>
      </p:sp>
      <p:sp>
        <p:nvSpPr>
          <p:cNvPr id="16" name="list-64-217-3">
            <a:extLst xmlns:a="http://schemas.openxmlformats.org/drawingml/2006/main">
              <a:ext uri="{FF2B5EF4-FFF2-40B4-BE49-F238E27FC236}">
                <a16:creationId xmlns:a16="http://schemas.microsoft.com/office/drawing/2014/main" id="{AB8CD8E2-DAF4-4A1A-90CE-440AED6F5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385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“失败可以自动删除”</a:t>
            </a:r>
          </a:p>
        </p:txBody>
      </p:sp>
      <p:sp>
        <p:nvSpPr>
          <p:cNvPr id="17" name="list-696-217-0">
            <a:extLst xmlns:a="http://schemas.openxmlformats.org/drawingml/2006/main">
              <a:ext uri="{FF2B5EF4-FFF2-40B4-BE49-F238E27FC236}">
                <a16:creationId xmlns:a16="http://schemas.microsoft.com/office/drawing/2014/main" id="{E583EF92-8CF8-40B1-A3E0-FAA395C11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0669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可分析系统组件与边界</a:t>
            </a:r>
          </a:p>
        </p:txBody>
      </p:sp>
      <p:sp>
        <p:nvSpPr>
          <p:cNvPr id="18" name="list-696-217-1">
            <a:extLst xmlns:a="http://schemas.openxmlformats.org/drawingml/2006/main">
              <a:ext uri="{FF2B5EF4-FFF2-40B4-BE49-F238E27FC236}">
                <a16:creationId xmlns:a16="http://schemas.microsoft.com/office/drawing/2014/main" id="{04A10399-F064-4AF0-96BB-4DF7A1C1A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5241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可复用受限循环骨架</a:t>
            </a:r>
          </a:p>
        </p:txBody>
      </p:sp>
      <p:sp>
        <p:nvSpPr>
          <p:cNvPr id="19" name="list-696-217-2">
            <a:extLst xmlns:a="http://schemas.openxmlformats.org/drawingml/2006/main">
              <a:ext uri="{FF2B5EF4-FFF2-40B4-BE49-F238E27FC236}">
                <a16:creationId xmlns:a16="http://schemas.microsoft.com/office/drawing/2014/main" id="{E9D2AECA-8B1E-4830-A02F-E52296215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9813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需人工核验方法与结论</a:t>
            </a:r>
          </a:p>
        </p:txBody>
      </p:sp>
      <p:sp>
        <p:nvSpPr>
          <p:cNvPr id="20" name="list-696-217-3">
            <a:extLst xmlns:a="http://schemas.openxmlformats.org/drawingml/2006/main">
              <a:ext uri="{FF2B5EF4-FFF2-40B4-BE49-F238E27FC236}">
                <a16:creationId xmlns:a16="http://schemas.microsoft.com/office/drawing/2014/main" id="{8A1978EB-7175-4D58-9CE4-8FE98D42D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4385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失败进入可审计记录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同一工作流映射到两个分析对象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6C6EB05F-B43C-44CC-9A4C-496F1E28C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ea582486634573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7988AF0A-A620-454E-9E34-414F5091A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同一工作流映射到两个分析对象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D30D529D-8385-4B4D-B3C1-33CCE83FB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来源：Karpathy, AutoResearch；Lu et al., 2026；对照维度详见 notes</a:t>
            </a:r>
          </a:p>
        </p:txBody>
      </p:sp>
      <p:sp>
        <p:nvSpPr>
          <p:cNvPr id="10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F856987C-5D90-41B4-B4ED-6ACD1C15D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819400"/>
            <a:ext cx="200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1" name="chain-0">
            <a:extLst xmlns:a="http://schemas.openxmlformats.org/drawingml/2006/main">
              <a:ext uri="{FF2B5EF4-FFF2-40B4-BE49-F238E27FC236}">
                <a16:creationId xmlns:a16="http://schemas.microsoft.com/office/drawing/2014/main" id="{927499A8-D76D-42BB-A971-59425F5AD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9550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任务契约</a:t>
            </a:r>
          </a:p>
        </p:txBody>
      </p:sp>
      <p:sp>
        <p:nvSpPr>
          <p:cNvPr id="12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86D9962A-CD4E-41D1-B847-7DC9634A5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266950"/>
            <a:ext cx="44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chain-sub-0">
            <a:extLst xmlns:a="http://schemas.openxmlformats.org/drawingml/2006/main">
              <a:ext uri="{FF2B5EF4-FFF2-40B4-BE49-F238E27FC236}">
                <a16:creationId xmlns:a16="http://schemas.microsoft.com/office/drawing/2014/main" id="{5A215F7D-B088-4923-9E4C-73717C329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7180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两者都需</a:t>
            </a:r>
          </a:p>
        </p:txBody>
      </p:sp>
      <p:sp>
        <p:nvSpPr>
          <p:cNvPr id="14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340F8BD9-CB9B-422D-9072-9FC5303EB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3500" y="2819400"/>
            <a:ext cx="200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5" name="chain-1">
            <a:extLst xmlns:a="http://schemas.openxmlformats.org/drawingml/2006/main">
              <a:ext uri="{FF2B5EF4-FFF2-40B4-BE49-F238E27FC236}">
                <a16:creationId xmlns:a16="http://schemas.microsoft.com/office/drawing/2014/main" id="{80EA1319-62FD-4A95-AABF-80852E726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3500" y="209550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执行循环</a:t>
            </a:r>
          </a:p>
        </p:txBody>
      </p:sp>
      <p:sp>
        <p:nvSpPr>
          <p:cNvPr id="16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7231FB48-9A32-4C7A-A835-BD1F8C209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3750" y="2266950"/>
            <a:ext cx="44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chain-sub-1">
            <a:extLst xmlns:a="http://schemas.openxmlformats.org/drawingml/2006/main">
              <a:ext uri="{FF2B5EF4-FFF2-40B4-BE49-F238E27FC236}">
                <a16:creationId xmlns:a16="http://schemas.microsoft.com/office/drawing/2014/main" id="{B81D3436-6D1F-4C99-BECA-4E37C3F14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3500" y="297180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AutoResearch 更集中</a:t>
            </a:r>
          </a:p>
        </p:txBody>
      </p:sp>
      <p:sp>
        <p:nvSpPr>
          <p:cNvPr id="18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D4CBF69F-D5B3-411F-9CC4-5DDD93302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250" y="2819400"/>
            <a:ext cx="200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9" name="chain-2">
            <a:extLst xmlns:a="http://schemas.openxmlformats.org/drawingml/2006/main">
              <a:ext uri="{FF2B5EF4-FFF2-40B4-BE49-F238E27FC236}">
                <a16:creationId xmlns:a16="http://schemas.microsoft.com/office/drawing/2014/main" id="{8E369CDC-D6AE-46BC-AA76-195B2FA44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250" y="209550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独立 Evals</a:t>
            </a:r>
          </a:p>
        </p:txBody>
      </p:sp>
      <p:sp>
        <p:nvSpPr>
          <p:cNvPr id="20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005DD256-204E-47F3-9F0E-CBBB59E4A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8500" y="2266950"/>
            <a:ext cx="44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1" name="chain-sub-2">
            <a:extLst xmlns:a="http://schemas.openxmlformats.org/drawingml/2006/main">
              <a:ext uri="{FF2B5EF4-FFF2-40B4-BE49-F238E27FC236}">
                <a16:creationId xmlns:a16="http://schemas.microsoft.com/office/drawing/2014/main" id="{D18131AB-528F-4676-B276-162C1F33D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250" y="297180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都不能自改</a:t>
            </a:r>
          </a:p>
        </p:txBody>
      </p:sp>
      <p:sp>
        <p:nvSpPr>
          <p:cNvPr id="22" name="chain-line-3">
            <a:extLst xmlns:a="http://schemas.openxmlformats.org/drawingml/2006/main">
              <a:ext uri="{FF2B5EF4-FFF2-40B4-BE49-F238E27FC236}">
                <a16:creationId xmlns:a16="http://schemas.microsoft.com/office/drawing/2014/main" id="{BABB10B5-292C-4CBB-B447-FDAB4F3B7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819400"/>
            <a:ext cx="200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3" name="chain-3">
            <a:extLst xmlns:a="http://schemas.openxmlformats.org/drawingml/2006/main">
              <a:ext uri="{FF2B5EF4-FFF2-40B4-BE49-F238E27FC236}">
                <a16:creationId xmlns:a16="http://schemas.microsoft.com/office/drawing/2014/main" id="{318FD2CF-B2FC-49F3-822A-66D27614A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09550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人工判断</a:t>
            </a:r>
          </a:p>
        </p:txBody>
      </p:sp>
      <p:sp>
        <p:nvSpPr>
          <p:cNvPr id="24" name="chain-sub-3">
            <a:extLst xmlns:a="http://schemas.openxmlformats.org/drawingml/2006/main">
              <a:ext uri="{FF2B5EF4-FFF2-40B4-BE49-F238E27FC236}">
                <a16:creationId xmlns:a16="http://schemas.microsoft.com/office/drawing/2014/main" id="{70120714-B4F0-4D8D-8DFF-6E48A3FD4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97180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AI Scientist 边界更多</a:t>
            </a:r>
          </a:p>
        </p:txBody>
      </p:sp>
      <p:sp>
        <p:nvSpPr>
          <p:cNvPr id="25" name="systems">
            <a:extLst xmlns:a="http://schemas.openxmlformats.org/drawingml/2006/main">
              <a:ext uri="{FF2B5EF4-FFF2-40B4-BE49-F238E27FC236}">
                <a16:creationId xmlns:a16="http://schemas.microsoft.com/office/drawing/2014/main" id="{FA40BE83-59FF-4173-B5D0-625B2E321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767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AutoResearch 共享最小循环；AI Scientist 增加想法、写作与评审环节。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把可重复动作改写为受限循环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9E51AA90-7623-48D1-BE9D-00A317F8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8ca9165f604306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8F549422-6031-4454-A1AB-8B80E4ED4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把可重复动作改写为受限循环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CD2CCE72-5D2E-4553-A7FC-771238CBC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来源：lesson-11/slides.md；课程工件与讲义见 speaker notes</a:t>
            </a:r>
          </a:p>
        </p:txBody>
      </p:sp>
      <p:sp>
        <p:nvSpPr>
          <p:cNvPr id="10" name="num-0">
            <a:extLst xmlns:a="http://schemas.openxmlformats.org/drawingml/2006/main">
              <a:ext uri="{FF2B5EF4-FFF2-40B4-BE49-F238E27FC236}">
                <a16:creationId xmlns:a16="http://schemas.microsoft.com/office/drawing/2014/main" id="{B8A59DDA-F5D0-4923-BCBD-D9BCA952B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323850" cy="7381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1" name="row-0">
            <a:extLst xmlns:a="http://schemas.openxmlformats.org/drawingml/2006/main">
              <a:ext uri="{FF2B5EF4-FFF2-40B4-BE49-F238E27FC236}">
                <a16:creationId xmlns:a16="http://schemas.microsoft.com/office/drawing/2014/main" id="{5D68E49F-5EE2-43C3-BAD5-4081A301C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24000"/>
            <a:ext cx="619125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写固定指标与版本</a:t>
            </a:r>
          </a:p>
        </p:txBody>
      </p:sp>
      <p:sp>
        <p:nvSpPr>
          <p:cNvPr id="12" name="row-rule-0">
            <a:extLst xmlns:a="http://schemas.openxmlformats.org/drawingml/2006/main">
              <a:ext uri="{FF2B5EF4-FFF2-40B4-BE49-F238E27FC236}">
                <a16:creationId xmlns:a16="http://schemas.microsoft.com/office/drawing/2014/main" id="{4F9BB401-7931-4736-8743-7C8D1E96C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00288"/>
            <a:ext cx="6191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3" name="num-1">
            <a:extLst xmlns:a="http://schemas.openxmlformats.org/drawingml/2006/main">
              <a:ext uri="{FF2B5EF4-FFF2-40B4-BE49-F238E27FC236}">
                <a16:creationId xmlns:a16="http://schemas.microsoft.com/office/drawing/2014/main" id="{7A043A78-C6F1-4CF5-A1EB-3621BCCDE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57438"/>
            <a:ext cx="323850" cy="7381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row-1">
            <a:extLst xmlns:a="http://schemas.openxmlformats.org/drawingml/2006/main">
              <a:ext uri="{FF2B5EF4-FFF2-40B4-BE49-F238E27FC236}">
                <a16:creationId xmlns:a16="http://schemas.microsoft.com/office/drawing/2014/main" id="{890DE06C-1132-41D2-BE5E-24B6543FE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57438"/>
            <a:ext cx="619125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写预算和停止触发器</a:t>
            </a:r>
          </a:p>
        </p:txBody>
      </p:sp>
      <p:sp>
        <p:nvSpPr>
          <p:cNvPr id="15" name="row-rule-1">
            <a:extLst xmlns:a="http://schemas.openxmlformats.org/drawingml/2006/main">
              <a:ext uri="{FF2B5EF4-FFF2-40B4-BE49-F238E27FC236}">
                <a16:creationId xmlns:a16="http://schemas.microsoft.com/office/drawing/2014/main" id="{A845C900-344D-4B83-894F-9234C9F58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33725"/>
            <a:ext cx="6191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6" name="num-2">
            <a:extLst xmlns:a="http://schemas.openxmlformats.org/drawingml/2006/main">
              <a:ext uri="{FF2B5EF4-FFF2-40B4-BE49-F238E27FC236}">
                <a16:creationId xmlns:a16="http://schemas.microsoft.com/office/drawing/2014/main" id="{B66AACBB-8991-4C49-AD11-E739243EB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90875"/>
            <a:ext cx="323850" cy="7381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row-2">
            <a:extLst xmlns:a="http://schemas.openxmlformats.org/drawingml/2006/main">
              <a:ext uri="{FF2B5EF4-FFF2-40B4-BE49-F238E27FC236}">
                <a16:creationId xmlns:a16="http://schemas.microsoft.com/office/drawing/2014/main" id="{142F75A2-B073-4914-A7D9-D1BD68AF0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90875"/>
            <a:ext cx="619125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画 Keep / Discard 与回退</a:t>
            </a:r>
          </a:p>
        </p:txBody>
      </p:sp>
      <p:sp>
        <p:nvSpPr>
          <p:cNvPr id="18" name="row-rule-2">
            <a:extLst xmlns:a="http://schemas.openxmlformats.org/drawingml/2006/main">
              <a:ext uri="{FF2B5EF4-FFF2-40B4-BE49-F238E27FC236}">
                <a16:creationId xmlns:a16="http://schemas.microsoft.com/office/drawing/2014/main" id="{DE32E8DA-F147-43E6-9F49-D735BA229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67163"/>
            <a:ext cx="6191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9" name="num-3">
            <a:extLst xmlns:a="http://schemas.openxmlformats.org/drawingml/2006/main">
              <a:ext uri="{FF2B5EF4-FFF2-40B4-BE49-F238E27FC236}">
                <a16:creationId xmlns:a16="http://schemas.microsoft.com/office/drawing/2014/main" id="{904290F7-1496-4EDC-B769-9928701C6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24313"/>
            <a:ext cx="323850" cy="7381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row-3">
            <a:extLst xmlns:a="http://schemas.openxmlformats.org/drawingml/2006/main">
              <a:ext uri="{FF2B5EF4-FFF2-40B4-BE49-F238E27FC236}">
                <a16:creationId xmlns:a16="http://schemas.microsoft.com/office/drawing/2014/main" id="{A9995ADE-59F5-4D89-A321-188E330F1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24313"/>
            <a:ext cx="619125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留下正常、无改善、失败 trace</a:t>
            </a:r>
          </a:p>
        </p:txBody>
      </p:sp>
      <p:sp>
        <p:nvSpPr>
          <p:cNvPr id="21" name="practice-side">
            <a:extLst xmlns:a="http://schemas.openxmlformats.org/drawingml/2006/main">
              <a:ext uri="{FF2B5EF4-FFF2-40B4-BE49-F238E27FC236}">
                <a16:creationId xmlns:a16="http://schemas.microsoft.com/office/drawing/2014/main" id="{CD453484-AACC-407C-9717-4C4DC673F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66875"/>
            <a:ext cx="3429000" cy="2619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22" name="practice-h">
            <a:extLst xmlns:a="http://schemas.openxmlformats.org/drawingml/2006/main">
              <a:ext uri="{FF2B5EF4-FFF2-40B4-BE49-F238E27FC236}">
                <a16:creationId xmlns:a16="http://schemas.microsoft.com/office/drawing/2014/main" id="{A57A1ECA-D979-4925-894F-6FBBDB5A4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5262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课堂最低产出</a:t>
            </a:r>
          </a:p>
        </p:txBody>
      </p:sp>
      <p:sp>
        <p:nvSpPr>
          <p:cNvPr id="23" name="practice-note">
            <a:extLst xmlns:a="http://schemas.openxmlformats.org/drawingml/2006/main">
              <a:ext uri="{FF2B5EF4-FFF2-40B4-BE49-F238E27FC236}">
                <a16:creationId xmlns:a16="http://schemas.microsoft.com/office/drawing/2014/main" id="{1FCEABC8-D019-4389-B7EF-636E2AC8C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19375"/>
            <a:ext cx="2762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受限循环说明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三种 trace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四约束短分析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失败 trace 连接运行与下一次配置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0F7333B-44AC-F7E9-D49D-FE92F45E0477}" type="slidenum">
              <a:t>17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2FB1173E-89B0-4C38-BEF8-42CBF7BDC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066a86c7bf48ec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3DB653CD-F43F-4B80-A8D1-E3121B8AC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失败 trace 连接运行与下一次配置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EF4E13FB-2C2B-47CE-8F4A-33ADA7411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来源：lesson-11/slides.md；课程工件与讲义见 speaker notes</a:t>
            </a:r>
          </a:p>
        </p:txBody>
      </p:sp>
      <p:sp>
        <p:nvSpPr>
          <p:cNvPr id="10" name="doc-10-bg">
            <a:extLst xmlns:a="http://schemas.openxmlformats.org/drawingml/2006/main">
              <a:ext uri="{FF2B5EF4-FFF2-40B4-BE49-F238E27FC236}">
                <a16:creationId xmlns:a16="http://schemas.microsoft.com/office/drawing/2014/main" id="{762DE5CE-3E3F-4FD8-96C8-22C9D7B30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1" name="doc-10-title-bg">
            <a:extLst xmlns:a="http://schemas.openxmlformats.org/drawingml/2006/main">
              <a:ext uri="{FF2B5EF4-FFF2-40B4-BE49-F238E27FC236}">
                <a16:creationId xmlns:a16="http://schemas.microsoft.com/office/drawing/2014/main" id="{6C8DB9D6-BD3F-420B-B598-601C67007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2" name="doc-10-title">
            <a:extLst xmlns:a="http://schemas.openxmlformats.org/drawingml/2006/main">
              <a:ext uri="{FF2B5EF4-FFF2-40B4-BE49-F238E27FC236}">
                <a16:creationId xmlns:a16="http://schemas.microsoft.com/office/drawing/2014/main" id="{5B0F690E-31D1-4B3B-855D-0AEA8DDF9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00175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failure-log.md｜课程虚构记录</a:t>
            </a:r>
          </a:p>
        </p:txBody>
      </p:sp>
      <p:sp>
        <p:nvSpPr>
          <p:cNvPr id="13" name="doc-10-line-0">
            <a:extLst xmlns:a="http://schemas.openxmlformats.org/drawingml/2006/main">
              <a:ext uri="{FF2B5EF4-FFF2-40B4-BE49-F238E27FC236}">
                <a16:creationId xmlns:a16="http://schemas.microsoft.com/office/drawing/2014/main" id="{E548C0B9-7D1B-41FD-8D88-F498BF42C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876425"/>
            <a:ext cx="678180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run_id: exp01-iter07</a:t>
            </a:r>
          </a:p>
        </p:txBody>
      </p:sp>
      <p:sp>
        <p:nvSpPr>
          <p:cNvPr id="14" name="doc-10-line-1">
            <a:extLst xmlns:a="http://schemas.openxmlformats.org/drawingml/2006/main">
              <a:ext uri="{FF2B5EF4-FFF2-40B4-BE49-F238E27FC236}">
                <a16:creationId xmlns:a16="http://schemas.microsoft.com/office/drawing/2014/main" id="{6ECBC78D-D2E2-470B-86D8-72F21BF0F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44750"/>
            <a:ext cx="678180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status: failed</a:t>
            </a:r>
          </a:p>
        </p:txBody>
      </p:sp>
      <p:sp>
        <p:nvSpPr>
          <p:cNvPr id="15" name="doc-10-line-2">
            <a:extLst xmlns:a="http://schemas.openxmlformats.org/drawingml/2006/main">
              <a:ext uri="{FF2B5EF4-FFF2-40B4-BE49-F238E27FC236}">
                <a16:creationId xmlns:a16="http://schemas.microsoft.com/office/drawing/2014/main" id="{A250CDD6-B091-410C-A9EB-12B456305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13075"/>
            <a:ext cx="678180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failure: metric protocol mismatch</a:t>
            </a:r>
          </a:p>
        </p:txBody>
      </p:sp>
      <p:sp>
        <p:nvSpPr>
          <p:cNvPr id="16" name="doc-10-line-3">
            <a:extLst xmlns:a="http://schemas.openxmlformats.org/drawingml/2006/main">
              <a:ext uri="{FF2B5EF4-FFF2-40B4-BE49-F238E27FC236}">
                <a16:creationId xmlns:a16="http://schemas.microsoft.com/office/drawing/2014/main" id="{98D14DBA-E92F-410B-A1F7-145FB0516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81400"/>
            <a:ext cx="678180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decision: discard candidate</a:t>
            </a:r>
          </a:p>
        </p:txBody>
      </p:sp>
      <p:sp>
        <p:nvSpPr>
          <p:cNvPr id="17" name="doc-10-line-4">
            <a:extLst xmlns:a="http://schemas.openxmlformats.org/drawingml/2006/main">
              <a:ext uri="{FF2B5EF4-FFF2-40B4-BE49-F238E27FC236}">
                <a16:creationId xmlns:a16="http://schemas.microsoft.com/office/drawing/2014/main" id="{1DDF6AA6-E46A-4F8D-B627-EBC0DDDB1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149725"/>
            <a:ext cx="678180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rollback: stable-config-v1</a:t>
            </a:r>
          </a:p>
        </p:txBody>
      </p:sp>
      <p:sp>
        <p:nvSpPr>
          <p:cNvPr id="18" name="doc-10-line-5">
            <a:extLst xmlns:a="http://schemas.openxmlformats.org/drawingml/2006/main">
              <a:ext uri="{FF2B5EF4-FFF2-40B4-BE49-F238E27FC236}">
                <a16:creationId xmlns:a16="http://schemas.microsoft.com/office/drawing/2014/main" id="{A007DB37-ABA8-4442-AF92-B882FB2CC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18050"/>
            <a:ext cx="678180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next: fix protocol binding</a:t>
            </a:r>
          </a:p>
        </p:txBody>
      </p:sp>
      <p:sp>
        <p:nvSpPr>
          <p:cNvPr id="19" name="keep">
            <a:extLst xmlns:a="http://schemas.openxmlformats.org/drawingml/2006/main">
              <a:ext uri="{FF2B5EF4-FFF2-40B4-BE49-F238E27FC236}">
                <a16:creationId xmlns:a16="http://schemas.microsoft.com/office/drawing/2014/main" id="{4F587CF5-55DD-4E52-9BEA-0E62797A7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381250"/>
            <a:ext cx="2762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6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失败没有被删除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6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它改变下一次配置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同伴只问四个循环边界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1C6C81E-38B9-7560-621D-5A151A79DF9B}" type="slidenum">
              <a:t>18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C2242678-EFCD-42B5-BB46-151C8B837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96ea45d60c45b2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D9D41C8F-0AB6-4E70-BBAC-4F046A8BE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同伴只问四个循环边界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5ED5AF1C-A147-47CF-9690-17E60911B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来源：lesson-11/slides.md；课程工件与讲义见 speaker notes</a:t>
            </a:r>
          </a:p>
        </p:txBody>
      </p:sp>
      <p:sp>
        <p:nvSpPr>
          <p:cNvPr id="10" name="doc-11-bg">
            <a:extLst xmlns:a="http://schemas.openxmlformats.org/drawingml/2006/main">
              <a:ext uri="{FF2B5EF4-FFF2-40B4-BE49-F238E27FC236}">
                <a16:creationId xmlns:a16="http://schemas.microsoft.com/office/drawing/2014/main" id="{CE7CB709-D4C8-491E-8249-5E79A0B7C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476375"/>
            <a:ext cx="5334000" cy="3667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1" name="doc-11-title-bg">
            <a:extLst xmlns:a="http://schemas.openxmlformats.org/drawingml/2006/main">
              <a:ext uri="{FF2B5EF4-FFF2-40B4-BE49-F238E27FC236}">
                <a16:creationId xmlns:a16="http://schemas.microsoft.com/office/drawing/2014/main" id="{209E7F93-4850-4526-9D5F-D10F29314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476375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2" name="doc-11-title">
            <a:extLst xmlns:a="http://schemas.openxmlformats.org/drawingml/2006/main">
              <a:ext uri="{FF2B5EF4-FFF2-40B4-BE49-F238E27FC236}">
                <a16:creationId xmlns:a16="http://schemas.microsoft.com/office/drawing/2014/main" id="{B43E718C-F427-468D-A8CB-99A36902E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495425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作者的受限循环说明</a:t>
            </a:r>
          </a:p>
        </p:txBody>
      </p:sp>
      <p:sp>
        <p:nvSpPr>
          <p:cNvPr id="13" name="doc-11-line-0">
            <a:extLst xmlns:a="http://schemas.openxmlformats.org/drawingml/2006/main">
              <a:ext uri="{FF2B5EF4-FFF2-40B4-BE49-F238E27FC236}">
                <a16:creationId xmlns:a16="http://schemas.microsoft.com/office/drawing/2014/main" id="{7B268B59-141A-4145-B234-F2321C28B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971675"/>
            <a:ext cx="4876800" cy="731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固定指标与版本</a:t>
            </a:r>
          </a:p>
        </p:txBody>
      </p:sp>
      <p:sp>
        <p:nvSpPr>
          <p:cNvPr id="14" name="doc-11-line-1">
            <a:extLst xmlns:a="http://schemas.openxmlformats.org/drawingml/2006/main">
              <a:ext uri="{FF2B5EF4-FFF2-40B4-BE49-F238E27FC236}">
                <a16:creationId xmlns:a16="http://schemas.microsoft.com/office/drawing/2014/main" id="{E4754BE3-66FE-442F-A963-96327E757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717006"/>
            <a:ext cx="4876800" cy="731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预算 / 停止 / 回退</a:t>
            </a:r>
          </a:p>
        </p:txBody>
      </p:sp>
      <p:sp>
        <p:nvSpPr>
          <p:cNvPr id="15" name="doc-11-line-2">
            <a:extLst xmlns:a="http://schemas.openxmlformats.org/drawingml/2006/main">
              <a:ext uri="{FF2B5EF4-FFF2-40B4-BE49-F238E27FC236}">
                <a16:creationId xmlns:a16="http://schemas.microsoft.com/office/drawing/2014/main" id="{2C7D0A23-AE69-49B6-8183-C59601242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462338"/>
            <a:ext cx="4876800" cy="731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人工审核点</a:t>
            </a:r>
          </a:p>
        </p:txBody>
      </p:sp>
      <p:sp>
        <p:nvSpPr>
          <p:cNvPr id="16" name="doc-11-line-3">
            <a:extLst xmlns:a="http://schemas.openxmlformats.org/drawingml/2006/main">
              <a:ext uri="{FF2B5EF4-FFF2-40B4-BE49-F238E27FC236}">
                <a16:creationId xmlns:a16="http://schemas.microsoft.com/office/drawing/2014/main" id="{FF7D0D47-0B56-439D-BAD0-26B737F90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207669"/>
            <a:ext cx="4876800" cy="731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正常 / 无改善 / 失败 trace</a:t>
            </a:r>
          </a:p>
        </p:txBody>
      </p:sp>
      <p:sp>
        <p:nvSpPr>
          <p:cNvPr id="17" name="peer">
            <a:extLst xmlns:a="http://schemas.openxmlformats.org/drawingml/2006/main">
              <a:ext uri="{FF2B5EF4-FFF2-40B4-BE49-F238E27FC236}">
                <a16:creationId xmlns:a16="http://schemas.microsoft.com/office/drawing/2014/main" id="{F21B36BA-5629-4240-A4BC-24CF2D9CA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209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同伴提问</a:t>
            </a:r>
          </a:p>
        </p:txBody>
      </p:sp>
      <p:sp>
        <p:nvSpPr>
          <p:cNvPr id="18" name="list-70-280-0">
            <a:extLst xmlns:a="http://schemas.openxmlformats.org/drawingml/2006/main">
              <a:ext uri="{FF2B5EF4-FFF2-40B4-BE49-F238E27FC236}">
                <a16:creationId xmlns:a16="http://schemas.microsoft.com/office/drawing/2014/main" id="{42D7D260-33F7-4F3C-8244-FEA00E607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? 指标会漂移吗</a:t>
            </a:r>
          </a:p>
        </p:txBody>
      </p:sp>
      <p:sp>
        <p:nvSpPr>
          <p:cNvPr id="19" name="list-70-280-1">
            <a:extLst xmlns:a="http://schemas.openxmlformats.org/drawingml/2006/main">
              <a:ext uri="{FF2B5EF4-FFF2-40B4-BE49-F238E27FC236}">
                <a16:creationId xmlns:a16="http://schemas.microsoft.com/office/drawing/2014/main" id="{A3881F0D-A901-4CEB-BFAA-615CBE964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2420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? 何时必须停</a:t>
            </a:r>
          </a:p>
        </p:txBody>
      </p:sp>
      <p:sp>
        <p:nvSpPr>
          <p:cNvPr id="20" name="list-70-280-2">
            <a:extLst xmlns:a="http://schemas.openxmlformats.org/drawingml/2006/main">
              <a:ext uri="{FF2B5EF4-FFF2-40B4-BE49-F238E27FC236}">
                <a16:creationId xmlns:a16="http://schemas.microsoft.com/office/drawing/2014/main" id="{D1173CA3-C759-4806-B5DF-6EDB36EF5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8140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? 失败仍在账本吗</a:t>
            </a:r>
          </a:p>
        </p:txBody>
      </p:sp>
      <p:sp>
        <p:nvSpPr>
          <p:cNvPr id="21" name="list-70-280-3">
            <a:extLst xmlns:a="http://schemas.openxmlformats.org/drawingml/2006/main">
              <a:ext uri="{FF2B5EF4-FFF2-40B4-BE49-F238E27FC236}">
                <a16:creationId xmlns:a16="http://schemas.microsoft.com/office/drawing/2014/main" id="{A8546C62-C822-4CBE-B85F-41B3B4C8C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3860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? 120 输出是否被误写为优化</a:t>
            </a:r>
          </a:p>
        </p:txBody>
      </p:sp>
      <p:sp>
        <p:nvSpPr>
          <p:cNvPr id="22" name="author">
            <a:extLst xmlns:a="http://schemas.openxmlformats.org/drawingml/2006/main">
              <a:ext uri="{FF2B5EF4-FFF2-40B4-BE49-F238E27FC236}">
                <a16:creationId xmlns:a16="http://schemas.microsoft.com/office/drawing/2014/main" id="{E314FC96-793F-4780-A96A-D26E7C2C5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333625"/>
            <a:ext cx="2286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作者记录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决定与理由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本讲知识点总结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F91274-D221-1BB4-3BF9-836E3AD31EBE}" type="slidenum">
              <a:t>19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9A6D49A9-6EFF-4D86-8529-DF76FE645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66882fd7e244ca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B2AAD3E9-06B9-49AE-8965-12015A2E1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本讲知识点总结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8E8B1793-362E-4877-A4E2-92B415335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来源：lesson-11/slides.md；课程工件与讲义见 speaker notes</a:t>
            </a:r>
          </a:p>
        </p:txBody>
      </p:sp>
      <p:sp>
        <p:nvSpPr>
          <p:cNvPr id="10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C438E1B3-1C26-495A-9172-EC64F3C0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57525"/>
            <a:ext cx="195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1" name="chain-0">
            <a:extLst xmlns:a="http://schemas.openxmlformats.org/drawingml/2006/main">
              <a:ext uri="{FF2B5EF4-FFF2-40B4-BE49-F238E27FC236}">
                <a16:creationId xmlns:a16="http://schemas.microsoft.com/office/drawing/2014/main" id="{98D82923-1FEC-42B2-AEA3-ED7B5C4FC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33625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冻结指标</a:t>
            </a:r>
          </a:p>
        </p:txBody>
      </p:sp>
      <p:sp>
        <p:nvSpPr>
          <p:cNvPr id="12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89CBFB15-63D9-4D88-90C9-B93507525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2505075"/>
            <a:ext cx="92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chain-sub-0">
            <a:extLst xmlns:a="http://schemas.openxmlformats.org/drawingml/2006/main">
              <a:ext uri="{FF2B5EF4-FFF2-40B4-BE49-F238E27FC236}">
                <a16:creationId xmlns:a16="http://schemas.microsoft.com/office/drawing/2014/main" id="{DDA87765-81F5-4E11-A1F7-3DA4D2DDE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09925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本讲输入</a:t>
            </a:r>
          </a:p>
        </p:txBody>
      </p:sp>
      <p:sp>
        <p:nvSpPr>
          <p:cNvPr id="14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E5B22C26-BF9E-4C77-94D3-399247F0E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8225" y="3057525"/>
            <a:ext cx="195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5" name="chain-1">
            <a:extLst xmlns:a="http://schemas.openxmlformats.org/drawingml/2006/main">
              <a:ext uri="{FF2B5EF4-FFF2-40B4-BE49-F238E27FC236}">
                <a16:creationId xmlns:a16="http://schemas.microsoft.com/office/drawing/2014/main" id="{22ED1FE5-94AC-453C-B011-1BF74393D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8225" y="2333625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预算 / 停止</a:t>
            </a:r>
          </a:p>
        </p:txBody>
      </p:sp>
      <p:sp>
        <p:nvSpPr>
          <p:cNvPr id="16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ABFA49DC-8A1A-4602-9242-90403D34B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0850" y="2505075"/>
            <a:ext cx="92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chain-sub-1">
            <a:extLst xmlns:a="http://schemas.openxmlformats.org/drawingml/2006/main">
              <a:ext uri="{FF2B5EF4-FFF2-40B4-BE49-F238E27FC236}">
                <a16:creationId xmlns:a16="http://schemas.microsoft.com/office/drawing/2014/main" id="{39EE31EE-CF95-4671-BAFB-B03F3D8DA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8225" y="3209925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本讲执行</a:t>
            </a:r>
          </a:p>
        </p:txBody>
      </p:sp>
      <p:sp>
        <p:nvSpPr>
          <p:cNvPr id="18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B9587E0B-3739-4421-8617-C2AE5173C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600" y="3057525"/>
            <a:ext cx="195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9" name="chain-2">
            <a:extLst xmlns:a="http://schemas.openxmlformats.org/drawingml/2006/main">
              <a:ext uri="{FF2B5EF4-FFF2-40B4-BE49-F238E27FC236}">
                <a16:creationId xmlns:a16="http://schemas.microsoft.com/office/drawing/2014/main" id="{FF4FB9C1-AC8C-445E-A3D8-B9EF186C1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600" y="2333625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失败保留 / 回退</a:t>
            </a:r>
          </a:p>
        </p:txBody>
      </p:sp>
      <p:sp>
        <p:nvSpPr>
          <p:cNvPr id="20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5B643F0F-8DBA-45EC-A589-5B368F6B1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225" y="2505075"/>
            <a:ext cx="92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1" name="chain-sub-2">
            <a:extLst xmlns:a="http://schemas.openxmlformats.org/drawingml/2006/main">
              <a:ext uri="{FF2B5EF4-FFF2-40B4-BE49-F238E27FC236}">
                <a16:creationId xmlns:a16="http://schemas.microsoft.com/office/drawing/2014/main" id="{6E04CD6C-100E-44AA-A2A3-3CCEAB06B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600" y="3209925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本讲证据</a:t>
            </a:r>
          </a:p>
        </p:txBody>
      </p:sp>
      <p:sp>
        <p:nvSpPr>
          <p:cNvPr id="22" name="chain-line-3">
            <a:extLst xmlns:a="http://schemas.openxmlformats.org/drawingml/2006/main">
              <a:ext uri="{FF2B5EF4-FFF2-40B4-BE49-F238E27FC236}">
                <a16:creationId xmlns:a16="http://schemas.microsoft.com/office/drawing/2014/main" id="{6461B6C4-F3A0-4AA9-BD1E-EE326E8A8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3057525"/>
            <a:ext cx="195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3" name="chain-3">
            <a:extLst xmlns:a="http://schemas.openxmlformats.org/drawingml/2006/main">
              <a:ext uri="{FF2B5EF4-FFF2-40B4-BE49-F238E27FC236}">
                <a16:creationId xmlns:a16="http://schemas.microsoft.com/office/drawing/2014/main" id="{3F540AAC-DFB6-4B87-835B-671FEEF0B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2333625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交给 L12 设计</a:t>
            </a:r>
          </a:p>
        </p:txBody>
      </p:sp>
      <p:sp>
        <p:nvSpPr>
          <p:cNvPr id="24" name="chain-sub-3">
            <a:extLst xmlns:a="http://schemas.openxmlformats.org/drawingml/2006/main">
              <a:ext uri="{FF2B5EF4-FFF2-40B4-BE49-F238E27FC236}">
                <a16:creationId xmlns:a16="http://schemas.microsoft.com/office/drawing/2014/main" id="{3BB63BE2-1B24-48E9-B869-C2A5643F4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3209925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下一步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受限循环将升级为最小工作流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44E025A-983C-6D44-79C6-4612AACD43FC}" type="slidenum">
              <a:t>20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63C468C4-472E-4E45-9242-123DA072A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b3761ef99e4f3c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5BEEB73D-0C3B-4A73-A9AB-BBA338F3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受限循环将升级为最小工作流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D5F13601-7698-488B-8DF9-7A07B822B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来源：lesson-11/slides.md；课程工件与讲义见 speaker notes</a:t>
            </a:r>
          </a:p>
        </p:txBody>
      </p:sp>
      <p:sp>
        <p:nvSpPr>
          <p:cNvPr id="10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172B414B-8962-47AA-BA37-2014AF0D0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05150"/>
            <a:ext cx="2095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1" name="chain-0">
            <a:extLst xmlns:a="http://schemas.openxmlformats.org/drawingml/2006/main">
              <a:ext uri="{FF2B5EF4-FFF2-40B4-BE49-F238E27FC236}">
                <a16:creationId xmlns:a16="http://schemas.microsoft.com/office/drawing/2014/main" id="{64F94D8B-40A4-4C2D-94CA-DB087FE5F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L10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一次执行</a:t>
            </a:r>
          </a:p>
        </p:txBody>
      </p:sp>
      <p:sp>
        <p:nvSpPr>
          <p:cNvPr id="12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18AA0A3E-E109-47B4-A072-BD0137593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552700"/>
            <a:ext cx="76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B3B1FBF2-5BF5-4195-8DE7-A369542B7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105150"/>
            <a:ext cx="2095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4" name="chain-1">
            <a:extLst xmlns:a="http://schemas.openxmlformats.org/drawingml/2006/main">
              <a:ext uri="{FF2B5EF4-FFF2-40B4-BE49-F238E27FC236}">
                <a16:creationId xmlns:a16="http://schemas.microsoft.com/office/drawing/2014/main" id="{D17CF2CF-B8D8-4AB0-9D90-52B2705B1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38125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L11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冻结循环</a:t>
            </a:r>
          </a:p>
        </p:txBody>
      </p:sp>
      <p:sp>
        <p:nvSpPr>
          <p:cNvPr id="15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48FBC2C3-BA0E-4D21-9561-420BE8544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552700"/>
            <a:ext cx="76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6" name="chain-sub-1">
            <a:extLst xmlns:a="http://schemas.openxmlformats.org/drawingml/2006/main">
              <a:ext uri="{FF2B5EF4-FFF2-40B4-BE49-F238E27FC236}">
                <a16:creationId xmlns:a16="http://schemas.microsoft.com/office/drawing/2014/main" id="{4C92A392-4852-4343-B9F8-DFD384CA3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257550"/>
            <a:ext cx="209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当前位置 / 输出</a:t>
            </a:r>
          </a:p>
        </p:txBody>
      </p:sp>
      <p:sp>
        <p:nvSpPr>
          <p:cNvPr id="17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47DE32A9-4D92-43FA-B4AC-FCC53CC2B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05150"/>
            <a:ext cx="2095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8" name="chain-2">
            <a:extLst xmlns:a="http://schemas.openxmlformats.org/drawingml/2006/main">
              <a:ext uri="{FF2B5EF4-FFF2-40B4-BE49-F238E27FC236}">
                <a16:creationId xmlns:a16="http://schemas.microsoft.com/office/drawing/2014/main" id="{FA0BF7F7-7C8D-42FF-8CA8-D918328A3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8125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L12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最小工作流</a:t>
            </a:r>
          </a:p>
        </p:txBody>
      </p:sp>
      <p:sp>
        <p:nvSpPr>
          <p:cNvPr id="19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51A1544F-BFBB-49A5-90CD-31506E1DD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552700"/>
            <a:ext cx="76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0" name="chain-line-3">
            <a:extLst xmlns:a="http://schemas.openxmlformats.org/drawingml/2006/main">
              <a:ext uri="{FF2B5EF4-FFF2-40B4-BE49-F238E27FC236}">
                <a16:creationId xmlns:a16="http://schemas.microsoft.com/office/drawing/2014/main" id="{83CED6A0-3880-42FF-82A5-5F8F86A4D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05150"/>
            <a:ext cx="2095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1" name="chain-3">
            <a:extLst xmlns:a="http://schemas.openxmlformats.org/drawingml/2006/main">
              <a:ext uri="{FF2B5EF4-FFF2-40B4-BE49-F238E27FC236}">
                <a16:creationId xmlns:a16="http://schemas.microsoft.com/office/drawing/2014/main" id="{811F3753-0F7E-411D-8BC7-0D47BD5FC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38125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L13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评价</a:t>
            </a:r>
          </a:p>
        </p:txBody>
      </p:sp>
      <p:sp>
        <p:nvSpPr>
          <p:cNvPr id="22" name="handoff">
            <a:extLst xmlns:a="http://schemas.openxmlformats.org/drawingml/2006/main">
              <a:ext uri="{FF2B5EF4-FFF2-40B4-BE49-F238E27FC236}">
                <a16:creationId xmlns:a16="http://schemas.microsoft.com/office/drawing/2014/main" id="{44FA5B3E-E8A7-4426-ABD0-B48773EFD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76750"/>
            <a:ext cx="8763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交给第 12 课：循环说明｜三种 trace｜四约束短分析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2026-09-12T11:42:43.1800000Z</dcterms:created>
  <dcterms:modified xsi:type="dcterms:W3CDTF">2026-09-12T11:42:43.1800000Z</dcterms:modified>
</coreProperties>
</file>