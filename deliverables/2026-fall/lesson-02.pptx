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6efcf3d01421a" /><Relationship Type="http://schemas.openxmlformats.org/officeDocument/2006/relationships/extended-properties" Target="/docProps/app.xml" Id="R8dd6c6a4930c463a" /><Relationship Type="http://schemas.openxmlformats.org/officeDocument/2006/relationships/officeDocument" Target="/ppt/presentation.xml" Id="Rf83289030ef2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032170a6a04288"/>
  </p:sldMasterIdLst>
  <p:notesMasterIdLst>
    <p:notesMasterId xmlns:r="http://schemas.openxmlformats.org/officeDocument/2006/relationships" r:id="Rd2e93767ed2f4e55"/>
  </p:notesMasterIdLst>
  <p:sldIdLst>
    <p:sldId xmlns:r="http://schemas.openxmlformats.org/officeDocument/2006/relationships" id="256" r:id="R218e38a2dc464519"/>
    <p:sldId xmlns:r="http://schemas.openxmlformats.org/officeDocument/2006/relationships" id="257" r:id="R5702c864aee84a9f"/>
    <p:sldId xmlns:r="http://schemas.openxmlformats.org/officeDocument/2006/relationships" id="258" r:id="R69640e9c20604f5a"/>
    <p:sldId xmlns:r="http://schemas.openxmlformats.org/officeDocument/2006/relationships" id="259" r:id="Rce8ad16b71b04c98"/>
    <p:sldId xmlns:r="http://schemas.openxmlformats.org/officeDocument/2006/relationships" id="260" r:id="R721fc10ad9e0411d"/>
    <p:sldId xmlns:r="http://schemas.openxmlformats.org/officeDocument/2006/relationships" id="261" r:id="R6c4ef3e4b15e4be0"/>
    <p:sldId xmlns:r="http://schemas.openxmlformats.org/officeDocument/2006/relationships" id="262" r:id="R20177e4cd331401c"/>
    <p:sldId xmlns:r="http://schemas.openxmlformats.org/officeDocument/2006/relationships" id="263" r:id="R7c2679b3bc9c43a4"/>
    <p:sldId xmlns:r="http://schemas.openxmlformats.org/officeDocument/2006/relationships" id="264" r:id="R44445775e8ad4aa1"/>
    <p:sldId xmlns:r="http://schemas.openxmlformats.org/officeDocument/2006/relationships" id="265" r:id="Rd6417d8db58744a1"/>
    <p:sldId xmlns:r="http://schemas.openxmlformats.org/officeDocument/2006/relationships" id="266" r:id="R2573bd7d5b2343bb"/>
    <p:sldId xmlns:r="http://schemas.openxmlformats.org/officeDocument/2006/relationships" id="267" r:id="Rf57d8474fec7411c"/>
    <p:sldId xmlns:r="http://schemas.openxmlformats.org/officeDocument/2006/relationships" id="268" r:id="R9ebf4e7d484b4bd4"/>
    <p:sldId xmlns:r="http://schemas.openxmlformats.org/officeDocument/2006/relationships" id="269" r:id="R3617d236b8904e04"/>
    <p:sldId xmlns:r="http://schemas.openxmlformats.org/officeDocument/2006/relationships" id="270" r:id="R7da7852461dd4641"/>
    <p:sldId xmlns:r="http://schemas.openxmlformats.org/officeDocument/2006/relationships" id="271" r:id="Raa873d3b45fe4e88"/>
    <p:sldId xmlns:r="http://schemas.openxmlformats.org/officeDocument/2006/relationships" id="272" r:id="Recfbe49ed05b4f98"/>
    <p:sldId xmlns:r="http://schemas.openxmlformats.org/officeDocument/2006/relationships" id="273" r:id="Rf6c623dc71da464e"/>
    <p:sldId xmlns:r="http://schemas.openxmlformats.org/officeDocument/2006/relationships" id="274" r:id="Rc8d723b92fd54ada"/>
    <p:sldId xmlns:r="http://schemas.openxmlformats.org/officeDocument/2006/relationships" id="275" r:id="Rdbdb1c40b93b408c"/>
    <p:sldId xmlns:r="http://schemas.openxmlformats.org/officeDocument/2006/relationships" id="276" r:id="Rec8693533a2040d1"/>
    <p:sldId xmlns:r="http://schemas.openxmlformats.org/officeDocument/2006/relationships" id="277" r:id="R584270f4f94d48f6"/>
    <p:sldId xmlns:r="http://schemas.openxmlformats.org/officeDocument/2006/relationships" id="278" r:id="R3c70efe28e5e4996"/>
    <p:sldId xmlns:r="http://schemas.openxmlformats.org/officeDocument/2006/relationships" id="279" r:id="Rf9d66441c8b54c66"/>
    <p:sldId xmlns:r="http://schemas.openxmlformats.org/officeDocument/2006/relationships" id="280" r:id="R8a33912855fb4d87"/>
    <p:sldId xmlns:r="http://schemas.openxmlformats.org/officeDocument/2006/relationships" id="281" r:id="R97a2889daa7d49d9"/>
    <p:sldId xmlns:r="http://schemas.openxmlformats.org/officeDocument/2006/relationships" id="282" r:id="R0b6cb08a1b18451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b80b9e8974393" /><Relationship Type="http://schemas.openxmlformats.org/officeDocument/2006/relationships/slideMaster" Target="/ppt/slideMasters/slideMaster1.xml" Id="R41032170a6a04288" /><Relationship Type="http://schemas.openxmlformats.org/officeDocument/2006/relationships/notesMaster" Target="/ppt/notesMasters/notesMaster1.xml" Id="Rd2e93767ed2f4e55" /><Relationship Type="http://schemas.openxmlformats.org/officeDocument/2006/relationships/presProps" Target="/ppt/presProps.xml" Id="R200760268739447b" /><Relationship Type="http://schemas.openxmlformats.org/officeDocument/2006/relationships/viewProps" Target="/ppt/viewProps.xml" Id="R9915d588cd60410b" /><Relationship Type="http://schemas.openxmlformats.org/officeDocument/2006/relationships/tableStyles" Target="/ppt/tableStyles.xml" Id="R5883c84843f144e2" /><Relationship Type="http://schemas.openxmlformats.org/officeDocument/2006/relationships/slide" Target="/ppt/slides/slide1.xml" Id="R218e38a2dc464519" /><Relationship Type="http://schemas.openxmlformats.org/officeDocument/2006/relationships/slide" Target="/ppt/slides/slide2.xml" Id="R5702c864aee84a9f" /><Relationship Type="http://schemas.openxmlformats.org/officeDocument/2006/relationships/slide" Target="/ppt/slides/slide3.xml" Id="R69640e9c20604f5a" /><Relationship Type="http://schemas.openxmlformats.org/officeDocument/2006/relationships/slide" Target="/ppt/slides/slide4.xml" Id="Rce8ad16b71b04c98" /><Relationship Type="http://schemas.openxmlformats.org/officeDocument/2006/relationships/slide" Target="/ppt/slides/slide5.xml" Id="R721fc10ad9e0411d" /><Relationship Type="http://schemas.openxmlformats.org/officeDocument/2006/relationships/slide" Target="/ppt/slides/slide6.xml" Id="R6c4ef3e4b15e4be0" /><Relationship Type="http://schemas.openxmlformats.org/officeDocument/2006/relationships/slide" Target="/ppt/slides/slide7.xml" Id="R20177e4cd331401c" /><Relationship Type="http://schemas.openxmlformats.org/officeDocument/2006/relationships/slide" Target="/ppt/slides/slide8.xml" Id="R7c2679b3bc9c43a4" /><Relationship Type="http://schemas.openxmlformats.org/officeDocument/2006/relationships/slide" Target="/ppt/slides/slide9.xml" Id="R44445775e8ad4aa1" /><Relationship Type="http://schemas.openxmlformats.org/officeDocument/2006/relationships/slide" Target="/ppt/slides/slide10.xml" Id="Rd6417d8db58744a1" /><Relationship Type="http://schemas.openxmlformats.org/officeDocument/2006/relationships/slide" Target="/ppt/slides/slide11.xml" Id="R2573bd7d5b2343bb" /><Relationship Type="http://schemas.openxmlformats.org/officeDocument/2006/relationships/slide" Target="/ppt/slides/slide12.xml" Id="Rf57d8474fec7411c" /><Relationship Type="http://schemas.openxmlformats.org/officeDocument/2006/relationships/slide" Target="/ppt/slides/slide13.xml" Id="R9ebf4e7d484b4bd4" /><Relationship Type="http://schemas.openxmlformats.org/officeDocument/2006/relationships/slide" Target="/ppt/slides/slide14.xml" Id="R3617d236b8904e04" /><Relationship Type="http://schemas.openxmlformats.org/officeDocument/2006/relationships/slide" Target="/ppt/slides/slide15.xml" Id="R7da7852461dd4641" /><Relationship Type="http://schemas.openxmlformats.org/officeDocument/2006/relationships/slide" Target="/ppt/slides/slide16.xml" Id="Raa873d3b45fe4e88" /><Relationship Type="http://schemas.openxmlformats.org/officeDocument/2006/relationships/slide" Target="/ppt/slides/slide17.xml" Id="Recfbe49ed05b4f98" /><Relationship Type="http://schemas.openxmlformats.org/officeDocument/2006/relationships/slide" Target="/ppt/slides/slide18.xml" Id="Rf6c623dc71da464e" /><Relationship Type="http://schemas.openxmlformats.org/officeDocument/2006/relationships/slide" Target="/ppt/slides/slide19.xml" Id="Rc8d723b92fd54ada" /><Relationship Type="http://schemas.openxmlformats.org/officeDocument/2006/relationships/slide" Target="/ppt/slides/slide20.xml" Id="Rdbdb1c40b93b408c" /><Relationship Type="http://schemas.openxmlformats.org/officeDocument/2006/relationships/slide" Target="/ppt/slides/slide21.xml" Id="Rec8693533a2040d1" /><Relationship Type="http://schemas.openxmlformats.org/officeDocument/2006/relationships/slide" Target="/ppt/slides/slide22.xml" Id="R584270f4f94d48f6" /><Relationship Type="http://schemas.openxmlformats.org/officeDocument/2006/relationships/slide" Target="/ppt/slides/slide23.xml" Id="R3c70efe28e5e4996" /><Relationship Type="http://schemas.openxmlformats.org/officeDocument/2006/relationships/slide" Target="/ppt/slides/slide24.xml" Id="Rf9d66441c8b54c66" /><Relationship Type="http://schemas.openxmlformats.org/officeDocument/2006/relationships/slide" Target="/ppt/slides/slide25.xml" Id="R8a33912855fb4d87" /><Relationship Type="http://schemas.openxmlformats.org/officeDocument/2006/relationships/slide" Target="/ppt/slides/slide26.xml" Id="R97a2889daa7d49d9" /><Relationship Type="http://schemas.openxmlformats.org/officeDocument/2006/relationships/slide" Target="/ppt/slides/slide27.xml" Id="R0b6cb08a1b18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6851f53835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800b1cacc04526" /><Relationship Type="http://schemas.openxmlformats.org/officeDocument/2006/relationships/notesMaster" Target="/ppt/notesMasters/notesMaster1.xml" Id="R144ae8fae7794f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5d113dd6d14d9a" /><Relationship Type="http://schemas.openxmlformats.org/officeDocument/2006/relationships/notesMaster" Target="/ppt/notesMasters/notesMaster1.xml" Id="R51abbd4bbf4a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8a16c8b2d4e9e" /><Relationship Type="http://schemas.openxmlformats.org/officeDocument/2006/relationships/notesMaster" Target="/ppt/notesMasters/notesMaster1.xml" Id="R3e8ab1e494af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d880a701a484f" /><Relationship Type="http://schemas.openxmlformats.org/officeDocument/2006/relationships/notesMaster" Target="/ppt/notesMasters/notesMaster1.xml" Id="Re419d225a5de47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31644bdc1a4126" /><Relationship Type="http://schemas.openxmlformats.org/officeDocument/2006/relationships/notesMaster" Target="/ppt/notesMasters/notesMaster1.xml" Id="R8695cb3981b2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11a21486c4991" /><Relationship Type="http://schemas.openxmlformats.org/officeDocument/2006/relationships/notesMaster" Target="/ppt/notesMasters/notesMaster1.xml" Id="R4687ab684ec6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05a441a5842ec" /><Relationship Type="http://schemas.openxmlformats.org/officeDocument/2006/relationships/notesMaster" Target="/ppt/notesMasters/notesMaster1.xml" Id="R6520e8c5ddae4d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097115c0724623" /><Relationship Type="http://schemas.openxmlformats.org/officeDocument/2006/relationships/notesMaster" Target="/ppt/notesMasters/notesMaster1.xml" Id="Rdbe5c54d536c48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a931400e7149dd" /><Relationship Type="http://schemas.openxmlformats.org/officeDocument/2006/relationships/notesMaster" Target="/ppt/notesMasters/notesMaster1.xml" Id="Rff17ee5ca2ab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f2dd131d0d4a47" /><Relationship Type="http://schemas.openxmlformats.org/officeDocument/2006/relationships/notesMaster" Target="/ppt/notesMasters/notesMaster1.xml" Id="Rf6b1c40e29c346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06184b32ff4a0f" /><Relationship Type="http://schemas.openxmlformats.org/officeDocument/2006/relationships/notesMaster" Target="/ppt/notesMasters/notesMaster1.xml" Id="R30778af7ab7441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90e78e2cf64ab2" /><Relationship Type="http://schemas.openxmlformats.org/officeDocument/2006/relationships/notesMaster" Target="/ppt/notesMasters/notesMaster1.xml" Id="R889ebe2c875242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1de6e358aa40bf" /><Relationship Type="http://schemas.openxmlformats.org/officeDocument/2006/relationships/notesMaster" Target="/ppt/notesMasters/notesMaster1.xml" Id="Rfdc942de42a740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519e2ba1034bf3" /><Relationship Type="http://schemas.openxmlformats.org/officeDocument/2006/relationships/notesMaster" Target="/ppt/notesMasters/notesMaster1.xml" Id="R6f832ac8c5be45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077c3fad294d12" /><Relationship Type="http://schemas.openxmlformats.org/officeDocument/2006/relationships/notesMaster" Target="/ppt/notesMasters/notesMaster1.xml" Id="R2948f3c7733e4f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0106bacac1448e" /><Relationship Type="http://schemas.openxmlformats.org/officeDocument/2006/relationships/notesMaster" Target="/ppt/notesMasters/notesMaster1.xml" Id="R341a3579262248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1bef441f8a4d86" /><Relationship Type="http://schemas.openxmlformats.org/officeDocument/2006/relationships/notesMaster" Target="/ppt/notesMasters/notesMaster1.xml" Id="R45c134cf548f46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fdfb098be040f0" /><Relationship Type="http://schemas.openxmlformats.org/officeDocument/2006/relationships/notesMaster" Target="/ppt/notesMasters/notesMaster1.xml" Id="Rc916d53dd82649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cf8799322542e9" /><Relationship Type="http://schemas.openxmlformats.org/officeDocument/2006/relationships/notesMaster" Target="/ppt/notesMasters/notesMaster1.xml" Id="R0d81b20093e84c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0d45b9431642b3" /><Relationship Type="http://schemas.openxmlformats.org/officeDocument/2006/relationships/notesMaster" Target="/ppt/notesMasters/notesMaster1.xml" Id="R0e5f6fafea9542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b7796179cd4581" /><Relationship Type="http://schemas.openxmlformats.org/officeDocument/2006/relationships/notesMaster" Target="/ppt/notesMasters/notesMaster1.xml" Id="Rd404a821282040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804f33c5114429" /><Relationship Type="http://schemas.openxmlformats.org/officeDocument/2006/relationships/notesMaster" Target="/ppt/notesMasters/notesMaster1.xml" Id="R97c5c5359f7e43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0da8e86fa94783" /><Relationship Type="http://schemas.openxmlformats.org/officeDocument/2006/relationships/notesMaster" Target="/ppt/notesMasters/notesMaster1.xml" Id="Raf88686c57e74c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f2fc5859ee4fe7" /><Relationship Type="http://schemas.openxmlformats.org/officeDocument/2006/relationships/notesMaster" Target="/ppt/notesMasters/notesMaster1.xml" Id="R0d8af99835d942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50498dc10b4ee1" /><Relationship Type="http://schemas.openxmlformats.org/officeDocument/2006/relationships/notesMaster" Target="/ppt/notesMasters/notesMaster1.xml" Id="R927969eae7ad42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07c336bb734f26" /><Relationship Type="http://schemas.openxmlformats.org/officeDocument/2006/relationships/notesMaster" Target="/ppt/notesMasters/notesMaster1.xml" Id="R0fc78e66662345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43d1b9e7b9426a" /><Relationship Type="http://schemas.openxmlformats.org/officeDocument/2006/relationships/notesMaster" Target="/ppt/notesMasters/notesMaster1.xml" Id="Ra552df999cd9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P01 科研伦理与 Agent 边界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§导读与学习目标；原有证据范围保留。结合本课讲义核对该页范围；本页按需参考。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§导读与学习目标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从 L1 的本人动作继续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讲述：无需已有实验结果；L1未完成真实AI动作者如实标记，在本课允许动作环节补核实际调用。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学生动作：打开L1本人记录并写下一项动作。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 上下文、授权与控制证据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讲述：MI只是教师示例；个人用自己的公开问题或材料完成同类动作。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学生动作：列本人下一项动作的必要输入。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§共同诊断的输入与顺序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P04 声明与 trace 的缺口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讲述：完整E1-E5与目录、任务授权见classroom-pack。先初判再讨论，不提前揭示E4处理答案。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学生动作：引用事件ID与授权条款，写应停止点及缺证。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§共同诊断的输入与顺序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classroom-pack.md；全部目录与事件为教学构造。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P05 科研诚信的六项价值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§一；原有证据范围保留。结合本课讲义核对该页范围；本页按需参考。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§一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P06 中科院与交大的制度依据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§二；原有证据范围保留。结合本课讲义核对该页范围；本页按需参考。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 材料、任务与评价边界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讲述：三种理由分开，不把评价数据当隐私数据，也不因公开而自动扩大任务授权。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学生动作：给目录对象写必要性与边界理由。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classroom-pack.md；课堂构造。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P08 一张可检查的风险记录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讲述：风险卡五字段保留，三个工件同指本次动作。私人数据不是学生必有输入。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学生动作：填写本人一张风险卡。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P09 允许、有条件允许与禁止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讲述：三档是本课任务处置；学校四类场景治理另有正式源。不是每一步都重新申请批准。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学生动作：为本人动作写处置与可检查条件。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P10 发送未公开材料前的五项检查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§八；原有证据范围保留。结合本课讲义核对该页范围；本页按需参考。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§八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P11 未获授权材料外发后的处理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§八；原有证据范围保留。结合本课讲义核对该页范围；本页按需参考。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§八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P12 模拟数据与真实观测的结论边界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§八；原有证据范围保留。结合本课讲义核对该页范围；本页按需参考。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§八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P13 批准必须落实为协议变更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§八；原有证据范围保留。结合本课讲义核对该页范围；本页按需参考。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§八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P14 研究 harness：把边界落实到每一步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§四；原有证据范围保留。结合本课讲义核对该页范围；本页按需参考。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§四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P15 默认拒绝与最小权限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§四；原有证据范围保留。结合本课讲义核对该页范围；本页按需参考。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§四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P16 权限矩阵：写清一次任务授权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讲述：完整六字段和禁止事项见讲义。治理记录由人核验后更新，不作为Agent额外写入。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学生动作：把本人上下文清单并入权限文件。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§五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P17 声明与实际控制分别核对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讲述：Context计划清单不保证实际只读了清单内容；自动加载与其他工具路径也要查。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学生动作：说明本人当前能举证哪一层。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§九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P18 工件状态与证据成熟度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§六；原有证据范围保留。结合本课讲义核对该页范围；本页按需参考。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§六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P19 一份证据地图的状态迁移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讲述：本页为按需参考。对应现行讲义 §六；原有证据范围保留。结合本课讲义核对该页范围；本页按需参考。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§六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---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P20 使用记录与控制证据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讲述：日志沿用已有字段，检查ID和拦截点追加同一记录；不能以填表推断工具已执行拒绝。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学生动作：让本人日志与权限、风险卡对应。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§七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P21 演示：一次允许与拒绝检查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讲述：助教演示实际允许调用；教师主持人工拒绝。原E1-E5是构造诊断，不能称为本次真实工具运行。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学生动作：预测何时必须停止，观察实际记录。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§九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classroom-pack.md；构造请求＋现场人工控制演示。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P22 先核准必要输入，再运行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讲述：不要求开发结果，不读取真实敏感或保留评价。平台不具备路径限制时由人提供必要文本。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学生动作：执行本人的一项已授权AI动作。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§九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P23 受控拒绝发生在哪一步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讲述：逐步演示拒绝，不调用越界读取。确需清单的后续任务单独授权；本次检查记录不能追认旧越界。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学生动作：记录本人一次人工拒绝及实际控制层次。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§九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P24 本人实践：上下文与边界检查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讲述：两段本人实践各15分钟，中点教师点评；无实验结果、代码或GPU均可完成。无模型登记缺失实际AI动作。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学生动作：完成本人动作及允许／拒绝记录。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§十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P25 个人反查三件记录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讲述：自愿讨论，不设固定搭档或签名条件；本人独立解释。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学生动作：反查同一个动作及其记录。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§十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P26 本讲知识点总结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讲述：收回已建立方法，不新增任务。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学生动作：说明自己最需要补核的一项边界。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§十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P27 把公开问题与边界带入 L3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讲述：课外60分钟总预算，含阅读、准备、补全及排障；课后仅补本次缺项。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t>学生动作：打开L3可直接使用的本人输入。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讲义映射：handout.md §十</a:t>
            </a:r>
          </a:p>
          <a:p xmlns:a="http://schemas.openxmlformats.org/drawingml/2006/main"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c4cd7bf474c9a" /><Relationship Type="http://schemas.openxmlformats.org/officeDocument/2006/relationships/image" Target="/ppt/media/image.png" Id="Rbeffe0ab69824b1d" /><Relationship Type="http://schemas.openxmlformats.org/officeDocument/2006/relationships/image" Target="/ppt/media/image2.png" Id="R27a3d8ed6d7e4b08" /><Relationship Type="http://schemas.openxmlformats.org/officeDocument/2006/relationships/image" Target="/ppt/media/image3.png" Id="Rf8a38e9fcb164e76" /><Relationship Type="http://schemas.openxmlformats.org/officeDocument/2006/relationships/image" Target="/ppt/media/image4.png" Id="Re8a2f4d1782842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96d12f63e43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88d085d1a4487" /><Relationship Type="http://schemas.openxmlformats.org/officeDocument/2006/relationships/image" Target="/ppt/media/image2.png" Id="R1a77ea3211b44655" /><Relationship Type="http://schemas.openxmlformats.org/officeDocument/2006/relationships/image" Target="/ppt/media/image5.png" Id="R996e42cf0a5446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9e28ab6c644fd" /><Relationship Type="http://schemas.openxmlformats.org/officeDocument/2006/relationships/image" Target="/ppt/media/image.png" Id="R02c20771b70b4ebc" /><Relationship Type="http://schemas.openxmlformats.org/officeDocument/2006/relationships/image" Target="/ppt/media/image3.png" Id="Rcfb91aab573a4a56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>
            <a:extLst xmlns:a="http://schemas.openxmlformats.org/drawingml/2006/main">
              <a:ext uri="{FF2B5EF4-FFF2-40B4-BE49-F238E27FC236}">
                <a16:creationId xmlns:a16="http://schemas.microsoft.com/office/drawing/2014/main" id="{0AC766F2-145C-467F-B062-59D4F19AB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fe0ab69824b1d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>
            <a:extLst xmlns:a="http://schemas.openxmlformats.org/drawingml/2006/main">
              <a:ext uri="{FF2B5EF4-FFF2-40B4-BE49-F238E27FC236}">
                <a16:creationId xmlns:a16="http://schemas.microsoft.com/office/drawing/2014/main" id="{BF393707-9C3C-4991-BA6A-E89CF46C3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a3d8ed6d7e4b08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>
            <a:extLst xmlns:a="http://schemas.openxmlformats.org/drawingml/2006/main">
              <a:ext uri="{FF2B5EF4-FFF2-40B4-BE49-F238E27FC236}">
                <a16:creationId xmlns:a16="http://schemas.microsoft.com/office/drawing/2014/main" id="{D8EA6BC8-BF80-4A64-B07A-56EA359E7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a38e9fcb164e76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>
            <a:extLst xmlns:a="http://schemas.openxmlformats.org/drawingml/2006/main">
              <a:ext uri="{FF2B5EF4-FFF2-40B4-BE49-F238E27FC236}">
                <a16:creationId xmlns:a16="http://schemas.microsoft.com/office/drawing/2014/main" id="{0AAE6B01-F17A-4431-B977-04E7919F6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2f4d1782842ff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>
            <a:extLst xmlns:a="http://schemas.openxmlformats.org/drawingml/2006/main">
              <a:ext uri="{FF2B5EF4-FFF2-40B4-BE49-F238E27FC236}">
                <a16:creationId xmlns:a16="http://schemas.microsoft.com/office/drawing/2014/main" id="{7CC7D54E-5A6D-4C26-B3EA-BEE5226EE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77ea3211b44655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>
            <a:extLst xmlns:a="http://schemas.openxmlformats.org/drawingml/2006/main">
              <a:ext uri="{FF2B5EF4-FFF2-40B4-BE49-F238E27FC236}">
                <a16:creationId xmlns:a16="http://schemas.microsoft.com/office/drawing/2014/main" id="{68EDB84E-E0C0-4276-9C09-0B03D8559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42cf0a5446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>
            <a:extLst xmlns:a="http://schemas.openxmlformats.org/drawingml/2006/main">
              <a:ext uri="{FF2B5EF4-FFF2-40B4-BE49-F238E27FC236}">
                <a16:creationId xmlns:a16="http://schemas.microsoft.com/office/drawing/2014/main" id="{A73990EE-A04E-4097-9CF9-11D14872B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20771b70b4eb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>
            <a:extLst xmlns:a="http://schemas.openxmlformats.org/drawingml/2006/main">
              <a:ext uri="{FF2B5EF4-FFF2-40B4-BE49-F238E27FC236}">
                <a16:creationId xmlns:a16="http://schemas.microsoft.com/office/drawing/2014/main" id="{A3BE956D-383D-433B-A4D8-3EC9F4E1A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b91aab573a4a56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15f404ecc47ea" /><Relationship Type="http://schemas.openxmlformats.org/officeDocument/2006/relationships/slideLayout" Target="/ppt/slideLayouts/slideLayout1.xml" Id="R0eaeb853ef4a4902" /><Relationship Type="http://schemas.openxmlformats.org/officeDocument/2006/relationships/slideLayout" Target="/ppt/slideLayouts/slideLayout2.xml" Id="Ra631d0eac7364fbb" /><Relationship Type="http://schemas.openxmlformats.org/officeDocument/2006/relationships/slideLayout" Target="/ppt/slideLayouts/slideLayout3.xml" Id="Rac00ac544e844e8e" /><Relationship Type="http://schemas.openxmlformats.org/officeDocument/2006/relationships/slideLayout" Target="/ppt/slideLayouts/slideLayout4.xml" Id="R3f68ac53f39c4c7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eb853ef4a4902"/>
    <p:sldLayoutId xmlns:r="http://schemas.openxmlformats.org/officeDocument/2006/relationships" id="2147483650" r:id="Ra631d0eac7364fbb"/>
    <p:sldLayoutId xmlns:r="http://schemas.openxmlformats.org/officeDocument/2006/relationships" id="2147483651" r:id="Rac00ac544e844e8e"/>
    <p:sldLayoutId xmlns:r="http://schemas.openxmlformats.org/officeDocument/2006/relationships" id="2147483652" r:id="R3f68ac53f39c4c7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81cdc079c4cc8" /><Relationship Type="http://schemas.openxmlformats.org/officeDocument/2006/relationships/notesSlide" Target="/ppt/notesSlides/notesSlide1.xml" Id="R396475558197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0a8b2dc3694cb5" /><Relationship Type="http://schemas.openxmlformats.org/officeDocument/2006/relationships/notesSlide" Target="/ppt/notesSlides/notesSlide2.xml" Id="R09229a6b6764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90409892fe4e72" /><Relationship Type="http://schemas.openxmlformats.org/officeDocument/2006/relationships/notesSlide" Target="/ppt/notesSlides/notesSlide3.xml" Id="R915e3228a49a4d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4755847467424b" /><Relationship Type="http://schemas.openxmlformats.org/officeDocument/2006/relationships/notesSlide" Target="/ppt/notesSlides/notesSlide4.xml" Id="R3ec6fc0ecf144b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407149b12442d9" /><Relationship Type="http://schemas.openxmlformats.org/officeDocument/2006/relationships/image" Target="/ppt/media/image6.png" Id="Rb517e7b94b4f4d86" /><Relationship Type="http://schemas.openxmlformats.org/officeDocument/2006/relationships/notesSlide" Target="/ppt/notesSlides/notesSlide5.xml" Id="Ra7a0f560b63c48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91b8bc74dd480b" /><Relationship Type="http://schemas.openxmlformats.org/officeDocument/2006/relationships/image" Target="/ppt/media/image7.png" Id="Rea095417958c4b98" /><Relationship Type="http://schemas.openxmlformats.org/officeDocument/2006/relationships/image" Target="/ppt/media/image8.png" Id="Rc9a3ad3b50604b3d" /><Relationship Type="http://schemas.openxmlformats.org/officeDocument/2006/relationships/notesSlide" Target="/ppt/notesSlides/notesSlide6.xml" Id="Rc4d00aa7e8fc44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5377dc7e5e4b89" /><Relationship Type="http://schemas.openxmlformats.org/officeDocument/2006/relationships/notesSlide" Target="/ppt/notesSlides/notesSlide7.xml" Id="Re60f8ba51d124e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e118ebc44141a0" /><Relationship Type="http://schemas.openxmlformats.org/officeDocument/2006/relationships/notesSlide" Target="/ppt/notesSlides/notesSlide8.xml" Id="Rca4cb3259f0345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e493ab18b042c6" /><Relationship Type="http://schemas.openxmlformats.org/officeDocument/2006/relationships/notesSlide" Target="/ppt/notesSlides/notesSlide9.xml" Id="Rd664ad31163d47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cd6c8a62164eb1" /><Relationship Type="http://schemas.openxmlformats.org/officeDocument/2006/relationships/notesSlide" Target="/ppt/notesSlides/notesSlide10.xml" Id="Rc6f5d66f0f30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e94bb50d2d454c" /><Relationship Type="http://schemas.openxmlformats.org/officeDocument/2006/relationships/notesSlide" Target="/ppt/notesSlides/notesSlide11.xml" Id="R54dba01ee9b340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14c05d35f549b5" /><Relationship Type="http://schemas.openxmlformats.org/officeDocument/2006/relationships/notesSlide" Target="/ppt/notesSlides/notesSlide12.xml" Id="Ref68b55130834a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2b43352960465b" /><Relationship Type="http://schemas.openxmlformats.org/officeDocument/2006/relationships/notesSlide" Target="/ppt/notesSlides/notesSlide13.xml" Id="Rfa7c0913ce484a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abe85b58fc40ad" /><Relationship Type="http://schemas.openxmlformats.org/officeDocument/2006/relationships/notesSlide" Target="/ppt/notesSlides/notesSlide14.xml" Id="Rd8fc9b8cd9f7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dec2796ff84bf7" /><Relationship Type="http://schemas.openxmlformats.org/officeDocument/2006/relationships/notesSlide" Target="/ppt/notesSlides/notesSlide15.xml" Id="R11d0f14bdd0e49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e8ff1a8ce440dc" /><Relationship Type="http://schemas.openxmlformats.org/officeDocument/2006/relationships/notesSlide" Target="/ppt/notesSlides/notesSlide16.xml" Id="R92f9f52bcf7243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36d77b580a46c8" /><Relationship Type="http://schemas.openxmlformats.org/officeDocument/2006/relationships/notesSlide" Target="/ppt/notesSlides/notesSlide17.xml" Id="R22de7a67814b40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bed67372a24c73" /><Relationship Type="http://schemas.openxmlformats.org/officeDocument/2006/relationships/notesSlide" Target="/ppt/notesSlides/notesSlide18.xml" Id="Rbb23bca1a4a04a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4651239ac04f19" /><Relationship Type="http://schemas.openxmlformats.org/officeDocument/2006/relationships/notesSlide" Target="/ppt/notesSlides/notesSlide19.xml" Id="R1dd40a0220804e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960f13176a47e7" /><Relationship Type="http://schemas.openxmlformats.org/officeDocument/2006/relationships/notesSlide" Target="/ppt/notesSlides/notesSlide20.xml" Id="R034d3ec90aea4e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dd2c06aee743e4" /><Relationship Type="http://schemas.openxmlformats.org/officeDocument/2006/relationships/notesSlide" Target="/ppt/notesSlides/notesSlide21.xml" Id="R809ae61ed16842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27f80a8b064655" /><Relationship Type="http://schemas.openxmlformats.org/officeDocument/2006/relationships/notesSlide" Target="/ppt/notesSlides/notesSlide22.xml" Id="R44673d204a6844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f6796537ba4531" /><Relationship Type="http://schemas.openxmlformats.org/officeDocument/2006/relationships/notesSlide" Target="/ppt/notesSlides/notesSlide23.xml" Id="R8cddb18320a747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ea92a5819e437b" /><Relationship Type="http://schemas.openxmlformats.org/officeDocument/2006/relationships/notesSlide" Target="/ppt/notesSlides/notesSlide24.xml" Id="R1c9d7bb0a39f41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c840b9bb30422d" /><Relationship Type="http://schemas.openxmlformats.org/officeDocument/2006/relationships/notesSlide" Target="/ppt/notesSlides/notesSlide25.xml" Id="R57e6d28e373446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366182f6d14a55" /><Relationship Type="http://schemas.openxmlformats.org/officeDocument/2006/relationships/notesSlide" Target="/ppt/notesSlides/notesSlide26.xml" Id="R9dedaf3f15d64b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85187bce104832" /><Relationship Type="http://schemas.openxmlformats.org/officeDocument/2006/relationships/notesSlide" Target="/ppt/notesSlides/notesSlide27.xml" Id="Rd5ecf9e41d8940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6B71417-DC37-418F-96C9-9E681A1D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第2讲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AEF29C-41E0-42A5-B355-1FB4418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24328"/>
            <a:ext cx="92354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36576" tIns="36576" rIns="36576" bIns="36576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科研伦理与 Agent 边界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45FE243-BF1E-43C4-9568-D1E1DB43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L1 的本人动作继续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92ADEB6-100E-4648-9D67-E9C8C77A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问题版本、实际建议与本人决定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30C2A6C5-E8D9-4E40-940B-417D095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读取了什么，谁应用了文本？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B3CBA490-D09C-4EFE-89ED-476474E9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diff 或保留原问题的理由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5FACB7C5-D5E8-49F1-87F8-04A308F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下一项动作需要哪些材料与工具？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1C102F6-69B2-4A86-ABC1-392C7A7C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0A41CEC-68D4-49C2-89B6-2E69743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上下文、授权与控制证据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C60EEC94-5A3C-46F6-9964-07CD7F8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0E54F33D-18F8-42B2-B2AC-8A489237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依据公开问题提出取证计划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B0B2491-FC3D-4F97-9E5F-42489C8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上下文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9713B4E2-F1A7-45BF-A214-58960B8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完成动作需要哪些材料？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9763F04D-6F20-4CBF-A29D-31712356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授权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A98C883C-C923-4AAC-B188-AAD634E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本次允许读取、写入和调用什么？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A1BA5353-6C24-40FC-AB81-35A7A93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FFDD7B94-804D-4993-9862-A96C25A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实际发生了什么，哪些仍未检查？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14A89579-463F-4B0D-A627-6BE3355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9B02F97-7FAC-4ABA-BAF6-F0AB4ED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声明与 trace 的缺口</a:t>
            </a:r>
          </a:p>
        </p:txBody>
      </p:sp>
      <p:sp>
        <p:nvSpPr>
          <p:cNvPr id="2" name="trace-identity">
            <a:extLst xmlns:a="http://schemas.openxmlformats.org/drawingml/2006/main">
              <a:ext uri="{FF2B5EF4-FFF2-40B4-BE49-F238E27FC236}">
                <a16:creationId xmlns:a16="http://schemas.microsoft.com/office/drawing/2014/main" id="{D1E9E58E-3AAF-481D-80A6-D07DA5A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教学构造轨迹｜非实际运行</a:t>
            </a:r>
          </a:p>
        </p:txBody>
      </p:sp>
      <p:sp>
        <p:nvSpPr>
          <p:cNvPr id="3" name="trace-0">
            <a:extLst xmlns:a="http://schemas.openxmlformats.org/drawingml/2006/main">
              <a:ext uri="{FF2B5EF4-FFF2-40B4-BE49-F238E27FC236}">
                <a16:creationId xmlns:a16="http://schemas.microsoft.com/office/drawing/2014/main" id="{2E9A30C8-5489-48A7-AB27-879BA73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897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READ 仅提供的问题与公开观察；WRITE 仅获批计划段</a:t>
            </a:r>
          </a:p>
        </p:txBody>
      </p:sp>
      <p:sp>
        <p:nvSpPr>
          <p:cNvPr id="4" name="trace-1">
            <a:extLst xmlns:a="http://schemas.openxmlformats.org/drawingml/2006/main">
              <a:ext uri="{FF2B5EF4-FFF2-40B4-BE49-F238E27FC236}">
                <a16:creationId xmlns:a16="http://schemas.microsoft.com/office/drawing/2014/main" id="{A5DCD68A-25F5-47A0-B16E-C882DA0E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4156"/>
            <a:ext cx="10858500" cy="897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E3｜批准计划；未增加其他读取授权</a:t>
            </a:r>
          </a:p>
        </p:txBody>
      </p:sp>
      <p:sp>
        <p:nvSpPr>
          <p:cNvPr id="5" name="trace-2">
            <a:extLst xmlns:a="http://schemas.openxmlformats.org/drawingml/2006/main">
              <a:ext uri="{FF2B5EF4-FFF2-40B4-BE49-F238E27FC236}">
                <a16:creationId xmlns:a16="http://schemas.microsoft.com/office/drawing/2014/main" id="{3B39893E-5C92-4040-98B8-4E9DD73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6188"/>
            <a:ext cx="10858500" cy="897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E4｜helper读取未授权的公开来源清单</a:t>
            </a:r>
          </a:p>
        </p:txBody>
      </p:sp>
      <p:sp>
        <p:nvSpPr>
          <p:cNvPr id="6" name="trace-3">
            <a:extLst xmlns:a="http://schemas.openxmlformats.org/drawingml/2006/main">
              <a:ext uri="{FF2B5EF4-FFF2-40B4-BE49-F238E27FC236}">
                <a16:creationId xmlns:a16="http://schemas.microsoft.com/office/drawing/2014/main" id="{95A59696-F7AF-4503-A61D-4EDA912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8219"/>
            <a:ext cx="10858500" cy="897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E5｜最终diff合规；能否接受“全部权限通过”？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711F80A-6661-4BCE-8680-92CC4DBF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E817F3-58B2-4E18-82DD-C86B23E4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科研诚信的六项价值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D217F-2065-42F9-B6F1-1C8DA50B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body-380">
            <a:extLst xmlns:a="http://schemas.openxmlformats.org/drawingml/2006/main">
              <a:ext uri="{FF2B5EF4-FFF2-40B4-BE49-F238E27FC236}">
                <a16:creationId xmlns:a16="http://schemas.microsoft.com/office/drawing/2014/main" id="{FD23E5BB-B948-4AC7-BC7D-E0ADD435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F4D78"/>
                </a:solidFill>
                <a:latin typeface="Arial"/>
                <a:ea typeface="Arial"/>
                <a:cs typeface="Arial"/>
              </a:rPr>
              <a:t>NASEM · Fostering Integrity in Research · 2017</a:t>
            </a:r>
          </a:p>
        </p:txBody>
      </p:sp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A61F1D59-2CF5-4239-AF08-18B6C6D76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7e7b94b4f4d86"/>
          <a:stretch xmlns:a="http://schemas.openxmlformats.org/drawingml/2006/main"/>
        </p:blipFill>
        <p:spPr>
          <a:xfrm xmlns:a="http://schemas.openxmlformats.org/drawingml/2006/main">
            <a:off x="609600" y="2037510"/>
            <a:ext cx="5362575" cy="3154456"/>
          </a:xfrm>
          <a:prstGeom xmlns:a="http://schemas.openxmlformats.org/drawingml/2006/main" prst="rect">
            <a:avLst/>
          </a:prstGeom>
        </p:spPr>
      </p:pic>
      <p:sp>
        <p:nvSpPr>
          <p:cNvPr id="6" name="body-381">
            <a:extLst xmlns:a="http://schemas.openxmlformats.org/drawingml/2006/main">
              <a:ext uri="{FF2B5EF4-FFF2-40B4-BE49-F238E27FC236}">
                <a16:creationId xmlns:a16="http://schemas.microsoft.com/office/drawing/2014/main" id="{BCC47795-6071-4FFC-9AB6-9BA0629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04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客观</a:t>
            </a:r>
          </a:p>
        </p:txBody>
      </p:sp>
      <p:sp>
        <p:nvSpPr>
          <p:cNvPr id="7" name="body-382">
            <a:extLst xmlns:a="http://schemas.openxmlformats.org/drawingml/2006/main">
              <a:ext uri="{FF2B5EF4-FFF2-40B4-BE49-F238E27FC236}">
                <a16:creationId xmlns:a16="http://schemas.microsoft.com/office/drawing/2014/main" id="{3763E235-3145-4F19-B5D6-3AFBE9AB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19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objectivity</a:t>
            </a:r>
          </a:p>
        </p:txBody>
      </p:sp>
      <p:sp>
        <p:nvSpPr>
          <p:cNvPr id="8" name="rule-383">
            <a:extLst xmlns:a="http://schemas.openxmlformats.org/drawingml/2006/main">
              <a:ext uri="{FF2B5EF4-FFF2-40B4-BE49-F238E27FC236}">
                <a16:creationId xmlns:a16="http://schemas.microsoft.com/office/drawing/2014/main" id="{F57947EC-0746-4D77-BF34-EAB6040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9" name="body-384">
            <a:extLst xmlns:a="http://schemas.openxmlformats.org/drawingml/2006/main">
              <a:ext uri="{FF2B5EF4-FFF2-40B4-BE49-F238E27FC236}">
                <a16:creationId xmlns:a16="http://schemas.microsoft.com/office/drawing/2014/main" id="{132C37B3-31D3-465C-8C21-C7443B62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04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诚实</a:t>
            </a:r>
          </a:p>
        </p:txBody>
      </p:sp>
      <p:sp>
        <p:nvSpPr>
          <p:cNvPr id="10" name="body-385">
            <a:extLst xmlns:a="http://schemas.openxmlformats.org/drawingml/2006/main">
              <a:ext uri="{FF2B5EF4-FFF2-40B4-BE49-F238E27FC236}">
                <a16:creationId xmlns:a16="http://schemas.microsoft.com/office/drawing/2014/main" id="{3BB75F2C-0CA2-4CB7-B1DB-62A534AF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19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11" name="rule-386">
            <a:extLst xmlns:a="http://schemas.openxmlformats.org/drawingml/2006/main">
              <a:ext uri="{FF2B5EF4-FFF2-40B4-BE49-F238E27FC236}">
                <a16:creationId xmlns:a16="http://schemas.microsoft.com/office/drawing/2014/main" id="{494C39FB-7D7A-4C94-BFB0-D657C7A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2" name="body-387">
            <a:extLst xmlns:a="http://schemas.openxmlformats.org/drawingml/2006/main">
              <a:ext uri="{FF2B5EF4-FFF2-40B4-BE49-F238E27FC236}">
                <a16:creationId xmlns:a16="http://schemas.microsoft.com/office/drawing/2014/main" id="{18656F8A-D67F-4579-B181-6B35085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57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开放</a:t>
            </a:r>
          </a:p>
        </p:txBody>
      </p:sp>
      <p:sp>
        <p:nvSpPr>
          <p:cNvPr id="13" name="body-388">
            <a:extLst xmlns:a="http://schemas.openxmlformats.org/drawingml/2006/main">
              <a:ext uri="{FF2B5EF4-FFF2-40B4-BE49-F238E27FC236}">
                <a16:creationId xmlns:a16="http://schemas.microsoft.com/office/drawing/2014/main" id="{695B187E-8C72-4E11-BD5B-086EEA66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71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openness</a:t>
            </a:r>
          </a:p>
        </p:txBody>
      </p:sp>
      <p:sp>
        <p:nvSpPr>
          <p:cNvPr id="14" name="rule-389">
            <a:extLst xmlns:a="http://schemas.openxmlformats.org/drawingml/2006/main">
              <a:ext uri="{FF2B5EF4-FFF2-40B4-BE49-F238E27FC236}">
                <a16:creationId xmlns:a16="http://schemas.microsoft.com/office/drawing/2014/main" id="{B1157921-67E9-4894-9EC9-BE06F17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2432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5" name="body-390">
            <a:extLst xmlns:a="http://schemas.openxmlformats.org/drawingml/2006/main">
              <a:ext uri="{FF2B5EF4-FFF2-40B4-BE49-F238E27FC236}">
                <a16:creationId xmlns:a16="http://schemas.microsoft.com/office/drawing/2014/main" id="{B349171E-A721-45CB-8CF2-E5AF19A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57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</a:t>
            </a:r>
          </a:p>
        </p:txBody>
      </p:sp>
      <p:sp>
        <p:nvSpPr>
          <p:cNvPr id="16" name="body-391">
            <a:extLst xmlns:a="http://schemas.openxmlformats.org/drawingml/2006/main">
              <a:ext uri="{FF2B5EF4-FFF2-40B4-BE49-F238E27FC236}">
                <a16:creationId xmlns:a16="http://schemas.microsoft.com/office/drawing/2014/main" id="{C3A05B37-3B8F-4CAA-8B66-1AD5E70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71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7" name="rule-392">
            <a:extLst xmlns:a="http://schemas.openxmlformats.org/drawingml/2006/main">
              <a:ext uri="{FF2B5EF4-FFF2-40B4-BE49-F238E27FC236}">
                <a16:creationId xmlns:a16="http://schemas.microsoft.com/office/drawing/2014/main" id="{1E89B7E2-190E-4EB0-9DD2-F337B3BF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2432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8" name="body-393">
            <a:extLst xmlns:a="http://schemas.openxmlformats.org/drawingml/2006/main">
              <a:ext uri="{FF2B5EF4-FFF2-40B4-BE49-F238E27FC236}">
                <a16:creationId xmlns:a16="http://schemas.microsoft.com/office/drawing/2014/main" id="{CEC33EA6-3130-4B02-A1AE-053BCA6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0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问责</a:t>
            </a:r>
          </a:p>
        </p:txBody>
      </p:sp>
      <p:sp>
        <p:nvSpPr>
          <p:cNvPr id="19" name="body-394">
            <a:extLst xmlns:a="http://schemas.openxmlformats.org/drawingml/2006/main">
              <a:ext uri="{FF2B5EF4-FFF2-40B4-BE49-F238E27FC236}">
                <a16:creationId xmlns:a16="http://schemas.microsoft.com/office/drawing/2014/main" id="{05377F29-9004-4474-8D0E-91388C38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24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0" name="rule-395">
            <a:extLst xmlns:a="http://schemas.openxmlformats.org/drawingml/2006/main">
              <a:ext uri="{FF2B5EF4-FFF2-40B4-BE49-F238E27FC236}">
                <a16:creationId xmlns:a16="http://schemas.microsoft.com/office/drawing/2014/main" id="{E2A3DF7C-1FE5-489F-8E44-D37D919A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768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21" name="body-396">
            <a:extLst xmlns:a="http://schemas.openxmlformats.org/drawingml/2006/main">
              <a:ext uri="{FF2B5EF4-FFF2-40B4-BE49-F238E27FC236}">
                <a16:creationId xmlns:a16="http://schemas.microsoft.com/office/drawing/2014/main" id="{147BE67B-A7E3-4C6C-A8BD-B3B4C0A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10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守护责任</a:t>
            </a:r>
          </a:p>
        </p:txBody>
      </p:sp>
      <p:sp>
        <p:nvSpPr>
          <p:cNvPr id="22" name="body-397">
            <a:extLst xmlns:a="http://schemas.openxmlformats.org/drawingml/2006/main">
              <a:ext uri="{FF2B5EF4-FFF2-40B4-BE49-F238E27FC236}">
                <a16:creationId xmlns:a16="http://schemas.microsoft.com/office/drawing/2014/main" id="{E745B1A5-39BE-41B3-927B-D396E29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24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stewardship</a:t>
            </a:r>
          </a:p>
        </p:txBody>
      </p:sp>
      <p:sp>
        <p:nvSpPr>
          <p:cNvPr id="23" name="rule-398">
            <a:extLst xmlns:a="http://schemas.openxmlformats.org/drawingml/2006/main">
              <a:ext uri="{FF2B5EF4-FFF2-40B4-BE49-F238E27FC236}">
                <a16:creationId xmlns:a16="http://schemas.microsoft.com/office/drawing/2014/main" id="{5C58584B-2FF8-4B82-BF6E-FA6AA69C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7687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24" name="body-399">
            <a:extLst xmlns:a="http://schemas.openxmlformats.org/drawingml/2006/main">
              <a:ext uri="{FF2B5EF4-FFF2-40B4-BE49-F238E27FC236}">
                <a16:creationId xmlns:a16="http://schemas.microsoft.com/office/drawing/2014/main" id="{B09ACED8-DF3E-4ED8-A699-2219FC2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一次 Agent 动作，可能损害其中哪项价值？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643EB63-9492-4B03-8C6B-CE8DCC2F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中科院与交大的制度依据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9B056B-5C37-4744-A22C-50BE427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body-400">
            <a:extLst xmlns:a="http://schemas.openxmlformats.org/drawingml/2006/main">
              <a:ext uri="{FF2B5EF4-FFF2-40B4-BE49-F238E27FC236}">
                <a16:creationId xmlns:a16="http://schemas.microsoft.com/office/drawing/2014/main" id="{36289DB5-674E-47A7-9CB0-40B0A907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057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中国科学院 · 2024</a:t>
            </a:r>
          </a:p>
        </p:txBody>
      </p:sp>
      <p:sp>
        <p:nvSpPr>
          <p:cNvPr id="5" name="body-401">
            <a:extLst xmlns:a="http://schemas.openxmlformats.org/drawingml/2006/main">
              <a:ext uri="{FF2B5EF4-FFF2-40B4-BE49-F238E27FC236}">
                <a16:creationId xmlns:a16="http://schemas.microsoft.com/office/drawing/2014/main" id="{07875771-C886-4F6C-B758-E2AE178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85850"/>
            <a:ext cx="491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上海交通大学 · 试行版</a:t>
            </a:r>
          </a:p>
        </p:txBody>
      </p:sp>
      <p:sp>
        <p:nvSpPr>
          <p:cNvPr id="6" name="body-402">
            <a:extLst xmlns:a="http://schemas.openxmlformats.org/drawingml/2006/main">
              <a:ext uri="{FF2B5EF4-FFF2-40B4-BE49-F238E27FC236}">
                <a16:creationId xmlns:a16="http://schemas.microsoft.com/office/drawing/2014/main" id="{19896610-DFB6-4F73-94E6-D3C8E2B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577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《科研活动 AI 诚信提醒》</a:t>
            </a:r>
          </a:p>
        </p:txBody>
      </p:sp>
      <p:sp>
        <p:nvSpPr>
          <p:cNvPr id="7" name="body-403">
            <a:extLst xmlns:a="http://schemas.openxmlformats.org/drawingml/2006/main">
              <a:ext uri="{FF2B5EF4-FFF2-40B4-BE49-F238E27FC236}">
                <a16:creationId xmlns:a16="http://schemas.microsoft.com/office/drawing/2014/main" id="{9FDDA8FD-67D7-4459-AD29-EA48D52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914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《教育教学中使用 AI 的规范》</a:t>
            </a:r>
          </a:p>
        </p:txBody>
      </p:sp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9C124BDC-4C19-4F98-A2CE-BA7926C10B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95417958c4b98"/>
          <a:srcRect xmlns:a="http://schemas.openxmlformats.org/drawingml/2006/main" l="6400" t="29000" r="6400" b="36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38425"/>
            <a:ext cx="5057775" cy="1685925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6861A8F5-1ED4-46D4-B89E-D3F5662AA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3ad3b50604b3d"/>
          <a:srcRect xmlns:a="http://schemas.openxmlformats.org/drawingml/2006/main" l="11500" t="8500" r="11500" b="71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638425"/>
            <a:ext cx="4914900" cy="1685925"/>
          </a:xfrm>
          <a:prstGeom xmlns:a="http://schemas.openxmlformats.org/drawingml/2006/main" prst="rect">
            <a:avLst/>
          </a:prstGeom>
        </p:spPr>
      </p:pic>
      <p:sp>
        <p:nvSpPr>
          <p:cNvPr id="10" name="body-404">
            <a:extLst xmlns:a="http://schemas.openxmlformats.org/drawingml/2006/main">
              <a:ext uri="{FF2B5EF4-FFF2-40B4-BE49-F238E27FC236}">
                <a16:creationId xmlns:a16="http://schemas.microsoft.com/office/drawing/2014/main" id="{FD1BBA18-7359-4999-9BF6-7BC3979D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057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科研活动中的诚信要求</a:t>
            </a:r>
          </a:p>
        </p:txBody>
      </p:sp>
      <p:sp>
        <p:nvSpPr>
          <p:cNvPr id="11" name="body-405">
            <a:extLst xmlns:a="http://schemas.openxmlformats.org/drawingml/2006/main">
              <a:ext uri="{FF2B5EF4-FFF2-40B4-BE49-F238E27FC236}">
                <a16:creationId xmlns:a16="http://schemas.microsoft.com/office/drawing/2014/main" id="{0C902F43-588D-4817-9BA7-8E9029B6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57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核验与披露 AI 使用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保护数据和未公开材料</a:t>
            </a:r>
          </a:p>
        </p:txBody>
      </p:sp>
      <p:sp>
        <p:nvSpPr>
          <p:cNvPr id="12" name="body-406">
            <a:extLst xmlns:a="http://schemas.openxmlformats.org/drawingml/2006/main">
              <a:ext uri="{FF2B5EF4-FFF2-40B4-BE49-F238E27FC236}">
                <a16:creationId xmlns:a16="http://schemas.microsoft.com/office/drawing/2014/main" id="{4915E44D-7083-4530-992E-5C9F0F54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91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教育教学场景的分类治理</a:t>
            </a:r>
          </a:p>
        </p:txBody>
      </p:sp>
      <p:sp>
        <p:nvSpPr>
          <p:cNvPr id="13" name="body-407">
            <a:extLst xmlns:a="http://schemas.openxmlformats.org/drawingml/2006/main">
              <a:ext uri="{FF2B5EF4-FFF2-40B4-BE49-F238E27FC236}">
                <a16:creationId xmlns:a16="http://schemas.microsoft.com/office/drawing/2014/main" id="{AB2293E7-B0AE-41F6-B5E1-0AFBE60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914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禁止使用 / 有限使用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鼓励使用 / 开放使用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61600C1-0E91-4AFD-A025-A8258ED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材料、任务与评价边界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17CB9D7-C229-4E7A-A145-BF4EDC6D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公开来源清单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C02A3501-5312-4D3D-B07D-335180CD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内容公开，仍需符合本次任务授权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3FCF765-68F2-495D-B9B2-60B0390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未公开内容占位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38F97091-C5F1-49F1-8841-747BA08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核对材料权利与处理环境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E2F1494-8476-4C74-8549-98103CD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保留评价占位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3E34EA8D-0BD8-4C2F-A86F-3AD13A9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保护评价有效性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1F13A3C2-4A08-4DEA-A87C-FAFFE52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本课只用虚构描述，不存敏感内容或保留结果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971E95E-E6A7-460A-B084-8119B3A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D3AB100-3557-48BA-A605-C1756F70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一张可检查的风险记录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3324D173-FDE4-414D-B5A4-97B7A98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教学构造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1E6D5AD6-EECA-48AE-9A3A-ED67C37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提出取证计划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8267D3B1-F5B7-4F5E-9192-E4143092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Asset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99287BCC-E0AD-40BF-B3F8-D1EA001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05025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当前问题、公开观察及候选输出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7E41C4C0-4DD2-4747-9E30-5ABA480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EEBB6596-08BB-456C-A8EF-F93A6BEF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19425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读取提供文本，提出计划，批准后写回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D4E0561-13AC-4CD8-A392-BCA21647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Risk／Control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D58DD4A3-544D-4418-B7A9-FD3B5097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范围外读取；提供必要文本并审核</a:t>
            </a:r>
          </a:p>
        </p:txBody>
      </p:sp>
      <p:sp>
        <p:nvSpPr>
          <p:cNvPr id="10" name="row-label-4">
            <a:extLst xmlns:a="http://schemas.openxmlformats.org/drawingml/2006/main">
              <a:ext uri="{FF2B5EF4-FFF2-40B4-BE49-F238E27FC236}">
                <a16:creationId xmlns:a16="http://schemas.microsoft.com/office/drawing/2014/main" id="{3FA7F9C2-D3B2-4675-8262-2B1278E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Owner</a:t>
            </a:r>
          </a:p>
        </p:txBody>
      </p:sp>
      <p:sp>
        <p:nvSpPr>
          <p:cNvPr id="11" name="row-value-4">
            <a:extLst xmlns:a="http://schemas.openxmlformats.org/drawingml/2006/main">
              <a:ext uri="{FF2B5EF4-FFF2-40B4-BE49-F238E27FC236}">
                <a16:creationId xmlns:a16="http://schemas.microsoft.com/office/drawing/2014/main" id="{EF7206E3-929E-49BA-8F6B-0D6A3B2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48225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本人核验，记录实际操作者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933C19FC-2877-4958-97DE-136A4B2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B92DBEF-4B32-43DE-8E7B-CA85261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允许、有条件允许与禁止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9C02ABB8-05B8-4E42-93C4-4970DE4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允许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BC6C7560-8B17-45E5-9216-5ED66726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在已批准范围内整理公开材料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61F23825-B516-4DEB-9031-04CD39B9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有条件允许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F88DE03C-E2D2-4C2C-B993-E12AA87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必要的新来源，经确认后纳入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E3A8203-5414-4B9F-A09D-7453873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禁止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04F69506-5789-42D0-BCD9-E9AE61DD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未获授权外发材料或篡改原始记录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9FB0B5DC-96D9-4F99-95E7-1F457A0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已有授权内连续行动，扩大范围再确认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7F98206-92E7-4758-BA6D-DFFE874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91868C9-B81E-4684-9875-F177A81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发送未公开材料前的五项检查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9EE001-B98C-413D-A651-4FA0F7D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body-423">
            <a:extLst xmlns:a="http://schemas.openxmlformats.org/drawingml/2006/main">
              <a:ext uri="{FF2B5EF4-FFF2-40B4-BE49-F238E27FC236}">
                <a16:creationId xmlns:a16="http://schemas.microsoft.com/office/drawing/2014/main" id="{B01C477A-7649-4694-A8EE-EB219E3C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材料身份</a:t>
            </a:r>
          </a:p>
        </p:txBody>
      </p:sp>
      <p:sp>
        <p:nvSpPr>
          <p:cNvPr id="5" name="body-424">
            <a:extLst xmlns:a="http://schemas.openxmlformats.org/drawingml/2006/main">
              <a:ext uri="{FF2B5EF4-FFF2-40B4-BE49-F238E27FC236}">
                <a16:creationId xmlns:a16="http://schemas.microsoft.com/office/drawing/2014/main" id="{5EC440FE-AF95-4D22-B9CA-21F97AD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85875"/>
            <a:ext cx="824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作者工作稿，还是负有保密义务的评审稿？</a:t>
            </a:r>
          </a:p>
        </p:txBody>
      </p:sp>
      <p:sp>
        <p:nvSpPr>
          <p:cNvPr id="6" name="rule-425">
            <a:extLst xmlns:a="http://schemas.openxmlformats.org/drawingml/2006/main">
              <a:ext uri="{FF2B5EF4-FFF2-40B4-BE49-F238E27FC236}">
                <a16:creationId xmlns:a16="http://schemas.microsoft.com/office/drawing/2014/main" id="{D109AE1E-653D-4542-9B97-63284945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7" name="body-426">
            <a:extLst xmlns:a="http://schemas.openxmlformats.org/drawingml/2006/main">
              <a:ext uri="{FF2B5EF4-FFF2-40B4-BE49-F238E27FC236}">
                <a16:creationId xmlns:a16="http://schemas.microsoft.com/office/drawing/2014/main" id="{9763C10E-29F5-436A-A79B-87D3A996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权利与同意</a:t>
            </a:r>
          </a:p>
        </p:txBody>
      </p:sp>
      <p:sp>
        <p:nvSpPr>
          <p:cNvPr id="8" name="body-427">
            <a:extLst xmlns:a="http://schemas.openxmlformats.org/drawingml/2006/main">
              <a:ext uri="{FF2B5EF4-FFF2-40B4-BE49-F238E27FC236}">
                <a16:creationId xmlns:a16="http://schemas.microsoft.com/office/drawing/2014/main" id="{9AA0219E-FF41-4F22-9189-9B65B65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24075"/>
            <a:ext cx="824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共同作者、数据主体及权利方是否同意？</a:t>
            </a:r>
          </a:p>
        </p:txBody>
      </p:sp>
      <p:sp>
        <p:nvSpPr>
          <p:cNvPr id="9" name="rule-428">
            <a:extLst xmlns:a="http://schemas.openxmlformats.org/drawingml/2006/main">
              <a:ext uri="{FF2B5EF4-FFF2-40B4-BE49-F238E27FC236}">
                <a16:creationId xmlns:a16="http://schemas.microsoft.com/office/drawing/2014/main" id="{08C23D69-0D28-48A0-B1C5-6A436E32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0" name="body-429">
            <a:extLst xmlns:a="http://schemas.openxmlformats.org/drawingml/2006/main">
              <a:ext uri="{FF2B5EF4-FFF2-40B4-BE49-F238E27FC236}">
                <a16:creationId xmlns:a16="http://schemas.microsoft.com/office/drawing/2014/main" id="{54F35675-F794-4150-9165-C609DC0F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适用规则</a:t>
            </a:r>
          </a:p>
        </p:txBody>
      </p:sp>
      <p:sp>
        <p:nvSpPr>
          <p:cNvPr id="11" name="body-430">
            <a:extLst xmlns:a="http://schemas.openxmlformats.org/drawingml/2006/main">
              <a:ext uri="{FF2B5EF4-FFF2-40B4-BE49-F238E27FC236}">
                <a16:creationId xmlns:a16="http://schemas.microsoft.com/office/drawing/2014/main" id="{DDB935F9-C1E2-49DF-B854-B76C7E8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824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机构、项目、期刊是否提出更严格要求？</a:t>
            </a:r>
          </a:p>
        </p:txBody>
      </p:sp>
      <p:sp>
        <p:nvSpPr>
          <p:cNvPr id="12" name="rule-431">
            <a:extLst xmlns:a="http://schemas.openxmlformats.org/drawingml/2006/main">
              <a:ext uri="{FF2B5EF4-FFF2-40B4-BE49-F238E27FC236}">
                <a16:creationId xmlns:a16="http://schemas.microsoft.com/office/drawing/2014/main" id="{D4982834-0DD0-45E2-8A60-BEAEABF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3" name="body-432">
            <a:extLst xmlns:a="http://schemas.openxmlformats.org/drawingml/2006/main">
              <a:ext uri="{FF2B5EF4-FFF2-40B4-BE49-F238E27FC236}">
                <a16:creationId xmlns:a16="http://schemas.microsoft.com/office/drawing/2014/main" id="{C14192EE-5C28-4001-941E-69D9B82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使用环境</a:t>
            </a:r>
          </a:p>
        </p:txBody>
      </p:sp>
      <p:sp>
        <p:nvSpPr>
          <p:cNvPr id="14" name="body-433">
            <a:extLst xmlns:a="http://schemas.openxmlformats.org/drawingml/2006/main">
              <a:ext uri="{FF2B5EF4-FFF2-40B4-BE49-F238E27FC236}">
                <a16:creationId xmlns:a16="http://schemas.microsoft.com/office/drawing/2014/main" id="{E72C636A-E922-4C54-AF55-A309E49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824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存储、训练使用与访问权限是否可接受？</a:t>
            </a:r>
          </a:p>
        </p:txBody>
      </p:sp>
      <p:sp>
        <p:nvSpPr>
          <p:cNvPr id="15" name="rule-434">
            <a:extLst xmlns:a="http://schemas.openxmlformats.org/drawingml/2006/main">
              <a:ext uri="{FF2B5EF4-FFF2-40B4-BE49-F238E27FC236}">
                <a16:creationId xmlns:a16="http://schemas.microsoft.com/office/drawing/2014/main" id="{D46DCFB2-005A-478A-95D1-34265DD2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6" name="body-435">
            <a:extLst xmlns:a="http://schemas.openxmlformats.org/drawingml/2006/main">
              <a:ext uri="{FF2B5EF4-FFF2-40B4-BE49-F238E27FC236}">
                <a16:creationId xmlns:a16="http://schemas.microsoft.com/office/drawing/2014/main" id="{83AE43DB-30C6-4BDA-9B6A-0A4B93A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最小必要</a:t>
            </a:r>
          </a:p>
        </p:txBody>
      </p:sp>
      <p:sp>
        <p:nvSpPr>
          <p:cNvPr id="17" name="body-436">
            <a:extLst xmlns:a="http://schemas.openxmlformats.org/drawingml/2006/main">
              <a:ext uri="{FF2B5EF4-FFF2-40B4-BE49-F238E27FC236}">
                <a16:creationId xmlns:a16="http://schemas.microsoft.com/office/drawing/2014/main" id="{6CFFEDF1-698E-47ED-842A-C895D70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824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能否改用抽象问题或更少的获准片段？</a:t>
            </a:r>
          </a:p>
        </p:txBody>
      </p:sp>
      <p:sp>
        <p:nvSpPr>
          <p:cNvPr id="18" name="body-437">
            <a:extLst xmlns:a="http://schemas.openxmlformats.org/drawingml/2006/main">
              <a:ext uri="{FF2B5EF4-FFF2-40B4-BE49-F238E27FC236}">
                <a16:creationId xmlns:a16="http://schemas.microsoft.com/office/drawing/2014/main" id="{AA8395F6-4C00-4038-B2D6-9ED7954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课内练习使用公开、课堂构造或已授权脱敏材料。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FE0967-C184-43B1-AAE1-8BBFBFB1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未获授权材料外发后的处理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6A9D50-0223-498C-ADB1-8072D0B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ody-438">
            <a:extLst xmlns:a="http://schemas.openxmlformats.org/drawingml/2006/main">
              <a:ext uri="{FF2B5EF4-FFF2-40B4-BE49-F238E27FC236}">
                <a16:creationId xmlns:a16="http://schemas.microsoft.com/office/drawing/2014/main" id="{186B6EBB-04F1-441C-8700-2E0F4F4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先停止进一步发送，保留可核对的记录</a:t>
            </a:r>
          </a:p>
        </p:txBody>
      </p:sp>
      <p:sp>
        <p:nvSpPr>
          <p:cNvPr id="5" name="body-439">
            <a:extLst xmlns:a="http://schemas.openxmlformats.org/drawingml/2006/main">
              <a:ext uri="{FF2B5EF4-FFF2-40B4-BE49-F238E27FC236}">
                <a16:creationId xmlns:a16="http://schemas.microsoft.com/office/drawing/2014/main" id="{6F3F0E30-7163-499A-B298-762E918E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停止扩散</a:t>
            </a:r>
          </a:p>
        </p:txBody>
      </p:sp>
      <p:sp>
        <p:nvSpPr>
          <p:cNvPr id="6" name="body-440">
            <a:extLst xmlns:a="http://schemas.openxmlformats.org/drawingml/2006/main">
              <a:ext uri="{FF2B5EF4-FFF2-40B4-BE49-F238E27FC236}">
                <a16:creationId xmlns:a16="http://schemas.microsoft.com/office/drawing/2014/main" id="{56227CD3-0B93-4ACC-9EFD-14AB5E42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838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暂停后续发送与共享</a:t>
            </a:r>
          </a:p>
        </p:txBody>
      </p:sp>
      <p:sp>
        <p:nvSpPr>
          <p:cNvPr id="7" name="rule-441">
            <a:extLst xmlns:a="http://schemas.openxmlformats.org/drawingml/2006/main">
              <a:ext uri="{FF2B5EF4-FFF2-40B4-BE49-F238E27FC236}">
                <a16:creationId xmlns:a16="http://schemas.microsoft.com/office/drawing/2014/main" id="{0CF291BF-9FBA-443E-A21B-1BC62D9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8" name="body-442">
            <a:extLst xmlns:a="http://schemas.openxmlformats.org/drawingml/2006/main">
              <a:ext uri="{FF2B5EF4-FFF2-40B4-BE49-F238E27FC236}">
                <a16:creationId xmlns:a16="http://schemas.microsoft.com/office/drawing/2014/main" id="{72C3DE04-0E04-4C3C-920A-3D90BB8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评估范围</a:t>
            </a:r>
          </a:p>
        </p:txBody>
      </p:sp>
      <p:sp>
        <p:nvSpPr>
          <p:cNvPr id="9" name="body-443">
            <a:extLst xmlns:a="http://schemas.openxmlformats.org/drawingml/2006/main">
              <a:ext uri="{FF2B5EF4-FFF2-40B4-BE49-F238E27FC236}">
                <a16:creationId xmlns:a16="http://schemas.microsoft.com/office/drawing/2014/main" id="{0925B491-36CA-46CA-BB82-3B6FBD5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838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核对输入片段、敏感程度与接收环境</a:t>
            </a:r>
          </a:p>
        </p:txBody>
      </p:sp>
      <p:sp>
        <p:nvSpPr>
          <p:cNvPr id="10" name="rule-444">
            <a:extLst xmlns:a="http://schemas.openxmlformats.org/drawingml/2006/main">
              <a:ext uri="{FF2B5EF4-FFF2-40B4-BE49-F238E27FC236}">
                <a16:creationId xmlns:a16="http://schemas.microsoft.com/office/drawing/2014/main" id="{16215E39-CAB6-4B1A-AA7F-3D68F69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1" name="body-445">
            <a:extLst xmlns:a="http://schemas.openxmlformats.org/drawingml/2006/main">
              <a:ext uri="{FF2B5EF4-FFF2-40B4-BE49-F238E27FC236}">
                <a16:creationId xmlns:a16="http://schemas.microsoft.com/office/drawing/2014/main" id="{C85B69C1-B6BD-4997-B68D-232541AD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记录事实</a:t>
            </a:r>
          </a:p>
        </p:txBody>
      </p:sp>
      <p:sp>
        <p:nvSpPr>
          <p:cNvPr id="12" name="body-446">
            <a:extLst xmlns:a="http://schemas.openxmlformats.org/drawingml/2006/main">
              <a:ext uri="{FF2B5EF4-FFF2-40B4-BE49-F238E27FC236}">
                <a16:creationId xmlns:a16="http://schemas.microsoft.com/office/drawing/2014/main" id="{386C648C-464F-4A5B-B35A-0CE80A9D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838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保存工具、时间、材料范围与实际动作</a:t>
            </a:r>
          </a:p>
        </p:txBody>
      </p:sp>
      <p:sp>
        <p:nvSpPr>
          <p:cNvPr id="13" name="rule-447">
            <a:extLst xmlns:a="http://schemas.openxmlformats.org/drawingml/2006/main">
              <a:ext uri="{FF2B5EF4-FFF2-40B4-BE49-F238E27FC236}">
                <a16:creationId xmlns:a16="http://schemas.microsoft.com/office/drawing/2014/main" id="{6C67A26C-9EC5-4CAE-B8AD-BEEDF455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4" name="body-448">
            <a:extLst xmlns:a="http://schemas.openxmlformats.org/drawingml/2006/main">
              <a:ext uri="{FF2B5EF4-FFF2-40B4-BE49-F238E27FC236}">
                <a16:creationId xmlns:a16="http://schemas.microsoft.com/office/drawing/2014/main" id="{DD4DB29F-1D90-47AB-8F84-FC190B1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按要求沟通</a:t>
            </a:r>
          </a:p>
        </p:txBody>
      </p:sp>
      <p:sp>
        <p:nvSpPr>
          <p:cNvPr id="15" name="body-449">
            <a:extLst xmlns:a="http://schemas.openxmlformats.org/drawingml/2006/main">
              <a:ext uri="{FF2B5EF4-FFF2-40B4-BE49-F238E27FC236}">
                <a16:creationId xmlns:a16="http://schemas.microsoft.com/office/drawing/2014/main" id="{D44ECE81-1779-4B7D-B064-A8F38DF7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838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依机构或合作约定处理，并改用合规输入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636709-0CB7-459D-A4FA-990BE1A1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模拟数据与真实观测的结论边界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B16AA1-7F74-45B7-BA08-37EDD356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native-table-450">
            <a:extLst xmlns:a="http://schemas.openxmlformats.org/drawingml/2006/main">
              <a:ext uri="{FF2B5EF4-FFF2-40B4-BE49-F238E27FC236}">
                <a16:creationId xmlns:a16="http://schemas.microsoft.com/office/drawing/2014/main" id="{82A5CA70-15BC-489E-98DE-EC77900CDBAC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628900"/>
                <a:gridCol w="3105150"/>
                <a:gridCol w="2905125"/>
              </a:tblGrid>
              <a:tr h="6572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材料身份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可用于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能够支持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不能据此声称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模拟数据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显式标注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检查代码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统计流程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程序通过了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所设模拟条件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下的检查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真实人群有效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真实实验成立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真实实验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观测数据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按授权协议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整理和分析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实际结果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本样本、设计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与测量条件下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观察到的结果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所有场景通用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未经设计支持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的因果结论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-451">
            <a:extLst xmlns:a="http://schemas.openxmlformats.org/drawingml/2006/main">
              <a:ext uri="{FF2B5EF4-FFF2-40B4-BE49-F238E27FC236}">
                <a16:creationId xmlns:a16="http://schemas.microsoft.com/office/drawing/2014/main" id="{B9B17D8F-3F46-4D12-8EAB-C61543A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检查一句结论：它是否超出了材料能够支持的范围？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DAB2CB0-9EDB-42E9-935F-0E91906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批准必须落实为协议变更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C938CF3-3FCA-4D9D-9900-8ED9B45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body-452">
            <a:extLst xmlns:a="http://schemas.openxmlformats.org/drawingml/2006/main">
              <a:ext uri="{FF2B5EF4-FFF2-40B4-BE49-F238E27FC236}">
                <a16:creationId xmlns:a16="http://schemas.microsoft.com/office/drawing/2014/main" id="{287FB236-10A8-4CE0-BC51-5210182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课堂构造的失败情境：看到结果后更换主指标</a:t>
            </a:r>
          </a:p>
        </p:txBody>
      </p:sp>
      <p:sp>
        <p:nvSpPr>
          <p:cNvPr id="5" name="body-453">
            <a:extLst xmlns:a="http://schemas.openxmlformats.org/drawingml/2006/main">
              <a:ext uri="{FF2B5EF4-FFF2-40B4-BE49-F238E27FC236}">
                <a16:creationId xmlns:a16="http://schemas.microsoft.com/office/drawing/2014/main" id="{9DE6DE15-66DE-4417-8D94-6EC22551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1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只有一句“同意修改”</a:t>
            </a:r>
          </a:p>
        </p:txBody>
      </p:sp>
      <p:sp>
        <p:nvSpPr>
          <p:cNvPr id="6" name="body-454">
            <a:extLst xmlns:a="http://schemas.openxmlformats.org/drawingml/2006/main">
              <a:ext uri="{FF2B5EF4-FFF2-40B4-BE49-F238E27FC236}">
                <a16:creationId xmlns:a16="http://schemas.microsoft.com/office/drawing/2014/main" id="{5100528E-64CA-4979-AE60-41FFE79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01967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旧协议被覆盖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更换理由没有留下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只报告新指标的好结果</a:t>
            </a:r>
          </a:p>
        </p:txBody>
      </p:sp>
      <p:sp>
        <p:nvSpPr>
          <p:cNvPr id="7" name="body-455">
            <a:extLst xmlns:a="http://schemas.openxmlformats.org/drawingml/2006/main">
              <a:ext uri="{FF2B5EF4-FFF2-40B4-BE49-F238E27FC236}">
                <a16:creationId xmlns:a16="http://schemas.microsoft.com/office/drawing/2014/main" id="{82587CE2-18ED-473A-ACE2-982643F2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可核对的协议修订</a:t>
            </a:r>
          </a:p>
        </p:txBody>
      </p:sp>
      <p:sp>
        <p:nvSpPr>
          <p:cNvPr id="8" name="body-456">
            <a:extLst xmlns:a="http://schemas.openxmlformats.org/drawingml/2006/main">
              <a:ext uri="{FF2B5EF4-FFF2-40B4-BE49-F238E27FC236}">
                <a16:creationId xmlns:a16="http://schemas.microsoft.com/office/drawing/2014/main" id="{C3CD6A7D-4024-4D4E-B536-49355F3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</a:t>
            </a:r>
          </a:p>
        </p:txBody>
      </p:sp>
      <p:sp>
        <p:nvSpPr>
          <p:cNvPr id="9" name="body-457">
            <a:extLst xmlns:a="http://schemas.openxmlformats.org/drawingml/2006/main">
              <a:ext uri="{FF2B5EF4-FFF2-40B4-BE49-F238E27FC236}">
                <a16:creationId xmlns:a16="http://schemas.microsoft.com/office/drawing/2014/main" id="{5394DC42-7A14-4306-BEE4-280A473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670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原主指标与原结果</a:t>
            </a:r>
          </a:p>
        </p:txBody>
      </p:sp>
      <p:sp>
        <p:nvSpPr>
          <p:cNvPr id="10" name="rule-458">
            <a:extLst xmlns:a="http://schemas.openxmlformats.org/drawingml/2006/main">
              <a:ext uri="{FF2B5EF4-FFF2-40B4-BE49-F238E27FC236}">
                <a16:creationId xmlns:a16="http://schemas.microsoft.com/office/drawing/2014/main" id="{1330E57C-FCA5-42C4-9D72-0389B9F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1" name="body-459">
            <a:extLst xmlns:a="http://schemas.openxmlformats.org/drawingml/2006/main">
              <a:ext uri="{FF2B5EF4-FFF2-40B4-BE49-F238E27FC236}">
                <a16:creationId xmlns:a16="http://schemas.microsoft.com/office/drawing/2014/main" id="{86BF88CD-F52B-45D9-A122-213CFFD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2" name="body-460">
            <a:extLst xmlns:a="http://schemas.openxmlformats.org/drawingml/2006/main">
              <a:ext uri="{FF2B5EF4-FFF2-40B4-BE49-F238E27FC236}">
                <a16:creationId xmlns:a16="http://schemas.microsoft.com/office/drawing/2014/main" id="{28E317ED-2E99-4B39-AFDB-AAD57332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变更动机和适用范围</a:t>
            </a:r>
          </a:p>
        </p:txBody>
      </p:sp>
      <p:sp>
        <p:nvSpPr>
          <p:cNvPr id="13" name="rule-461">
            <a:extLst xmlns:a="http://schemas.openxmlformats.org/drawingml/2006/main">
              <a:ext uri="{FF2B5EF4-FFF2-40B4-BE49-F238E27FC236}">
                <a16:creationId xmlns:a16="http://schemas.microsoft.com/office/drawing/2014/main" id="{FB5A6E7C-F6D7-4119-A3AC-B7F33190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4" name="body-462">
            <a:extLst xmlns:a="http://schemas.openxmlformats.org/drawingml/2006/main">
              <a:ext uri="{FF2B5EF4-FFF2-40B4-BE49-F238E27FC236}">
                <a16:creationId xmlns:a16="http://schemas.microsoft.com/office/drawing/2014/main" id="{1A50513B-3BA0-4A6C-94EA-E2B6B9AD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写回</a:t>
            </a:r>
          </a:p>
        </p:txBody>
      </p:sp>
      <p:sp>
        <p:nvSpPr>
          <p:cNvPr id="15" name="body-463">
            <a:extLst xmlns:a="http://schemas.openxmlformats.org/drawingml/2006/main">
              <a:ext uri="{FF2B5EF4-FFF2-40B4-BE49-F238E27FC236}">
                <a16:creationId xmlns:a16="http://schemas.microsoft.com/office/drawing/2014/main" id="{AD06B69F-CA1D-4E63-85C2-7AB2D8F0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新旧协议差异与批准记录</a:t>
            </a:r>
          </a:p>
        </p:txBody>
      </p:sp>
      <p:sp>
        <p:nvSpPr>
          <p:cNvPr id="16" name="rule-464">
            <a:extLst xmlns:a="http://schemas.openxmlformats.org/drawingml/2006/main">
              <a:ext uri="{FF2B5EF4-FFF2-40B4-BE49-F238E27FC236}">
                <a16:creationId xmlns:a16="http://schemas.microsoft.com/office/drawing/2014/main" id="{76EF1A90-B5FC-499B-97E8-8F067FC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7" name="body-465">
            <a:extLst xmlns:a="http://schemas.openxmlformats.org/drawingml/2006/main">
              <a:ext uri="{FF2B5EF4-FFF2-40B4-BE49-F238E27FC236}">
                <a16:creationId xmlns:a16="http://schemas.microsoft.com/office/drawing/2014/main" id="{65E9463A-6982-447C-BD68-0F95210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18" name="body-466">
            <a:extLst xmlns:a="http://schemas.openxmlformats.org/drawingml/2006/main">
              <a:ext uri="{FF2B5EF4-FFF2-40B4-BE49-F238E27FC236}">
                <a16:creationId xmlns:a16="http://schemas.microsoft.com/office/drawing/2014/main" id="{D02DCED3-5056-409C-B545-17D343D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387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区分原定分析与事后分析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445144-15CC-4B14-BAD1-0AB501E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 harness：把边界落实到每一步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132DBE-D070-4F2F-A832-6AE4BCB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protocol-title">
            <a:extLst xmlns:a="http://schemas.openxmlformats.org/drawingml/2006/main">
              <a:ext uri="{FF2B5EF4-FFF2-40B4-BE49-F238E27FC236}">
                <a16:creationId xmlns:a16="http://schemas.microsoft.com/office/drawing/2014/main" id="{1A4C85D0-B823-4DAD-801F-2A3DBC1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研究协议</a:t>
            </a:r>
          </a:p>
        </p:txBody>
      </p:sp>
      <p:sp>
        <p:nvSpPr>
          <p:cNvPr id="5" name="protocol-text">
            <a:extLst xmlns:a="http://schemas.openxmlformats.org/drawingml/2006/main">
              <a:ext uri="{FF2B5EF4-FFF2-40B4-BE49-F238E27FC236}">
                <a16:creationId xmlns:a16="http://schemas.microsoft.com/office/drawing/2014/main" id="{5B34BC7B-AFDF-4443-8A68-596D35E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目标、指标、停止条件</a:t>
            </a:r>
          </a:p>
        </p:txBody>
      </p:sp>
      <p:sp>
        <p:nvSpPr>
          <p:cNvPr id="6" name="permission-title">
            <a:extLst xmlns:a="http://schemas.openxmlformats.org/drawingml/2006/main">
              <a:ext uri="{FF2B5EF4-FFF2-40B4-BE49-F238E27FC236}">
                <a16:creationId xmlns:a16="http://schemas.microsoft.com/office/drawing/2014/main" id="{98F6343B-5051-48C9-A1A1-7666B9AE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028700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任务权限</a:t>
            </a:r>
          </a:p>
        </p:txBody>
      </p:sp>
      <p:sp>
        <p:nvSpPr>
          <p:cNvPr id="7" name="permission-text">
            <a:extLst xmlns:a="http://schemas.openxmlformats.org/drawingml/2006/main">
              <a:ext uri="{FF2B5EF4-FFF2-40B4-BE49-F238E27FC236}">
                <a16:creationId xmlns:a16="http://schemas.microsoft.com/office/drawing/2014/main" id="{96F50F2D-E7FA-4D18-A33C-527343EC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57325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可读、可写、可执行</a:t>
            </a:r>
          </a:p>
        </p:txBody>
      </p:sp>
      <p:sp>
        <p:nvSpPr>
          <p:cNvPr id="8" name="declaration-rule">
            <a:extLst xmlns:a="http://schemas.openxmlformats.org/drawingml/2006/main">
              <a:ext uri="{FF2B5EF4-FFF2-40B4-BE49-F238E27FC236}">
                <a16:creationId xmlns:a16="http://schemas.microsoft.com/office/drawing/2014/main" id="{621EDB95-C9DB-4439-A81D-A88D6E7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sp>
        <p:nvSpPr>
          <p:cNvPr id="9" name="declaration-role">
            <a:extLst xmlns:a="http://schemas.openxmlformats.org/drawingml/2006/main">
              <a:ext uri="{FF2B5EF4-FFF2-40B4-BE49-F238E27FC236}">
                <a16:creationId xmlns:a16="http://schemas.microsoft.com/office/drawing/2014/main" id="{396CD67F-165F-40F5-8E0F-178CAA1D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85975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研究者声明边界</a:t>
            </a:r>
          </a:p>
        </p:txBody>
      </p:sp>
      <p:sp>
        <p:nvSpPr>
          <p:cNvPr id="10" name="proposed-action">
            <a:extLst xmlns:a="http://schemas.openxmlformats.org/drawingml/2006/main">
              <a:ext uri="{FF2B5EF4-FFF2-40B4-BE49-F238E27FC236}">
                <a16:creationId xmlns:a16="http://schemas.microsoft.com/office/drawing/2014/main" id="{624D7C61-2010-4CED-8418-15144A3D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动作提议</a:t>
            </a:r>
          </a:p>
        </p:txBody>
      </p:sp>
      <p:sp>
        <p:nvSpPr>
          <p:cNvPr id="11" name="boundary-check">
            <a:extLst xmlns:a="http://schemas.openxmlformats.org/drawingml/2006/main">
              <a:ext uri="{FF2B5EF4-FFF2-40B4-BE49-F238E27FC236}">
                <a16:creationId xmlns:a16="http://schemas.microsoft.com/office/drawing/2014/main" id="{58918FB3-74C6-49B5-87B9-C6A74464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14650"/>
            <a:ext cx="2019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边界检查</a:t>
            </a:r>
          </a:p>
        </p:txBody>
      </p:sp>
      <p:sp>
        <p:nvSpPr>
          <p:cNvPr id="12" name="bounded-execution">
            <a:extLst xmlns:a="http://schemas.openxmlformats.org/drawingml/2006/main">
              <a:ext uri="{FF2B5EF4-FFF2-40B4-BE49-F238E27FC236}">
                <a16:creationId xmlns:a16="http://schemas.microsoft.com/office/drawing/2014/main" id="{7A0E2DE4-0C15-4553-B20E-1E6F52C4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990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13" name="actual-trace">
            <a:extLst xmlns:a="http://schemas.openxmlformats.org/drawingml/2006/main">
              <a:ext uri="{FF2B5EF4-FFF2-40B4-BE49-F238E27FC236}">
                <a16:creationId xmlns:a16="http://schemas.microsoft.com/office/drawing/2014/main" id="{E7966B06-1A36-4140-881E-4E4BCD0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实际 trace</a:t>
            </a:r>
          </a:p>
        </p:txBody>
      </p:sp>
      <p:cxnSp>
        <p:nvCxnSpPr>
          <p:cNvPr id="85" name="proposal-to-check">
            <a:extLst xmlns:a="http://schemas.openxmlformats.org/drawingml/2006/main">
              <a:ext uri="{FF2B5EF4-FFF2-40B4-BE49-F238E27FC236}">
                <a16:creationId xmlns:a16="http://schemas.microsoft.com/office/drawing/2014/main" id="{2B8B1FE6-1A3C-451F-B2CF-F455F6C0DA5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57450" y="34004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86" name="check-to-execution">
            <a:extLst xmlns:a="http://schemas.openxmlformats.org/drawingml/2006/main">
              <a:ext uri="{FF2B5EF4-FFF2-40B4-BE49-F238E27FC236}">
                <a16:creationId xmlns:a16="http://schemas.microsoft.com/office/drawing/2014/main" id="{97C75B52-A5ED-445F-9BDE-6826F1D6E1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400425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5B"/>
            </a:solidFill>
            <a:prstDash val="solid"/>
            <a:tailEnd type="triangle" w="sm" len="sm"/>
          </a:ln>
        </p:spPr>
      </p:cxnSp>
      <p:sp>
        <p:nvSpPr>
          <p:cNvPr id="16" name="passed">
            <a:extLst xmlns:a="http://schemas.openxmlformats.org/drawingml/2006/main">
              <a:ext uri="{FF2B5EF4-FFF2-40B4-BE49-F238E27FC236}">
                <a16:creationId xmlns:a16="http://schemas.microsoft.com/office/drawing/2014/main" id="{CC6A753E-B3B1-4102-B27E-9AC9AAA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满足条件</a:t>
            </a:r>
          </a:p>
        </p:txBody>
      </p:sp>
      <p:cxnSp>
        <p:nvCxnSpPr>
          <p:cNvPr id="88" name="execution-to-trace">
            <a:extLst xmlns:a="http://schemas.openxmlformats.org/drawingml/2006/main">
              <a:ext uri="{FF2B5EF4-FFF2-40B4-BE49-F238E27FC236}">
                <a16:creationId xmlns:a16="http://schemas.microsoft.com/office/drawing/2014/main" id="{CA121D43-7F58-4C55-8D9E-A06DBD4C250D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44000" y="3400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8" name="execute-detail">
            <a:extLst xmlns:a="http://schemas.openxmlformats.org/drawingml/2006/main">
              <a:ext uri="{FF2B5EF4-FFF2-40B4-BE49-F238E27FC236}">
                <a16:creationId xmlns:a16="http://schemas.microsoft.com/office/drawing/2014/main" id="{FB2EDE40-31BA-4373-BBCE-D9881E51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4335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按获批范围行动</a:t>
            </a:r>
          </a:p>
        </p:txBody>
      </p:sp>
      <p:sp>
        <p:nvSpPr>
          <p:cNvPr id="19" name="trace-detail">
            <a:extLst xmlns:a="http://schemas.openxmlformats.org/drawingml/2006/main">
              <a:ext uri="{FF2B5EF4-FFF2-40B4-BE49-F238E27FC236}">
                <a16:creationId xmlns:a16="http://schemas.microsoft.com/office/drawing/2014/main" id="{56380A67-01F9-4FAB-A263-31AD8E3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4335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diff、日志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与外部状态</a:t>
            </a:r>
          </a:p>
        </p:txBody>
      </p:sp>
      <p:sp>
        <p:nvSpPr>
          <p:cNvPr id="20" name="human-confirmation">
            <a:extLst xmlns:a="http://schemas.openxmlformats.org/drawingml/2006/main">
              <a:ext uri="{FF2B5EF4-FFF2-40B4-BE49-F238E27FC236}">
                <a16:creationId xmlns:a16="http://schemas.microsoft.com/office/drawing/2014/main" id="{DD08FFB1-1172-415F-AB1F-6492B3D1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006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14288">
            <a:solidFill>
              <a:srgbClr val="A96510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人工确认例外</a:t>
            </a:r>
          </a:p>
        </p:txBody>
      </p:sp>
      <p:cxnSp>
        <p:nvCxnSpPr>
          <p:cNvPr id="92" name="exception-to-human">
            <a:extLst xmlns:a="http://schemas.openxmlformats.org/drawingml/2006/main">
              <a:ext uri="{FF2B5EF4-FFF2-40B4-BE49-F238E27FC236}">
                <a16:creationId xmlns:a16="http://schemas.microsoft.com/office/drawing/2014/main" id="{7B9BD5C7-D3DE-4E3F-8977-C69AFEDB396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933950" y="38862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2" name="exception-label">
            <a:extLst xmlns:a="http://schemas.openxmlformats.org/drawingml/2006/main">
              <a:ext uri="{FF2B5EF4-FFF2-40B4-BE49-F238E27FC236}">
                <a16:creationId xmlns:a16="http://schemas.microsoft.com/office/drawing/2014/main" id="{01289AFF-BADF-40FB-B5DD-41A2EBF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148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超出当前边界</a:t>
            </a:r>
          </a:p>
        </p:txBody>
      </p:sp>
      <p:sp>
        <p:nvSpPr>
          <p:cNvPr id="23" name="approved-low-anchor">
            <a:extLst xmlns:a="http://schemas.openxmlformats.org/drawingml/2006/main">
              <a:ext uri="{FF2B5EF4-FFF2-40B4-BE49-F238E27FC236}">
                <a16:creationId xmlns:a16="http://schemas.microsoft.com/office/drawing/2014/main" id="{5147E83D-3AB2-4CA9-9809-C734481E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33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pproved-high-anchor">
            <a:extLst xmlns:a="http://schemas.openxmlformats.org/drawingml/2006/main">
              <a:ext uri="{FF2B5EF4-FFF2-40B4-BE49-F238E27FC236}">
                <a16:creationId xmlns:a16="http://schemas.microsoft.com/office/drawing/2014/main" id="{EAF5D6DA-4740-434C-A60B-F42717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0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human-to-update">
            <a:extLst xmlns:a="http://schemas.openxmlformats.org/drawingml/2006/main">
              <a:ext uri="{FF2B5EF4-FFF2-40B4-BE49-F238E27FC236}">
                <a16:creationId xmlns:a16="http://schemas.microsoft.com/office/drawing/2014/main" id="{9F4020C3-0811-4858-9A78-834D096B9A75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57525" y="5133975"/>
            <a:ext cx="7334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97" name="updated-boundary-up">
            <a:extLst xmlns:a="http://schemas.openxmlformats.org/drawingml/2006/main">
              <a:ext uri="{FF2B5EF4-FFF2-40B4-BE49-F238E27FC236}">
                <a16:creationId xmlns:a16="http://schemas.microsoft.com/office/drawing/2014/main" id="{9350C812-901B-466B-AEA2-BB016C49FC90}"/>
              </a:ext>
            </a:extLst>
          </p:cNvPr>
          <p:cNvCxnSpPr>
            <a:stCxn xmlns:a="http://schemas.openxmlformats.org/drawingml/2006/main" id="23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3052763" y="3409950"/>
            <a:ext cx="0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98" name="updated-boundary-to-check">
            <a:extLst xmlns:a="http://schemas.openxmlformats.org/drawingml/2006/main">
              <a:ext uri="{FF2B5EF4-FFF2-40B4-BE49-F238E27FC236}">
                <a16:creationId xmlns:a16="http://schemas.microsoft.com/office/drawing/2014/main" id="{95C21826-C5B8-41C7-99CC-B3A8C72025E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057525" y="3400425"/>
            <a:ext cx="8667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8" name="updated-label">
            <a:extLst xmlns:a="http://schemas.openxmlformats.org/drawingml/2006/main">
              <a:ext uri="{FF2B5EF4-FFF2-40B4-BE49-F238E27FC236}">
                <a16:creationId xmlns:a16="http://schemas.microsoft.com/office/drawing/2014/main" id="{D848702B-B407-46A2-8F86-6D88A7A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190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获批：更新边界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并重新检查</a:t>
            </a:r>
          </a:p>
        </p:txBody>
      </p:sp>
      <p:sp>
        <p:nvSpPr>
          <p:cNvPr id="29" name="not-approved-stop">
            <a:extLst xmlns:a="http://schemas.openxmlformats.org/drawingml/2006/main">
              <a:ext uri="{FF2B5EF4-FFF2-40B4-BE49-F238E27FC236}">
                <a16:creationId xmlns:a16="http://schemas.microsoft.com/office/drawing/2014/main" id="{19BB6D87-A7B2-45C2-86F2-B1E8C99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cxnSp>
        <p:nvCxnSpPr>
          <p:cNvPr id="101" name="human-denied-to-stop">
            <a:extLst xmlns:a="http://schemas.openxmlformats.org/drawingml/2006/main">
              <a:ext uri="{FF2B5EF4-FFF2-40B4-BE49-F238E27FC236}">
                <a16:creationId xmlns:a16="http://schemas.microsoft.com/office/drawing/2014/main" id="{8B9FED37-52ED-44D2-841A-423839C0BCC4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76950" y="5133975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31" name="not-approved">
            <a:extLst xmlns:a="http://schemas.openxmlformats.org/drawingml/2006/main">
              <a:ext uri="{FF2B5EF4-FFF2-40B4-BE49-F238E27FC236}">
                <a16:creationId xmlns:a16="http://schemas.microsoft.com/office/drawing/2014/main" id="{7565C997-559E-4768-BBFD-B4D58181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33925"/>
            <a:ext cx="148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未获批准</a:t>
            </a:r>
          </a:p>
        </p:txBody>
      </p:sp>
      <p:sp>
        <p:nvSpPr>
          <p:cNvPr id="32" name="next-state-anchor">
            <a:extLst xmlns:a="http://schemas.openxmlformats.org/drawingml/2006/main">
              <a:ext uri="{FF2B5EF4-FFF2-40B4-BE49-F238E27FC236}">
                <a16:creationId xmlns:a16="http://schemas.microsoft.com/office/drawing/2014/main" id="{82AFC9D8-D310-4935-899B-1B01ABA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647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next-proposal-anchor">
            <a:extLst xmlns:a="http://schemas.openxmlformats.org/drawingml/2006/main">
              <a:ext uri="{FF2B5EF4-FFF2-40B4-BE49-F238E27FC236}">
                <a16:creationId xmlns:a16="http://schemas.microsoft.com/office/drawing/2014/main" id="{E7D51D7D-7C0D-4EDE-97D5-A31D2681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47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trace-to-next-state">
            <a:extLst xmlns:a="http://schemas.openxmlformats.org/drawingml/2006/main">
              <a:ext uri="{FF2B5EF4-FFF2-40B4-BE49-F238E27FC236}">
                <a16:creationId xmlns:a16="http://schemas.microsoft.com/office/drawing/2014/main" id="{A4A38CDD-461A-4189-BF09-01BF1C404D9E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10734675" y="2657475"/>
            <a:ext cx="4763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106" name="next-state-to-new-action">
            <a:extLst xmlns:a="http://schemas.openxmlformats.org/drawingml/2006/main">
              <a:ext uri="{FF2B5EF4-FFF2-40B4-BE49-F238E27FC236}">
                <a16:creationId xmlns:a16="http://schemas.microsoft.com/office/drawing/2014/main" id="{30339757-6B20-4D63-93D6-3824E4F29A19}"/>
              </a:ext>
            </a:extLst>
          </p:cNvPr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1543050" y="2652713"/>
            <a:ext cx="919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107" name="new-action-to-proposal">
            <a:extLst xmlns:a="http://schemas.openxmlformats.org/drawingml/2006/main">
              <a:ext uri="{FF2B5EF4-FFF2-40B4-BE49-F238E27FC236}">
                <a16:creationId xmlns:a16="http://schemas.microsoft.com/office/drawing/2014/main" id="{D7C95BE4-CBD6-45AF-890E-341A946D3763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533525" y="2657475"/>
            <a:ext cx="4763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80"/>
            </a:solidFill>
            <a:prstDash val="dash"/>
            <a:tailEnd type="triangle" w="sm" len="sm"/>
          </a:ln>
        </p:spPr>
      </p:cxnSp>
      <p:sp>
        <p:nvSpPr>
          <p:cNvPr id="37" name="cycle-label">
            <a:extLst xmlns:a="http://schemas.openxmlformats.org/drawingml/2006/main">
              <a:ext uri="{FF2B5EF4-FFF2-40B4-BE49-F238E27FC236}">
                <a16:creationId xmlns:a16="http://schemas.microsoft.com/office/drawing/2014/main" id="{2F1EF82B-BBB5-4455-884C-E93DAC7C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38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下一动作仍经检查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F5E8BA-9BBC-4093-801F-195EEC3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默认拒绝与最小权限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05E708-C2F9-46FD-B472-B28C0EFC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body-467">
            <a:extLst xmlns:a="http://schemas.openxmlformats.org/drawingml/2006/main">
              <a:ext uri="{FF2B5EF4-FFF2-40B4-BE49-F238E27FC236}">
                <a16:creationId xmlns:a16="http://schemas.microsoft.com/office/drawing/2014/main" id="{194468C2-03E8-44FD-9AEE-A26F7BF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默认拒绝</a:t>
            </a:r>
          </a:p>
        </p:txBody>
      </p:sp>
      <p:sp>
        <p:nvSpPr>
          <p:cNvPr id="5" name="body-468">
            <a:extLst xmlns:a="http://schemas.openxmlformats.org/drawingml/2006/main">
              <a:ext uri="{FF2B5EF4-FFF2-40B4-BE49-F238E27FC236}">
                <a16:creationId xmlns:a16="http://schemas.microsoft.com/office/drawing/2014/main" id="{4948DAEC-DA4B-4E0D-81E7-1A2E6EE3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048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没有明确授权的动作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先停在检查点。</a:t>
            </a:r>
          </a:p>
        </p:txBody>
      </p:sp>
      <p:sp>
        <p:nvSpPr>
          <p:cNvPr id="6" name="body-469">
            <a:extLst xmlns:a="http://schemas.openxmlformats.org/drawingml/2006/main">
              <a:ext uri="{FF2B5EF4-FFF2-40B4-BE49-F238E27FC236}">
                <a16:creationId xmlns:a16="http://schemas.microsoft.com/office/drawing/2014/main" id="{B9F10814-EC81-43D4-BFF1-41A5377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048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例如：联网、外发、额外写入</a:t>
            </a:r>
          </a:p>
        </p:txBody>
      </p:sp>
      <p:sp>
        <p:nvSpPr>
          <p:cNvPr id="7" name="body-470">
            <a:extLst xmlns:a="http://schemas.openxmlformats.org/drawingml/2006/main">
              <a:ext uri="{FF2B5EF4-FFF2-40B4-BE49-F238E27FC236}">
                <a16:creationId xmlns:a16="http://schemas.microsoft.com/office/drawing/2014/main" id="{1600F944-A329-42D8-8D0A-D2F77DB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573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最小权限</a:t>
            </a:r>
          </a:p>
        </p:txBody>
      </p:sp>
      <p:sp>
        <p:nvSpPr>
          <p:cNvPr id="8" name="body-471">
            <a:extLst xmlns:a="http://schemas.openxmlformats.org/drawingml/2006/main">
              <a:ext uri="{FF2B5EF4-FFF2-40B4-BE49-F238E27FC236}">
                <a16:creationId xmlns:a16="http://schemas.microsoft.com/office/drawing/2014/main" id="{43910850-99E9-4241-8B40-8ABF1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876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为当前任务开放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刚好足够的范围。</a:t>
            </a:r>
          </a:p>
        </p:txBody>
      </p:sp>
      <p:sp>
        <p:nvSpPr>
          <p:cNvPr id="9" name="body-472">
            <a:extLst xmlns:a="http://schemas.openxmlformats.org/drawingml/2006/main">
              <a:ext uri="{FF2B5EF4-FFF2-40B4-BE49-F238E27FC236}">
                <a16:creationId xmlns:a16="http://schemas.microsoft.com/office/drawing/2014/main" id="{E9C10D5C-B6FB-4A31-9F42-CC4EE4D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4876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具体到文件、段落与动作</a:t>
            </a:r>
          </a:p>
        </p:txBody>
      </p:sp>
      <p:sp>
        <p:nvSpPr>
          <p:cNvPr id="10" name="body-473">
            <a:extLst xmlns:a="http://schemas.openxmlformats.org/drawingml/2006/main">
              <a:ext uri="{FF2B5EF4-FFF2-40B4-BE49-F238E27FC236}">
                <a16:creationId xmlns:a16="http://schemas.microsoft.com/office/drawing/2014/main" id="{F00D325B-4A44-4632-A513-007B11C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任务或动作变化后，重新检查授权。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B2C8400-2542-4582-8A2B-E822E51E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权限矩阵：写清一次任务授权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82532A1-D4F2-4D44-A438-D275F84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0FC52D26-B996-46D8-BD9D-E64F0EC9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依据公开观察提出取证计划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7431C789-D09B-4742-8F65-BB3B1C2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读取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E662F2B1-1651-4534-B563-6341C6AC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提供的当前问题、公开观察、任务授权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5E20D284-FDB9-427C-958C-F359AB4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写入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72786491-A896-4282-ACBF-F3FA41E9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批准后 notes/next-check.md 的计划段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180A5DCC-7FBA-4FE8-9FED-F8F51BF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BE899357-5C08-465C-8FC4-5E856AE8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新增读取、命令或传输需求先补授权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D9FF72A-21BB-4A80-846A-008F22F1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3BA579F-6738-452C-B6F4-EB0E3E0C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声明与实际控制分别核对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54C33F27-9CE1-4212-A62E-E5034334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提示词／权限行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BEC42502-2B00-47F3-B78D-AE5B336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说明任务边界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651D73FA-9672-482B-9E40-0B050DB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人工审核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54EE4ECA-5623-497E-9122-5AD74D96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在执行前批准或拒绝请求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E8E7229-3066-4B1F-9DE6-DAC7868F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工具限制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9E0414C7-D498-476C-9E86-9B9B6D1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以已测配置和拒绝响应为依据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29E76117-7845-4C44-BA36-E73B9F82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操作系统隔离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2AD2AC50-6C18-42E2-B8FE-3E75292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需对实际环境另作验证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C75CF2B-1EAB-40DD-9F8A-42FBB3B0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F9BFF9-B912-441C-A773-D39922B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工件状态与证据成熟度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F03B16-B9CD-42C0-AAB6-1D403B14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node-490">
            <a:extLst xmlns:a="http://schemas.openxmlformats.org/drawingml/2006/main">
              <a:ext uri="{FF2B5EF4-FFF2-40B4-BE49-F238E27FC236}">
                <a16:creationId xmlns:a16="http://schemas.microsoft.com/office/drawing/2014/main" id="{52AD0CAD-0CDA-4948-A684-0683A91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draft</a:t>
            </a:r>
          </a:p>
        </p:txBody>
      </p:sp>
      <p:sp>
        <p:nvSpPr>
          <p:cNvPr id="5" name="node-491">
            <a:extLst xmlns:a="http://schemas.openxmlformats.org/drawingml/2006/main">
              <a:ext uri="{FF2B5EF4-FFF2-40B4-BE49-F238E27FC236}">
                <a16:creationId xmlns:a16="http://schemas.microsoft.com/office/drawing/2014/main" id="{7DB96472-3618-4019-A2E2-DA54D22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review</a:t>
            </a:r>
          </a:p>
        </p:txBody>
      </p:sp>
      <p:sp>
        <p:nvSpPr>
          <p:cNvPr id="6" name="node-492">
            <a:extLst xmlns:a="http://schemas.openxmlformats.org/drawingml/2006/main">
              <a:ext uri="{FF2B5EF4-FFF2-40B4-BE49-F238E27FC236}">
                <a16:creationId xmlns:a16="http://schemas.microsoft.com/office/drawing/2014/main" id="{87BC9887-8756-4F73-9FEF-A0516CD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approved</a:t>
            </a:r>
          </a:p>
        </p:txBody>
      </p:sp>
      <p:sp>
        <p:nvSpPr>
          <p:cNvPr id="7" name="node-493">
            <a:extLst xmlns:a="http://schemas.openxmlformats.org/drawingml/2006/main">
              <a:ext uri="{FF2B5EF4-FFF2-40B4-BE49-F238E27FC236}">
                <a16:creationId xmlns:a16="http://schemas.microsoft.com/office/drawing/2014/main" id="{3CAE9042-4D8D-4732-831F-5CAFC3D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stable</a:t>
            </a:r>
          </a:p>
        </p:txBody>
      </p:sp>
      <p:cxnSp>
        <p:nvCxnSpPr>
          <p:cNvPr id="41" name="edge-494">
            <a:extLst xmlns:a="http://schemas.openxmlformats.org/drawingml/2006/main">
              <a:ext uri="{FF2B5EF4-FFF2-40B4-BE49-F238E27FC236}">
                <a16:creationId xmlns:a16="http://schemas.microsoft.com/office/drawing/2014/main" id="{D2BAF0B2-9D41-4626-83D8-323EC0186E9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33700" y="2505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2" name="edge-495">
            <a:extLst xmlns:a="http://schemas.openxmlformats.org/drawingml/2006/main">
              <a:ext uri="{FF2B5EF4-FFF2-40B4-BE49-F238E27FC236}">
                <a16:creationId xmlns:a16="http://schemas.microsoft.com/office/drawing/2014/main" id="{60BFECAA-D0C5-4512-BF7E-30ABEE2CAF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2505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3" name="edge-496">
            <a:extLst xmlns:a="http://schemas.openxmlformats.org/drawingml/2006/main">
              <a:ext uri="{FF2B5EF4-FFF2-40B4-BE49-F238E27FC236}">
                <a16:creationId xmlns:a16="http://schemas.microsoft.com/office/drawing/2014/main" id="{0698CEC1-139F-4DA9-B343-5A64A737FEC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2505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1" name="body-497">
            <a:extLst xmlns:a="http://schemas.openxmlformats.org/drawingml/2006/main">
              <a:ext uri="{FF2B5EF4-FFF2-40B4-BE49-F238E27FC236}">
                <a16:creationId xmlns:a16="http://schemas.microsoft.com/office/drawing/2014/main" id="{BA860340-22FC-4F36-8EF1-B55F8DDB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324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草稿与待查缺口</a:t>
            </a:r>
          </a:p>
        </p:txBody>
      </p:sp>
      <p:sp>
        <p:nvSpPr>
          <p:cNvPr id="12" name="body-498">
            <a:extLst xmlns:a="http://schemas.openxmlformats.org/drawingml/2006/main">
              <a:ext uri="{FF2B5EF4-FFF2-40B4-BE49-F238E27FC236}">
                <a16:creationId xmlns:a16="http://schemas.microsoft.com/office/drawing/2014/main" id="{4832CA1D-831D-4B7F-9A76-4937F7EA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324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已有依据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进入复核</a:t>
            </a:r>
          </a:p>
        </p:txBody>
      </p:sp>
      <p:sp>
        <p:nvSpPr>
          <p:cNvPr id="13" name="body-499">
            <a:extLst xmlns:a="http://schemas.openxmlformats.org/drawingml/2006/main">
              <a:ext uri="{FF2B5EF4-FFF2-40B4-BE49-F238E27FC236}">
                <a16:creationId xmlns:a16="http://schemas.microsoft.com/office/drawing/2014/main" id="{9D8E68DE-92BA-455D-8433-07C66EF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2324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关键决策获批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边界与理由已记录</a:t>
            </a:r>
          </a:p>
        </p:txBody>
      </p:sp>
      <p:sp>
        <p:nvSpPr>
          <p:cNvPr id="14" name="body-500">
            <a:extLst xmlns:a="http://schemas.openxmlformats.org/drawingml/2006/main">
              <a:ext uri="{FF2B5EF4-FFF2-40B4-BE49-F238E27FC236}">
                <a16:creationId xmlns:a16="http://schemas.microsoft.com/office/drawing/2014/main" id="{144739FA-BE8D-42F2-A58A-906EDE5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2324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至少两项独立证据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边界可追溯</a:t>
            </a:r>
          </a:p>
        </p:txBody>
      </p:sp>
      <p:sp>
        <p:nvSpPr>
          <p:cNvPr id="15" name="node-501">
            <a:extLst xmlns:a="http://schemas.openxmlformats.org/drawingml/2006/main">
              <a:ext uri="{FF2B5EF4-FFF2-40B4-BE49-F238E27FC236}">
                <a16:creationId xmlns:a16="http://schemas.microsoft.com/office/drawing/2014/main" id="{AEC7EAB0-E2A3-447B-A1D3-CEC7AB3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1967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发现冲突或条件变化</a:t>
            </a:r>
          </a:p>
        </p:txBody>
      </p:sp>
      <p:sp>
        <p:nvSpPr>
          <p:cNvPr id="16" name="node-502">
            <a:extLst xmlns:a="http://schemas.openxmlformats.org/drawingml/2006/main">
              <a:ext uri="{FF2B5EF4-FFF2-40B4-BE49-F238E27FC236}">
                <a16:creationId xmlns:a16="http://schemas.microsoft.com/office/drawing/2014/main" id="{B2C360E6-0E26-4B64-B1C6-D8FB31E1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30194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回到适当状态</a:t>
            </a:r>
          </a:p>
        </p:txBody>
      </p:sp>
      <p:cxnSp>
        <p:nvCxnSpPr>
          <p:cNvPr id="50" name="edge-503">
            <a:extLst xmlns:a="http://schemas.openxmlformats.org/drawingml/2006/main">
              <a:ext uri="{FF2B5EF4-FFF2-40B4-BE49-F238E27FC236}">
                <a16:creationId xmlns:a16="http://schemas.microsoft.com/office/drawing/2014/main" id="{8862C53E-FFA8-483B-A028-CD3ECE641274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3971925" y="5310188"/>
            <a:ext cx="3848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18" name="body-504">
            <a:extLst xmlns:a="http://schemas.openxmlformats.org/drawingml/2006/main">
              <a:ext uri="{FF2B5EF4-FFF2-40B4-BE49-F238E27FC236}">
                <a16:creationId xmlns:a16="http://schemas.microsoft.com/office/drawing/2014/main" id="{DB207F43-B5A7-43FD-8D2A-BA537135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状态可以回退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C977D1-51D8-41B4-93B1-A6C5662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一份证据地图的状态迁移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A53A1A-0560-4BF3-97C7-E53BCBD8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body-505">
            <a:extLst xmlns:a="http://schemas.openxmlformats.org/drawingml/2006/main">
              <a:ext uri="{FF2B5EF4-FFF2-40B4-BE49-F238E27FC236}">
                <a16:creationId xmlns:a16="http://schemas.microsoft.com/office/drawing/2014/main" id="{183AF6AB-EB45-46BA-8A91-D981E9DA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3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evidence-map.md</a:t>
            </a:r>
          </a:p>
        </p:txBody>
      </p:sp>
      <p:graphicFrame>
        <p:nvGraphicFramePr>
          <p:cNvPr id="11" name="native-table-506">
            <a:extLst xmlns:a="http://schemas.openxmlformats.org/drawingml/2006/main">
              <a:ext uri="{FF2B5EF4-FFF2-40B4-BE49-F238E27FC236}">
                <a16:creationId xmlns:a16="http://schemas.microsoft.com/office/drawing/2014/main" id="{30E3CCA1-3EA7-4B32-9745-5813E6B7BBF7}"/>
              </a:ext>
            </a:extLst>
          </p:cNvPr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3429000"/>
                <a:gridCol w="2876550"/>
                <a:gridCol w="2619375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这次新增什么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复核依据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支持下游动作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候选来源与缺口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保留待核验标记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设计检索计划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原文位置与冲突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自查、同伴复核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修订问题定义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approved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问题门通过条件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判断理由与 diff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形成实验规格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stable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独立证据与边界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结论可追溯复核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支撑最终论证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-507">
            <a:extLst xmlns:a="http://schemas.openxmlformats.org/drawingml/2006/main">
              <a:ext uri="{FF2B5EF4-FFF2-40B4-BE49-F238E27FC236}">
                <a16:creationId xmlns:a16="http://schemas.microsoft.com/office/drawing/2014/main" id="{3C90E38C-3FB2-41E8-9B94-7BBA6B23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“写完了”只说明编辑结束，状态迁移还需要依据。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DA92F77-C6F4-4F7B-B312-4CE8D7B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使用记录与控制证据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E3D5C35E-9D4E-4382-82D9-FA6A28B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允许动作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CE65159-3D37-41D4-959E-269AC7B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实际输入、输出和操作者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8BEEC1D-6B9B-4626-8702-2EAD465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模拟请求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F46E6AFC-F4B3-48B2-9E0E-F4E4F4A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执行前人工审查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8A67311-CD9D-4A79-AECD-0026A14B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决定与依据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F62C4C24-CF89-4D5B-A21A-2CEA1763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为什么拒绝，实际是否读取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C0CA15F4-5D16-43FA-A2C6-D523D06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层次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77EAC925-A60D-45A1-BB4F-175B2E89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人工控制、工具限制或其他实测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25E49BB-A6B5-4AD0-A241-D316A52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EE75E75-E7E0-481C-BD8F-BB4255B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演示：一次允许与拒绝检查</a:t>
            </a:r>
          </a:p>
        </p:txBody>
      </p:sp>
      <p:sp>
        <p:nvSpPr>
          <p:cNvPr id="2" name="trace-0">
            <a:extLst xmlns:a="http://schemas.openxmlformats.org/drawingml/2006/main">
              <a:ext uri="{FF2B5EF4-FFF2-40B4-BE49-F238E27FC236}">
                <a16:creationId xmlns:a16="http://schemas.microsoft.com/office/drawing/2014/main" id="{5E288C1B-20F3-4C60-822C-3F259323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允许｜依据提供的公开问题提出检索词</a:t>
            </a:r>
          </a:p>
        </p:txBody>
      </p:sp>
      <p:sp>
        <p:nvSpPr>
          <p:cNvPr id="3" name="trace-1">
            <a:extLst xmlns:a="http://schemas.openxmlformats.org/drawingml/2006/main">
              <a:ext uri="{FF2B5EF4-FFF2-40B4-BE49-F238E27FC236}">
                <a16:creationId xmlns:a16="http://schemas.microsoft.com/office/drawing/2014/main" id="{433B0007-9AAE-495E-B10E-2D5AD13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拒绝｜模拟请求读取未列入的公开清单</a:t>
            </a:r>
          </a:p>
        </p:txBody>
      </p:sp>
      <p:sp>
        <p:nvSpPr>
          <p:cNvPr id="4" name="trace-2">
            <a:extLst xmlns:a="http://schemas.openxmlformats.org/drawingml/2006/main">
              <a:ext uri="{FF2B5EF4-FFF2-40B4-BE49-F238E27FC236}">
                <a16:creationId xmlns:a16="http://schemas.microsoft.com/office/drawing/2014/main" id="{0C92041A-433B-498E-A563-0C3A3DD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执行前由人拦截，被拒对象不实际读取</a:t>
            </a:r>
          </a:p>
        </p:txBody>
      </p:sp>
      <p:sp>
        <p:nvSpPr>
          <p:cNvPr id="5" name="trace-3">
            <a:extLst xmlns:a="http://schemas.openxmlformats.org/drawingml/2006/main">
              <a:ext uri="{FF2B5EF4-FFF2-40B4-BE49-F238E27FC236}">
                <a16:creationId xmlns:a16="http://schemas.microsoft.com/office/drawing/2014/main" id="{FDB37E06-530C-4CB5-BB1F-2D8AF5F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记录请求、授权、决定、拦截点与控制层次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201CAB7-CED9-49F7-8A4F-74DF00A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2312BC4-1724-475D-88CB-41F1FB2C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先核准必要输入，再运行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7D9309D7-EA3D-4452-99E0-7CB7D00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读取范围｜人提供的当前问题与公开材料</a:t>
            </a:r>
          </a:p>
        </p:txBody>
      </p:sp>
      <p:sp>
        <p:nvSpPr>
          <p:cNvPr id="3" name="code-1">
            <a:extLst xmlns:a="http://schemas.openxmlformats.org/drawingml/2006/main">
              <a:ext uri="{FF2B5EF4-FFF2-40B4-BE49-F238E27FC236}">
                <a16:creationId xmlns:a16="http://schemas.microsoft.com/office/drawing/2014/main" id="{C9CDD3E5-445B-403E-8E88-180CCFC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AI动作｜返回取证建议或检索词</a:t>
            </a:r>
          </a:p>
        </p:txBody>
      </p:sp>
      <p:sp>
        <p:nvSpPr>
          <p:cNvPr id="4" name="code-2">
            <a:extLst xmlns:a="http://schemas.openxmlformats.org/drawingml/2006/main">
              <a:ext uri="{FF2B5EF4-FFF2-40B4-BE49-F238E27FC236}">
                <a16:creationId xmlns:a16="http://schemas.microsoft.com/office/drawing/2014/main" id="{251E9604-47B2-4AD3-8B0B-33D49BB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新增需求｜先说明必要性，扩大授权后另行操作</a:t>
            </a:r>
          </a:p>
        </p:txBody>
      </p:sp>
      <p:sp>
        <p:nvSpPr>
          <p:cNvPr id="5" name="code-3">
            <a:extLst xmlns:a="http://schemas.openxmlformats.org/drawingml/2006/main">
              <a:ext uri="{FF2B5EF4-FFF2-40B4-BE49-F238E27FC236}">
                <a16:creationId xmlns:a16="http://schemas.microsoft.com/office/drawing/2014/main" id="{128BF1E1-8ADF-4823-8468-F3F2760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原始记录、问题与指标保留原样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D023AEA-5E0F-41E5-BEEB-7414CA4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398FBA4-293A-435A-BFD6-9361D92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受控拒绝发生在哪一步</a:t>
            </a:r>
          </a:p>
        </p:txBody>
      </p:sp>
      <p:sp>
        <p:nvSpPr>
          <p:cNvPr id="2" name="trace-0">
            <a:extLst xmlns:a="http://schemas.openxmlformats.org/drawingml/2006/main">
              <a:ext uri="{FF2B5EF4-FFF2-40B4-BE49-F238E27FC236}">
                <a16:creationId xmlns:a16="http://schemas.microsoft.com/office/drawing/2014/main" id="{E2303851-47DF-4B28-A973-9616EC6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模拟请求｜读取未授权的公开来源清单</a:t>
            </a:r>
          </a:p>
        </p:txBody>
      </p:sp>
      <p:sp>
        <p:nvSpPr>
          <p:cNvPr id="3" name="trace-1">
            <a:extLst xmlns:a="http://schemas.openxmlformats.org/drawingml/2006/main">
              <a:ext uri="{FF2B5EF4-FFF2-40B4-BE49-F238E27FC236}">
                <a16:creationId xmlns:a16="http://schemas.microsoft.com/office/drawing/2014/main" id="{9890D3BA-83E2-4045-B15C-CDD6977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人核对本次授权，在执行前停止请求</a:t>
            </a:r>
          </a:p>
        </p:txBody>
      </p:sp>
      <p:sp>
        <p:nvSpPr>
          <p:cNvPr id="4" name="trace-2">
            <a:extLst xmlns:a="http://schemas.openxmlformats.org/drawingml/2006/main">
              <a:ext uri="{FF2B5EF4-FFF2-40B4-BE49-F238E27FC236}">
                <a16:creationId xmlns:a16="http://schemas.microsoft.com/office/drawing/2014/main" id="{8A651785-5D6C-4DBB-9663-7C65DCC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记录｜实际未读取；依据与后续路径明确</a:t>
            </a:r>
          </a:p>
        </p:txBody>
      </p:sp>
      <p:sp>
        <p:nvSpPr>
          <p:cNvPr id="5" name="trace-3">
            <a:extLst xmlns:a="http://schemas.openxmlformats.org/drawingml/2006/main">
              <a:ext uri="{FF2B5EF4-FFF2-40B4-BE49-F238E27FC236}">
                <a16:creationId xmlns:a16="http://schemas.microsoft.com/office/drawing/2014/main" id="{37080D45-8819-48E1-A26F-04934998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这证明人工审核，不等于工具或系统隔离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28B22CF-2858-49F3-96E9-CBA9AC3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90D5D7E-897D-4BBF-AC32-DCC5015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本人实践：上下文与边界检查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E50F8ED-8412-4BFE-A43B-16C8BF3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选一个本人动作：问题检查、材料整理或拟检索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24794292-6DF6-48DA-9126-BD88C0F0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写必要输入、任务授权、输出与停止条件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EB1FF709-BDE5-406B-90E6-FB5C736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执行一项允许动作，人工拦截一次模拟请求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DF82738D-132D-4A75-ABF2-C8CBF8FB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更新同一动作的权限行、风险卡与使用记录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6B6915B-3082-431F-872B-65BC50E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3FE67360-541B-42B9-93C9-D702845B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个人反查三件记录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9AFDC312-3A5F-4539-BB3E-F7397C3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权限行：允许了什么？</a:t>
            </a:r>
          </a:p>
        </p:txBody>
      </p:sp>
      <p:sp>
        <p:nvSpPr>
          <p:cNvPr id="3" name="row-1">
            <a:extLst xmlns:a="http://schemas.openxmlformats.org/drawingml/2006/main">
              <a:ext uri="{FF2B5EF4-FFF2-40B4-BE49-F238E27FC236}">
                <a16:creationId xmlns:a16="http://schemas.microsoft.com/office/drawing/2014/main" id="{F2916FE5-6519-4C73-A602-47A4642E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风险卡：为什么采用这些控制？</a:t>
            </a:r>
          </a:p>
        </p:txBody>
      </p:sp>
      <p:sp>
        <p:nvSpPr>
          <p:cNvPr id="4" name="row-2">
            <a:extLst xmlns:a="http://schemas.openxmlformats.org/drawingml/2006/main">
              <a:ext uri="{FF2B5EF4-FFF2-40B4-BE49-F238E27FC236}">
                <a16:creationId xmlns:a16="http://schemas.microsoft.com/office/drawing/2014/main" id="{CEBC8895-252E-4DB5-83A7-F48F3C8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使用记录：实际做了什么、谁拦截？</a:t>
            </a:r>
          </a:p>
        </p:txBody>
      </p:sp>
      <p:sp>
        <p:nvSpPr>
          <p:cNvPr id="5" name="row-3">
            <a:extLst xmlns:a="http://schemas.openxmlformats.org/drawingml/2006/main">
              <a:ext uri="{FF2B5EF4-FFF2-40B4-BE49-F238E27FC236}">
                <a16:creationId xmlns:a16="http://schemas.microsoft.com/office/drawing/2014/main" id="{9FE1080B-4DF3-4A91-B4B4-9BE3A393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指出还不能由当前记录证明的边界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9342AAF-C766-4A3D-831F-5857023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826AA99-A19F-4CC2-818F-ED1ED17A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2BEC982-8520-4C8D-9FAD-896251B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必要上下文与动作授权共同服务研究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A07B81D4-55F6-4591-9576-C12991D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已有授权内连续行动，新需求说明依据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49EFA658-5C8D-4489-AFEB-1128446D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声明、人工控制、工具限制分别举证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56F8EB43-0BE0-4228-8E57-4C3722A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伦理、评价边界与记录贯穿研究过程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5F90694-876B-4194-8B14-BABB7AA5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520F5F4-4E9E-4C81-B8C3-8BC36926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把公开问题与边界带入 L3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3505B22A-EBC7-4EF5-AD96-E3785830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本人问题及可公开检索表述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8ABBC6BD-AEC6-4B4A-8F2C-65C45FD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允许的来源、工具、网络与预算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138760BF-980D-4588-8C6F-8CAECB95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结果保存位置与一次边界检查记录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128B8CE0-168A-4203-B703-1F1F9FA2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L3：在这些范围内实际检索和核验来源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158D8A4-93DD-403A-9504-6536B402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683096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2026-10-21T03:12:15.7150000Z</dcterms:created>
  <dcterms:modified xsi:type="dcterms:W3CDTF">2026-10-21T03:12:15.7150000Z</dcterms:modified>
</coreProperties>
</file>